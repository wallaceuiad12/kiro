
<file path=[Content_Types].xml><?xml version="1.0" encoding="utf-8"?>
<Types xmlns="http://schemas.openxmlformats.org/package/2006/content-types">
  <Default ContentType="image/jpeg" Extension="jpg"/>
  <Default ContentType="application/x-fontdata" Extension="fntdata"/>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2.xml"/>
  <Override ContentType="application/vnd.openxmlformats-officedocument.presentationml.notesSlide+xml" PartName="/ppt/notesSlides/notesSlide3.xml"/>
  <Override ContentType="application/vnd.openxmlformats-officedocument.presentationml.notesSlide+xml" PartName="/ppt/notesSlides/notesSlide33.xml"/>
  <Override ContentType="application/vnd.openxmlformats-officedocument.presentationml.notesSlide+xml" PartName="/ppt/notesSlides/notesSlide41.xml"/>
  <Override ContentType="application/vnd.openxmlformats-officedocument.presentationml.notesSlide+xml" PartName="/ppt/notesSlides/notesSlide15.xml"/>
  <Override ContentType="application/vnd.openxmlformats-officedocument.presentationml.notesSlide+xml" PartName="/ppt/notesSlides/notesSlide24.xml"/>
  <Override ContentType="application/vnd.openxmlformats-officedocument.presentationml.notesSlide+xml" PartName="/ppt/notesSlides/notesSlide50.xml"/>
  <Override ContentType="application/vnd.openxmlformats-officedocument.presentationml.notesSlide+xml" PartName="/ppt/notesSlides/notesSlide17.xml"/>
  <Override ContentType="application/vnd.openxmlformats-officedocument.presentationml.notesSlide+xml" PartName="/ppt/notesSlides/notesSlide42.xml"/>
  <Override ContentType="application/vnd.openxmlformats-officedocument.presentationml.notesSlide+xml" PartName="/ppt/notesSlides/notesSlide16.xml"/>
  <Override ContentType="application/vnd.openxmlformats-officedocument.presentationml.notesSlide+xml" PartName="/ppt/notesSlides/notesSlide34.xml"/>
  <Override ContentType="application/vnd.openxmlformats-officedocument.presentationml.notesSlide+xml" PartName="/ppt/notesSlides/notesSlide51.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43.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56.xml"/>
  <Override ContentType="application/vnd.openxmlformats-officedocument.presentationml.notesSlide+xml" PartName="/ppt/notesSlides/notesSlide30.xml"/>
  <Override ContentType="application/vnd.openxmlformats-officedocument.presentationml.notesSlide+xml" PartName="/ppt/notesSlides/notesSlide26.xml"/>
  <Override ContentType="application/vnd.openxmlformats-officedocument.presentationml.notesSlide+xml" PartName="/ppt/notesSlides/notesSlide39.xml"/>
  <Override ContentType="application/vnd.openxmlformats-officedocument.presentationml.notesSlide+xml" PartName="/ppt/notesSlides/notesSlide31.xml"/>
  <Override ContentType="application/vnd.openxmlformats-officedocument.presentationml.notesSlide+xml" PartName="/ppt/notesSlides/notesSlide57.xml"/>
  <Override ContentType="application/vnd.openxmlformats-officedocument.presentationml.notesSlide+xml" PartName="/ppt/notesSlides/notesSlide44.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37.xml"/>
  <Override ContentType="application/vnd.openxmlformats-officedocument.presentationml.notesSlide+xml" PartName="/ppt/notesSlides/notesSlide29.xml"/>
  <Override ContentType="application/vnd.openxmlformats-officedocument.presentationml.notesSlide+xml" PartName="/ppt/notesSlides/notesSlide54.xml"/>
  <Override ContentType="application/vnd.openxmlformats-officedocument.presentationml.notesSlide+xml" PartName="/ppt/notesSlides/notesSlide45.xml"/>
  <Override ContentType="application/vnd.openxmlformats-officedocument.presentationml.notesSlide+xml" PartName="/ppt/notesSlides/notesSlide46.xml"/>
  <Override ContentType="application/vnd.openxmlformats-officedocument.presentationml.notesSlide+xml" PartName="/ppt/notesSlides/notesSlide9.xml"/>
  <Override ContentType="application/vnd.openxmlformats-officedocument.presentationml.notesSlide+xml" PartName="/ppt/notesSlides/notesSlide28.xml"/>
  <Override ContentType="application/vnd.openxmlformats-officedocument.presentationml.notesSlide+xml" PartName="/ppt/notesSlides/notesSlide11.xml"/>
  <Override ContentType="application/vnd.openxmlformats-officedocument.presentationml.notesSlide+xml" PartName="/ppt/notesSlides/notesSlide55.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47.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38.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48.xml"/>
  <Override ContentType="application/vnd.openxmlformats-officedocument.presentationml.notesSlide+xml" PartName="/ppt/notesSlides/notesSlide22.xml"/>
  <Override ContentType="application/vnd.openxmlformats-officedocument.presentationml.notesSlide+xml" PartName="/ppt/notesSlides/notesSlide52.xml"/>
  <Override ContentType="application/vnd.openxmlformats-officedocument.presentationml.notesSlide+xml" PartName="/ppt/notesSlides/notesSlide7.xml"/>
  <Override ContentType="application/vnd.openxmlformats-officedocument.presentationml.notesSlide+xml" PartName="/ppt/notesSlides/notesSlide35.xml"/>
  <Override ContentType="application/vnd.openxmlformats-officedocument.presentationml.notesSlide+xml" PartName="/ppt/notesSlides/notesSlide5.xml"/>
  <Override ContentType="application/vnd.openxmlformats-officedocument.presentationml.notesSlide+xml" PartName="/ppt/notesSlides/notesSlide36.xml"/>
  <Override ContentType="application/vnd.openxmlformats-officedocument.presentationml.notesSlide+xml" PartName="/ppt/notesSlides/notesSlide49.xml"/>
  <Override ContentType="application/vnd.openxmlformats-officedocument.presentationml.notesSlide+xml" PartName="/ppt/notesSlides/notesSlide19.xml"/>
  <Override ContentType="application/vnd.openxmlformats-officedocument.presentationml.notesSlide+xml" PartName="/ppt/notesSlides/notesSlide53.xml"/>
  <Override ContentType="application/vnd.openxmlformats-officedocument.presentationml.notesSlide+xml" PartName="/ppt/notesSlides/notesSlide40.xml"/>
  <Override ContentType="application/vnd.openxmlformats-officedocument.presentationml.notesSlide+xml" PartName="/ppt/notesSlides/notesSlide23.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5.xml"/>
  <Override ContentType="application/vnd.openxmlformats-officedocument.presentationml.slideLayout+xml" PartName="/ppt/slideLayouts/slideLayout11.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9.xml"/>
  <Override ContentType="application/vnd.openxmlformats-officedocument.presentationml.slideLayout+xml" PartName="/ppt/slideLayouts/slideLayout4.xml"/>
  <Override ContentType="application/vnd.openxmlformats-officedocument.presentationml.slideLayout+xml" PartName="/ppt/slideLayouts/slideLayout14.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Master+xml" PartName="/ppt/slideMasters/slideMaster1.xml"/>
  <Override ContentType="application/binary" PartName="/ppt/metadata"/>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43.xml"/>
  <Override ContentType="application/vnd.openxmlformats-officedocument.presentationml.slide+xml" PartName="/ppt/slides/slide35.xml"/>
  <Override ContentType="application/vnd.openxmlformats-officedocument.presentationml.slide+xml" PartName="/ppt/slides/slide52.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5.xml"/>
  <Override ContentType="application/vnd.openxmlformats-officedocument.presentationml.slide+xml" PartName="/ppt/slides/slide17.xml"/>
  <Override ContentType="application/vnd.openxmlformats-officedocument.presentationml.slide+xml" PartName="/ppt/slides/slide42.xml"/>
  <Override ContentType="application/vnd.openxmlformats-officedocument.presentationml.slide+xml" PartName="/ppt/slides/slide25.xml"/>
  <Override ContentType="application/vnd.openxmlformats-officedocument.presentationml.slide+xml" PartName="/ppt/slides/slide50.xml"/>
  <Override ContentType="application/vnd.openxmlformats-officedocument.presentationml.slide+xml" PartName="/ppt/slides/slide34.xml"/>
  <Override ContentType="application/vnd.openxmlformats-officedocument.presentationml.slide+xml" PartName="/ppt/slides/slide33.xml"/>
  <Override ContentType="application/vnd.openxmlformats-officedocument.presentationml.slide+xml" PartName="/ppt/slides/slide51.xml"/>
  <Override ContentType="application/vnd.openxmlformats-officedocument.presentationml.slide+xml" PartName="/ppt/slides/slide16.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37.xml"/>
  <Override ContentType="application/vnd.openxmlformats-officedocument.presentationml.slide+xml" PartName="/ppt/slides/slide41.xml"/>
  <Override ContentType="application/vnd.openxmlformats-officedocument.presentationml.slide+xml" PartName="/ppt/slides/slide7.xml"/>
  <Override ContentType="application/vnd.openxmlformats-officedocument.presentationml.slide+xml" PartName="/ppt/slides/slide54.xml"/>
  <Override ContentType="application/vnd.openxmlformats-officedocument.presentationml.slide+xml" PartName="/ppt/slides/slide36.xml"/>
  <Override ContentType="application/vnd.openxmlformats-officedocument.presentationml.slide+xml" PartName="/ppt/slides/slide23.xml"/>
  <Override ContentType="application/vnd.openxmlformats-officedocument.presentationml.slide+xml" PartName="/ppt/slides/slide49.xml"/>
  <Override ContentType="application/vnd.openxmlformats-officedocument.presentationml.slide+xml" PartName="/ppt/slides/slide10.xml"/>
  <Override ContentType="application/vnd.openxmlformats-officedocument.presentationml.slide+xml" PartName="/ppt/slides/slide6.xml"/>
  <Override ContentType="application/vnd.openxmlformats-officedocument.presentationml.slide+xml" PartName="/ppt/slides/slide53.xml"/>
  <Override ContentType="application/vnd.openxmlformats-officedocument.presentationml.slide+xml" PartName="/ppt/slides/slide40.xml"/>
  <Override ContentType="application/vnd.openxmlformats-officedocument.presentationml.slide+xml" PartName="/ppt/slides/slide48.xml"/>
  <Override ContentType="application/vnd.openxmlformats-officedocument.presentationml.slide+xml" PartName="/ppt/slides/slide30.xml"/>
  <Override ContentType="application/vnd.openxmlformats-officedocument.presentationml.slide+xml" PartName="/ppt/slides/slide22.xml"/>
  <Override ContentType="application/vnd.openxmlformats-officedocument.presentationml.slide+xml" PartName="/ppt/slides/slide39.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6.xml"/>
  <Override ContentType="application/vnd.openxmlformats-officedocument.presentationml.slide+xml" PartName="/ppt/slides/slide12.xml"/>
  <Override ContentType="application/vnd.openxmlformats-officedocument.presentationml.slide+xml" PartName="/ppt/slides/slide47.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38.xml"/>
  <Override ContentType="application/vnd.openxmlformats-officedocument.presentationml.slide+xml" PartName="/ppt/slides/slide46.xml"/>
  <Override ContentType="application/vnd.openxmlformats-officedocument.presentationml.slide+xml" PartName="/ppt/slides/slide8.xml"/>
  <Override ContentType="application/vnd.openxmlformats-officedocument.presentationml.slide+xml" PartName="/ppt/slides/slide55.xml"/>
  <Override ContentType="application/vnd.openxmlformats-officedocument.presentationml.slide+xml" PartName="/ppt/slides/slide29.xml"/>
  <Override ContentType="application/vnd.openxmlformats-officedocument.presentationml.slide+xml" PartName="/ppt/slides/slide32.xml"/>
  <Override ContentType="application/vnd.openxmlformats-officedocument.presentationml.slide+xml" PartName="/ppt/slides/slide1.xml"/>
  <Override ContentType="application/vnd.openxmlformats-officedocument.presentationml.slide+xml" PartName="/ppt/slides/slide45.xml"/>
  <Override ContentType="application/vnd.openxmlformats-officedocument.presentationml.slide+xml" PartName="/ppt/slides/slide28.xml"/>
  <Override ContentType="application/vnd.openxmlformats-officedocument.presentationml.slide+xml" PartName="/ppt/slides/slide15.xml"/>
  <Override ContentType="application/vnd.openxmlformats-officedocument.presentationml.slide+xml" PartName="/ppt/slides/slide31.xml"/>
  <Override ContentType="application/vnd.openxmlformats-officedocument.presentationml.slide+xml" PartName="/ppt/slides/slide27.xml"/>
  <Override ContentType="application/vnd.openxmlformats-officedocument.presentationml.slide+xml" PartName="/ppt/slides/slide57.xml"/>
  <Override ContentType="application/vnd.openxmlformats-officedocument.presentationml.slide+xml" PartName="/ppt/slides/slide2.xml"/>
  <Override ContentType="application/vnd.openxmlformats-officedocument.presentationml.slide+xml" PartName="/ppt/slides/slide44.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package.core-properties+xml" PartName="/docProps/core.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package/2006/relationships/metadata/core-properties" Target="docProps/core.xml"/><Relationship Id="rId2"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showSpecialPlsOnTitleSld="0">
  <p:sldMasterIdLst>
    <p:sldMasterId id="2147483648"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 id="274" r:id="rId23"/>
    <p:sldId id="275" r:id="rId24"/>
    <p:sldId id="276" r:id="rId25"/>
    <p:sldId id="277" r:id="rId26"/>
    <p:sldId id="278" r:id="rId27"/>
    <p:sldId id="279" r:id="rId28"/>
    <p:sldId id="280" r:id="rId29"/>
    <p:sldId id="281" r:id="rId30"/>
    <p:sldId id="282" r:id="rId31"/>
    <p:sldId id="283" r:id="rId32"/>
    <p:sldId id="284" r:id="rId33"/>
    <p:sldId id="285" r:id="rId34"/>
    <p:sldId id="286" r:id="rId35"/>
    <p:sldId id="287" r:id="rId36"/>
    <p:sldId id="288" r:id="rId37"/>
    <p:sldId id="289" r:id="rId38"/>
    <p:sldId id="290" r:id="rId39"/>
    <p:sldId id="291" r:id="rId40"/>
    <p:sldId id="292" r:id="rId41"/>
    <p:sldId id="293" r:id="rId42"/>
    <p:sldId id="294" r:id="rId43"/>
    <p:sldId id="295" r:id="rId44"/>
    <p:sldId id="296" r:id="rId45"/>
    <p:sldId id="297" r:id="rId46"/>
    <p:sldId id="298" r:id="rId47"/>
    <p:sldId id="299" r:id="rId48"/>
    <p:sldId id="300" r:id="rId49"/>
    <p:sldId id="301" r:id="rId50"/>
    <p:sldId id="302" r:id="rId51"/>
    <p:sldId id="303" r:id="rId52"/>
    <p:sldId id="304" r:id="rId53"/>
    <p:sldId id="305" r:id="rId54"/>
    <p:sldId id="306" r:id="rId55"/>
    <p:sldId id="307" r:id="rId56"/>
    <p:sldId id="308" r:id="rId57"/>
    <p:sldId id="309" r:id="rId58"/>
    <p:sldId id="310" r:id="rId59"/>
    <p:sldId id="311" r:id="rId60"/>
    <p:sldId id="312" r:id="rId61"/>
  </p:sldIdLst>
  <p:sldSz cy="5143500" cx="9144000"/>
  <p:notesSz cx="6858000" cy="9144000"/>
  <p:embeddedFontLst>
    <p:embeddedFont>
      <p:font typeface="Kanit SemiBold"/>
      <p:regular r:id="rId62"/>
      <p:bold r:id="rId63"/>
      <p:italic r:id="rId64"/>
      <p:boldItalic r:id="rId65"/>
    </p:embeddedFont>
    <p:embeddedFont>
      <p:font typeface="Work Sans"/>
      <p:regular r:id="rId66"/>
      <p:bold r:id="rId67"/>
      <p:italic r:id="rId68"/>
      <p:boldItalic r:id="rId69"/>
    </p:embeddedFont>
    <p:embeddedFont>
      <p:font typeface="Kanit"/>
      <p:regular r:id="rId70"/>
      <p:bold r:id="rId71"/>
      <p:italic r:id="rId72"/>
      <p:boldItalic r:id="rId73"/>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GoogleSlidesCustomDataVersion2">
      <go:slidesCustomData xmlns:go="http://customooxmlschemas.google.com/" r:id="rId74" roundtripDataSignature="AMtx7mhQeRwRZRzqyYC1piHtFug0FRxKOA=="/>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40" Type="http://schemas.openxmlformats.org/officeDocument/2006/relationships/slide" Target="slides/slide36.xml"/><Relationship Id="rId42" Type="http://schemas.openxmlformats.org/officeDocument/2006/relationships/slide" Target="slides/slide38.xml"/><Relationship Id="rId41" Type="http://schemas.openxmlformats.org/officeDocument/2006/relationships/slide" Target="slides/slide37.xml"/><Relationship Id="rId44" Type="http://schemas.openxmlformats.org/officeDocument/2006/relationships/slide" Target="slides/slide40.xml"/><Relationship Id="rId43" Type="http://schemas.openxmlformats.org/officeDocument/2006/relationships/slide" Target="slides/slide39.xml"/><Relationship Id="rId46" Type="http://schemas.openxmlformats.org/officeDocument/2006/relationships/slide" Target="slides/slide42.xml"/><Relationship Id="rId45" Type="http://schemas.openxmlformats.org/officeDocument/2006/relationships/slide" Target="slides/slide41.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48" Type="http://schemas.openxmlformats.org/officeDocument/2006/relationships/slide" Target="slides/slide44.xml"/><Relationship Id="rId47" Type="http://schemas.openxmlformats.org/officeDocument/2006/relationships/slide" Target="slides/slide43.xml"/><Relationship Id="rId49" Type="http://schemas.openxmlformats.org/officeDocument/2006/relationships/slide" Target="slides/slide45.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4.xml"/><Relationship Id="rId73" Type="http://schemas.openxmlformats.org/officeDocument/2006/relationships/font" Target="fonts/Kanit-boldItalic.fntdata"/><Relationship Id="rId72" Type="http://schemas.openxmlformats.org/officeDocument/2006/relationships/font" Target="fonts/Kanit-italic.fntdata"/><Relationship Id="rId31" Type="http://schemas.openxmlformats.org/officeDocument/2006/relationships/slide" Target="slides/slide27.xml"/><Relationship Id="rId30" Type="http://schemas.openxmlformats.org/officeDocument/2006/relationships/slide" Target="slides/slide26.xml"/><Relationship Id="rId74" Type="http://customschemas.google.com/relationships/presentationmetadata" Target="metadata"/><Relationship Id="rId33" Type="http://schemas.openxmlformats.org/officeDocument/2006/relationships/slide" Target="slides/slide29.xml"/><Relationship Id="rId32" Type="http://schemas.openxmlformats.org/officeDocument/2006/relationships/slide" Target="slides/slide28.xml"/><Relationship Id="rId35" Type="http://schemas.openxmlformats.org/officeDocument/2006/relationships/slide" Target="slides/slide31.xml"/><Relationship Id="rId34" Type="http://schemas.openxmlformats.org/officeDocument/2006/relationships/slide" Target="slides/slide30.xml"/><Relationship Id="rId71" Type="http://schemas.openxmlformats.org/officeDocument/2006/relationships/font" Target="fonts/Kanit-bold.fntdata"/><Relationship Id="rId70" Type="http://schemas.openxmlformats.org/officeDocument/2006/relationships/font" Target="fonts/Kanit-regular.fntdata"/><Relationship Id="rId37" Type="http://schemas.openxmlformats.org/officeDocument/2006/relationships/slide" Target="slides/slide33.xml"/><Relationship Id="rId36" Type="http://schemas.openxmlformats.org/officeDocument/2006/relationships/slide" Target="slides/slide32.xml"/><Relationship Id="rId39" Type="http://schemas.openxmlformats.org/officeDocument/2006/relationships/slide" Target="slides/slide35.xml"/><Relationship Id="rId38" Type="http://schemas.openxmlformats.org/officeDocument/2006/relationships/slide" Target="slides/slide34.xml"/><Relationship Id="rId62" Type="http://schemas.openxmlformats.org/officeDocument/2006/relationships/font" Target="fonts/KanitSemiBold-regular.fntdata"/><Relationship Id="rId61" Type="http://schemas.openxmlformats.org/officeDocument/2006/relationships/slide" Target="slides/slide57.xml"/><Relationship Id="rId20" Type="http://schemas.openxmlformats.org/officeDocument/2006/relationships/slide" Target="slides/slide16.xml"/><Relationship Id="rId64" Type="http://schemas.openxmlformats.org/officeDocument/2006/relationships/font" Target="fonts/KanitSemiBold-italic.fntdata"/><Relationship Id="rId63" Type="http://schemas.openxmlformats.org/officeDocument/2006/relationships/font" Target="fonts/KanitSemiBold-bold.fntdata"/><Relationship Id="rId22" Type="http://schemas.openxmlformats.org/officeDocument/2006/relationships/slide" Target="slides/slide18.xml"/><Relationship Id="rId66" Type="http://schemas.openxmlformats.org/officeDocument/2006/relationships/font" Target="fonts/WorkSans-regular.fntdata"/><Relationship Id="rId21" Type="http://schemas.openxmlformats.org/officeDocument/2006/relationships/slide" Target="slides/slide17.xml"/><Relationship Id="rId65" Type="http://schemas.openxmlformats.org/officeDocument/2006/relationships/font" Target="fonts/KanitSemiBold-boldItalic.fntdata"/><Relationship Id="rId24" Type="http://schemas.openxmlformats.org/officeDocument/2006/relationships/slide" Target="slides/slide20.xml"/><Relationship Id="rId68" Type="http://schemas.openxmlformats.org/officeDocument/2006/relationships/font" Target="fonts/WorkSans-italic.fntdata"/><Relationship Id="rId23" Type="http://schemas.openxmlformats.org/officeDocument/2006/relationships/slide" Target="slides/slide19.xml"/><Relationship Id="rId67" Type="http://schemas.openxmlformats.org/officeDocument/2006/relationships/font" Target="fonts/WorkSans-bold.fntdata"/><Relationship Id="rId60" Type="http://schemas.openxmlformats.org/officeDocument/2006/relationships/slide" Target="slides/slide56.xml"/><Relationship Id="rId26" Type="http://schemas.openxmlformats.org/officeDocument/2006/relationships/slide" Target="slides/slide22.xml"/><Relationship Id="rId25" Type="http://schemas.openxmlformats.org/officeDocument/2006/relationships/slide" Target="slides/slide21.xml"/><Relationship Id="rId69" Type="http://schemas.openxmlformats.org/officeDocument/2006/relationships/font" Target="fonts/WorkSans-boldItalic.fntdata"/><Relationship Id="rId28" Type="http://schemas.openxmlformats.org/officeDocument/2006/relationships/slide" Target="slides/slide24.xml"/><Relationship Id="rId27" Type="http://schemas.openxmlformats.org/officeDocument/2006/relationships/slide" Target="slides/slide23.xml"/><Relationship Id="rId29" Type="http://schemas.openxmlformats.org/officeDocument/2006/relationships/slide" Target="slides/slide25.xml"/><Relationship Id="rId51" Type="http://schemas.openxmlformats.org/officeDocument/2006/relationships/slide" Target="slides/slide47.xml"/><Relationship Id="rId50" Type="http://schemas.openxmlformats.org/officeDocument/2006/relationships/slide" Target="slides/slide46.xml"/><Relationship Id="rId53" Type="http://schemas.openxmlformats.org/officeDocument/2006/relationships/slide" Target="slides/slide49.xml"/><Relationship Id="rId52" Type="http://schemas.openxmlformats.org/officeDocument/2006/relationships/slide" Target="slides/slide48.xml"/><Relationship Id="rId11" Type="http://schemas.openxmlformats.org/officeDocument/2006/relationships/slide" Target="slides/slide7.xml"/><Relationship Id="rId55" Type="http://schemas.openxmlformats.org/officeDocument/2006/relationships/slide" Target="slides/slide51.xml"/><Relationship Id="rId10" Type="http://schemas.openxmlformats.org/officeDocument/2006/relationships/slide" Target="slides/slide6.xml"/><Relationship Id="rId54" Type="http://schemas.openxmlformats.org/officeDocument/2006/relationships/slide" Target="slides/slide50.xml"/><Relationship Id="rId13" Type="http://schemas.openxmlformats.org/officeDocument/2006/relationships/slide" Target="slides/slide9.xml"/><Relationship Id="rId57" Type="http://schemas.openxmlformats.org/officeDocument/2006/relationships/slide" Target="slides/slide53.xml"/><Relationship Id="rId12" Type="http://schemas.openxmlformats.org/officeDocument/2006/relationships/slide" Target="slides/slide8.xml"/><Relationship Id="rId56" Type="http://schemas.openxmlformats.org/officeDocument/2006/relationships/slide" Target="slides/slide52.xml"/><Relationship Id="rId15" Type="http://schemas.openxmlformats.org/officeDocument/2006/relationships/slide" Target="slides/slide11.xml"/><Relationship Id="rId59" Type="http://schemas.openxmlformats.org/officeDocument/2006/relationships/slide" Target="slides/slide55.xml"/><Relationship Id="rId14" Type="http://schemas.openxmlformats.org/officeDocument/2006/relationships/slide" Target="slides/slide10.xml"/><Relationship Id="rId58" Type="http://schemas.openxmlformats.org/officeDocument/2006/relationships/slide" Target="slides/slide54.xml"/><Relationship Id="rId17" Type="http://schemas.openxmlformats.org/officeDocument/2006/relationships/slide" Target="slides/slide13.xml"/><Relationship Id="rId16" Type="http://schemas.openxmlformats.org/officeDocument/2006/relationships/slide" Target="slides/slide12.xml"/><Relationship Id="rId19" Type="http://schemas.openxmlformats.org/officeDocument/2006/relationships/slide" Target="slides/slide15.xml"/><Relationship Id="rId18"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1pPr>
            <a:lvl2pPr indent="-298450" lvl="1" marL="9144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2pPr>
            <a:lvl3pPr indent="-298450" lvl="2" marL="13716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3pPr>
            <a:lvl4pPr indent="-298450" lvl="3" marL="18288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4pPr>
            <a:lvl5pPr indent="-298450" lvl="4" marL="22860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5pPr>
            <a:lvl6pPr indent="-298450" lvl="5" marL="27432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6pPr>
            <a:lvl7pPr indent="-298450" lvl="6" marL="32004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7pPr>
            <a:lvl8pPr indent="-298450" lvl="7" marL="36576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8pPr>
            <a:lvl9pPr indent="-298450" lvl="8" marL="41148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6" name="Shape 96"/>
        <p:cNvGrpSpPr/>
        <p:nvPr/>
      </p:nvGrpSpPr>
      <p:grpSpPr>
        <a:xfrm>
          <a:off x="0" y="0"/>
          <a:ext cx="0" cy="0"/>
          <a:chOff x="0" y="0"/>
          <a:chExt cx="0" cy="0"/>
        </a:xfrm>
      </p:grpSpPr>
      <p:sp>
        <p:nvSpPr>
          <p:cNvPr id="97" name="Google Shape;97;p1: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98" name="Google Shape;98;p1: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6" name="Shape 106"/>
        <p:cNvGrpSpPr/>
        <p:nvPr/>
      </p:nvGrpSpPr>
      <p:grpSpPr>
        <a:xfrm>
          <a:off x="0" y="0"/>
          <a:ext cx="0" cy="0"/>
          <a:chOff x="0" y="0"/>
          <a:chExt cx="0" cy="0"/>
        </a:xfrm>
      </p:grpSpPr>
      <p:sp>
        <p:nvSpPr>
          <p:cNvPr id="107" name="Google Shape;107;p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08" name="Google Shape;108;p2: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9" name="Shape 119"/>
        <p:cNvGrpSpPr/>
        <p:nvPr/>
      </p:nvGrpSpPr>
      <p:grpSpPr>
        <a:xfrm>
          <a:off x="0" y="0"/>
          <a:ext cx="0" cy="0"/>
          <a:chOff x="0" y="0"/>
          <a:chExt cx="0" cy="0"/>
        </a:xfrm>
      </p:grpSpPr>
      <p:sp>
        <p:nvSpPr>
          <p:cNvPr id="120" name="Google Shape;120;p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21" name="Google Shape;121;p3: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7" name="Shape 127"/>
        <p:cNvGrpSpPr/>
        <p:nvPr/>
      </p:nvGrpSpPr>
      <p:grpSpPr>
        <a:xfrm>
          <a:off x="0" y="0"/>
          <a:ext cx="0" cy="0"/>
          <a:chOff x="0" y="0"/>
          <a:chExt cx="0" cy="0"/>
        </a:xfrm>
      </p:grpSpPr>
      <p:sp>
        <p:nvSpPr>
          <p:cNvPr id="128" name="Google Shape;128;p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29" name="Google Shape;129;p4: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8" name="Shape 138"/>
        <p:cNvGrpSpPr/>
        <p:nvPr/>
      </p:nvGrpSpPr>
      <p:grpSpPr>
        <a:xfrm>
          <a:off x="0" y="0"/>
          <a:ext cx="0" cy="0"/>
          <a:chOff x="0" y="0"/>
          <a:chExt cx="0" cy="0"/>
        </a:xfrm>
      </p:grpSpPr>
      <p:sp>
        <p:nvSpPr>
          <p:cNvPr id="139" name="Google Shape;139;p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40" name="Google Shape;140;p5: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4" name="Shape 164"/>
        <p:cNvGrpSpPr/>
        <p:nvPr/>
      </p:nvGrpSpPr>
      <p:grpSpPr>
        <a:xfrm>
          <a:off x="0" y="0"/>
          <a:ext cx="0" cy="0"/>
          <a:chOff x="0" y="0"/>
          <a:chExt cx="0" cy="0"/>
        </a:xfrm>
      </p:grpSpPr>
      <p:sp>
        <p:nvSpPr>
          <p:cNvPr id="165" name="Google Shape;165;p6: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66" name="Google Shape;166;p6: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4" name="Shape 174"/>
        <p:cNvGrpSpPr/>
        <p:nvPr/>
      </p:nvGrpSpPr>
      <p:grpSpPr>
        <a:xfrm>
          <a:off x="0" y="0"/>
          <a:ext cx="0" cy="0"/>
          <a:chOff x="0" y="0"/>
          <a:chExt cx="0" cy="0"/>
        </a:xfrm>
      </p:grpSpPr>
      <p:sp>
        <p:nvSpPr>
          <p:cNvPr id="175" name="Google Shape;175;p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76" name="Google Shape;176;p7: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0" name="Shape 200"/>
        <p:cNvGrpSpPr/>
        <p:nvPr/>
      </p:nvGrpSpPr>
      <p:grpSpPr>
        <a:xfrm>
          <a:off x="0" y="0"/>
          <a:ext cx="0" cy="0"/>
          <a:chOff x="0" y="0"/>
          <a:chExt cx="0" cy="0"/>
        </a:xfrm>
      </p:grpSpPr>
      <p:sp>
        <p:nvSpPr>
          <p:cNvPr id="201" name="Google Shape;201;p8: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202" name="Google Shape;202;p8: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0" name="Shape 220"/>
        <p:cNvGrpSpPr/>
        <p:nvPr/>
      </p:nvGrpSpPr>
      <p:grpSpPr>
        <a:xfrm>
          <a:off x="0" y="0"/>
          <a:ext cx="0" cy="0"/>
          <a:chOff x="0" y="0"/>
          <a:chExt cx="0" cy="0"/>
        </a:xfrm>
      </p:grpSpPr>
      <p:sp>
        <p:nvSpPr>
          <p:cNvPr id="221" name="Google Shape;221;p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222" name="Google Shape;222;p9: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4" name="Shape 234"/>
        <p:cNvGrpSpPr/>
        <p:nvPr/>
      </p:nvGrpSpPr>
      <p:grpSpPr>
        <a:xfrm>
          <a:off x="0" y="0"/>
          <a:ext cx="0" cy="0"/>
          <a:chOff x="0" y="0"/>
          <a:chExt cx="0" cy="0"/>
        </a:xfrm>
      </p:grpSpPr>
      <p:sp>
        <p:nvSpPr>
          <p:cNvPr id="235" name="Google Shape;235;p1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236" name="Google Shape;236;p10: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6" name="Shape 256"/>
        <p:cNvGrpSpPr/>
        <p:nvPr/>
      </p:nvGrpSpPr>
      <p:grpSpPr>
        <a:xfrm>
          <a:off x="0" y="0"/>
          <a:ext cx="0" cy="0"/>
          <a:chOff x="0" y="0"/>
          <a:chExt cx="0" cy="0"/>
        </a:xfrm>
      </p:grpSpPr>
      <p:sp>
        <p:nvSpPr>
          <p:cNvPr id="257" name="Google Shape;257;p11: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258" name="Google Shape;258;p11: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6" name="Shape 266"/>
        <p:cNvGrpSpPr/>
        <p:nvPr/>
      </p:nvGrpSpPr>
      <p:grpSpPr>
        <a:xfrm>
          <a:off x="0" y="0"/>
          <a:ext cx="0" cy="0"/>
          <a:chOff x="0" y="0"/>
          <a:chExt cx="0" cy="0"/>
        </a:xfrm>
      </p:grpSpPr>
      <p:sp>
        <p:nvSpPr>
          <p:cNvPr id="267" name="Google Shape;267;p1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268" name="Google Shape;268;p12: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7" name="Shape 277"/>
        <p:cNvGrpSpPr/>
        <p:nvPr/>
      </p:nvGrpSpPr>
      <p:grpSpPr>
        <a:xfrm>
          <a:off x="0" y="0"/>
          <a:ext cx="0" cy="0"/>
          <a:chOff x="0" y="0"/>
          <a:chExt cx="0" cy="0"/>
        </a:xfrm>
      </p:grpSpPr>
      <p:sp>
        <p:nvSpPr>
          <p:cNvPr id="278" name="Google Shape;278;p1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279" name="Google Shape;279;p13: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2" name="Shape 302"/>
        <p:cNvGrpSpPr/>
        <p:nvPr/>
      </p:nvGrpSpPr>
      <p:grpSpPr>
        <a:xfrm>
          <a:off x="0" y="0"/>
          <a:ext cx="0" cy="0"/>
          <a:chOff x="0" y="0"/>
          <a:chExt cx="0" cy="0"/>
        </a:xfrm>
      </p:grpSpPr>
      <p:sp>
        <p:nvSpPr>
          <p:cNvPr id="303" name="Google Shape;303;p1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304" name="Google Shape;304;p14: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7" name="Shape 327"/>
        <p:cNvGrpSpPr/>
        <p:nvPr/>
      </p:nvGrpSpPr>
      <p:grpSpPr>
        <a:xfrm>
          <a:off x="0" y="0"/>
          <a:ext cx="0" cy="0"/>
          <a:chOff x="0" y="0"/>
          <a:chExt cx="0" cy="0"/>
        </a:xfrm>
      </p:grpSpPr>
      <p:sp>
        <p:nvSpPr>
          <p:cNvPr id="328" name="Google Shape;328;p1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329" name="Google Shape;329;p15: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5" name="Shape 335"/>
        <p:cNvGrpSpPr/>
        <p:nvPr/>
      </p:nvGrpSpPr>
      <p:grpSpPr>
        <a:xfrm>
          <a:off x="0" y="0"/>
          <a:ext cx="0" cy="0"/>
          <a:chOff x="0" y="0"/>
          <a:chExt cx="0" cy="0"/>
        </a:xfrm>
      </p:grpSpPr>
      <p:sp>
        <p:nvSpPr>
          <p:cNvPr id="336" name="Google Shape;336;p16: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337" name="Google Shape;337;p16: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7" name="Shape 357"/>
        <p:cNvGrpSpPr/>
        <p:nvPr/>
      </p:nvGrpSpPr>
      <p:grpSpPr>
        <a:xfrm>
          <a:off x="0" y="0"/>
          <a:ext cx="0" cy="0"/>
          <a:chOff x="0" y="0"/>
          <a:chExt cx="0" cy="0"/>
        </a:xfrm>
      </p:grpSpPr>
      <p:sp>
        <p:nvSpPr>
          <p:cNvPr id="358" name="Google Shape;358;p1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359" name="Google Shape;359;p17: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7" name="Shape 367"/>
        <p:cNvGrpSpPr/>
        <p:nvPr/>
      </p:nvGrpSpPr>
      <p:grpSpPr>
        <a:xfrm>
          <a:off x="0" y="0"/>
          <a:ext cx="0" cy="0"/>
          <a:chOff x="0" y="0"/>
          <a:chExt cx="0" cy="0"/>
        </a:xfrm>
      </p:grpSpPr>
      <p:sp>
        <p:nvSpPr>
          <p:cNvPr id="368" name="Google Shape;368;p18: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369" name="Google Shape;369;p18: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1" name="Shape 381"/>
        <p:cNvGrpSpPr/>
        <p:nvPr/>
      </p:nvGrpSpPr>
      <p:grpSpPr>
        <a:xfrm>
          <a:off x="0" y="0"/>
          <a:ext cx="0" cy="0"/>
          <a:chOff x="0" y="0"/>
          <a:chExt cx="0" cy="0"/>
        </a:xfrm>
      </p:grpSpPr>
      <p:sp>
        <p:nvSpPr>
          <p:cNvPr id="382" name="Google Shape;382;p1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383" name="Google Shape;383;p19: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2" name="Shape 392"/>
        <p:cNvGrpSpPr/>
        <p:nvPr/>
      </p:nvGrpSpPr>
      <p:grpSpPr>
        <a:xfrm>
          <a:off x="0" y="0"/>
          <a:ext cx="0" cy="0"/>
          <a:chOff x="0" y="0"/>
          <a:chExt cx="0" cy="0"/>
        </a:xfrm>
      </p:grpSpPr>
      <p:sp>
        <p:nvSpPr>
          <p:cNvPr id="393" name="Google Shape;393;p2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394" name="Google Shape;394;p20: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05" name="Shape 405"/>
        <p:cNvGrpSpPr/>
        <p:nvPr/>
      </p:nvGrpSpPr>
      <p:grpSpPr>
        <a:xfrm>
          <a:off x="0" y="0"/>
          <a:ext cx="0" cy="0"/>
          <a:chOff x="0" y="0"/>
          <a:chExt cx="0" cy="0"/>
        </a:xfrm>
      </p:grpSpPr>
      <p:sp>
        <p:nvSpPr>
          <p:cNvPr id="406" name="Google Shape;406;p21: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07" name="Google Shape;407;p21: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4" name="Shape 414"/>
        <p:cNvGrpSpPr/>
        <p:nvPr/>
      </p:nvGrpSpPr>
      <p:grpSpPr>
        <a:xfrm>
          <a:off x="0" y="0"/>
          <a:ext cx="0" cy="0"/>
          <a:chOff x="0" y="0"/>
          <a:chExt cx="0" cy="0"/>
        </a:xfrm>
      </p:grpSpPr>
      <p:sp>
        <p:nvSpPr>
          <p:cNvPr id="415" name="Google Shape;415;p2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16" name="Google Shape;416;p22: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3" name="Shape 423"/>
        <p:cNvGrpSpPr/>
        <p:nvPr/>
      </p:nvGrpSpPr>
      <p:grpSpPr>
        <a:xfrm>
          <a:off x="0" y="0"/>
          <a:ext cx="0" cy="0"/>
          <a:chOff x="0" y="0"/>
          <a:chExt cx="0" cy="0"/>
        </a:xfrm>
      </p:grpSpPr>
      <p:sp>
        <p:nvSpPr>
          <p:cNvPr id="424" name="Google Shape;424;p2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25" name="Google Shape;425;p23: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3" name="Shape 433"/>
        <p:cNvGrpSpPr/>
        <p:nvPr/>
      </p:nvGrpSpPr>
      <p:grpSpPr>
        <a:xfrm>
          <a:off x="0" y="0"/>
          <a:ext cx="0" cy="0"/>
          <a:chOff x="0" y="0"/>
          <a:chExt cx="0" cy="0"/>
        </a:xfrm>
      </p:grpSpPr>
      <p:sp>
        <p:nvSpPr>
          <p:cNvPr id="434" name="Google Shape;434;p2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35" name="Google Shape;435;p24: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5" name="Shape 445"/>
        <p:cNvGrpSpPr/>
        <p:nvPr/>
      </p:nvGrpSpPr>
      <p:grpSpPr>
        <a:xfrm>
          <a:off x="0" y="0"/>
          <a:ext cx="0" cy="0"/>
          <a:chOff x="0" y="0"/>
          <a:chExt cx="0" cy="0"/>
        </a:xfrm>
      </p:grpSpPr>
      <p:sp>
        <p:nvSpPr>
          <p:cNvPr id="446" name="Google Shape;446;p2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47" name="Google Shape;447;p25: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2" name="Shape 462"/>
        <p:cNvGrpSpPr/>
        <p:nvPr/>
      </p:nvGrpSpPr>
      <p:grpSpPr>
        <a:xfrm>
          <a:off x="0" y="0"/>
          <a:ext cx="0" cy="0"/>
          <a:chOff x="0" y="0"/>
          <a:chExt cx="0" cy="0"/>
        </a:xfrm>
      </p:grpSpPr>
      <p:sp>
        <p:nvSpPr>
          <p:cNvPr id="463" name="Google Shape;463;g3f554ed0205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64" name="Google Shape;464;g3f554ed0205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9" name="Shape 469"/>
        <p:cNvGrpSpPr/>
        <p:nvPr/>
      </p:nvGrpSpPr>
      <p:grpSpPr>
        <a:xfrm>
          <a:off x="0" y="0"/>
          <a:ext cx="0" cy="0"/>
          <a:chOff x="0" y="0"/>
          <a:chExt cx="0" cy="0"/>
        </a:xfrm>
      </p:grpSpPr>
      <p:sp>
        <p:nvSpPr>
          <p:cNvPr id="470" name="Google Shape;470;p26: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71" name="Google Shape;471;p26: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5" name="Shape 485"/>
        <p:cNvGrpSpPr/>
        <p:nvPr/>
      </p:nvGrpSpPr>
      <p:grpSpPr>
        <a:xfrm>
          <a:off x="0" y="0"/>
          <a:ext cx="0" cy="0"/>
          <a:chOff x="0" y="0"/>
          <a:chExt cx="0" cy="0"/>
        </a:xfrm>
      </p:grpSpPr>
      <p:sp>
        <p:nvSpPr>
          <p:cNvPr id="486" name="Google Shape;486;p2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87" name="Google Shape;487;p27: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95" name="Shape 495"/>
        <p:cNvGrpSpPr/>
        <p:nvPr/>
      </p:nvGrpSpPr>
      <p:grpSpPr>
        <a:xfrm>
          <a:off x="0" y="0"/>
          <a:ext cx="0" cy="0"/>
          <a:chOff x="0" y="0"/>
          <a:chExt cx="0" cy="0"/>
        </a:xfrm>
      </p:grpSpPr>
      <p:sp>
        <p:nvSpPr>
          <p:cNvPr id="496" name="Google Shape;496;p28: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97" name="Google Shape;497;p28: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7" name="Shape 507"/>
        <p:cNvGrpSpPr/>
        <p:nvPr/>
      </p:nvGrpSpPr>
      <p:grpSpPr>
        <a:xfrm>
          <a:off x="0" y="0"/>
          <a:ext cx="0" cy="0"/>
          <a:chOff x="0" y="0"/>
          <a:chExt cx="0" cy="0"/>
        </a:xfrm>
      </p:grpSpPr>
      <p:sp>
        <p:nvSpPr>
          <p:cNvPr id="508" name="Google Shape;508;p2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509" name="Google Shape;509;p29: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5" name="Shape 525"/>
        <p:cNvGrpSpPr/>
        <p:nvPr/>
      </p:nvGrpSpPr>
      <p:grpSpPr>
        <a:xfrm>
          <a:off x="0" y="0"/>
          <a:ext cx="0" cy="0"/>
          <a:chOff x="0" y="0"/>
          <a:chExt cx="0" cy="0"/>
        </a:xfrm>
      </p:grpSpPr>
      <p:sp>
        <p:nvSpPr>
          <p:cNvPr id="526" name="Google Shape;526;p3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527" name="Google Shape;527;p30: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3" name="Shape 533"/>
        <p:cNvGrpSpPr/>
        <p:nvPr/>
      </p:nvGrpSpPr>
      <p:grpSpPr>
        <a:xfrm>
          <a:off x="0" y="0"/>
          <a:ext cx="0" cy="0"/>
          <a:chOff x="0" y="0"/>
          <a:chExt cx="0" cy="0"/>
        </a:xfrm>
      </p:grpSpPr>
      <p:sp>
        <p:nvSpPr>
          <p:cNvPr id="534" name="Google Shape;534;p31: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535" name="Google Shape;535;p31: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68" name="Shape 568"/>
        <p:cNvGrpSpPr/>
        <p:nvPr/>
      </p:nvGrpSpPr>
      <p:grpSpPr>
        <a:xfrm>
          <a:off x="0" y="0"/>
          <a:ext cx="0" cy="0"/>
          <a:chOff x="0" y="0"/>
          <a:chExt cx="0" cy="0"/>
        </a:xfrm>
      </p:grpSpPr>
      <p:sp>
        <p:nvSpPr>
          <p:cNvPr id="569" name="Google Shape;569;p3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570" name="Google Shape;570;p32: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6" name="Shape 596"/>
        <p:cNvGrpSpPr/>
        <p:nvPr/>
      </p:nvGrpSpPr>
      <p:grpSpPr>
        <a:xfrm>
          <a:off x="0" y="0"/>
          <a:ext cx="0" cy="0"/>
          <a:chOff x="0" y="0"/>
          <a:chExt cx="0" cy="0"/>
        </a:xfrm>
      </p:grpSpPr>
      <p:sp>
        <p:nvSpPr>
          <p:cNvPr id="597" name="Google Shape;597;p3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598" name="Google Shape;598;p33: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5" name="Shape 615"/>
        <p:cNvGrpSpPr/>
        <p:nvPr/>
      </p:nvGrpSpPr>
      <p:grpSpPr>
        <a:xfrm>
          <a:off x="0" y="0"/>
          <a:ext cx="0" cy="0"/>
          <a:chOff x="0" y="0"/>
          <a:chExt cx="0" cy="0"/>
        </a:xfrm>
      </p:grpSpPr>
      <p:sp>
        <p:nvSpPr>
          <p:cNvPr id="616" name="Google Shape;616;p3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617" name="Google Shape;617;p34: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42" name="Shape 642"/>
        <p:cNvGrpSpPr/>
        <p:nvPr/>
      </p:nvGrpSpPr>
      <p:grpSpPr>
        <a:xfrm>
          <a:off x="0" y="0"/>
          <a:ext cx="0" cy="0"/>
          <a:chOff x="0" y="0"/>
          <a:chExt cx="0" cy="0"/>
        </a:xfrm>
      </p:grpSpPr>
      <p:sp>
        <p:nvSpPr>
          <p:cNvPr id="643" name="Google Shape;643;p3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644" name="Google Shape;644;p35: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69" name="Shape 669"/>
        <p:cNvGrpSpPr/>
        <p:nvPr/>
      </p:nvGrpSpPr>
      <p:grpSpPr>
        <a:xfrm>
          <a:off x="0" y="0"/>
          <a:ext cx="0" cy="0"/>
          <a:chOff x="0" y="0"/>
          <a:chExt cx="0" cy="0"/>
        </a:xfrm>
      </p:grpSpPr>
      <p:sp>
        <p:nvSpPr>
          <p:cNvPr id="670" name="Google Shape;670;p36: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671" name="Google Shape;671;p36: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03" name="Shape 703"/>
        <p:cNvGrpSpPr/>
        <p:nvPr/>
      </p:nvGrpSpPr>
      <p:grpSpPr>
        <a:xfrm>
          <a:off x="0" y="0"/>
          <a:ext cx="0" cy="0"/>
          <a:chOff x="0" y="0"/>
          <a:chExt cx="0" cy="0"/>
        </a:xfrm>
      </p:grpSpPr>
      <p:sp>
        <p:nvSpPr>
          <p:cNvPr id="704" name="Google Shape;704;p3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705" name="Google Shape;705;p37: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25" name="Shape 725"/>
        <p:cNvGrpSpPr/>
        <p:nvPr/>
      </p:nvGrpSpPr>
      <p:grpSpPr>
        <a:xfrm>
          <a:off x="0" y="0"/>
          <a:ext cx="0" cy="0"/>
          <a:chOff x="0" y="0"/>
          <a:chExt cx="0" cy="0"/>
        </a:xfrm>
      </p:grpSpPr>
      <p:sp>
        <p:nvSpPr>
          <p:cNvPr id="726" name="Google Shape;726;p38: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727" name="Google Shape;727;p38: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48" name="Shape 748"/>
        <p:cNvGrpSpPr/>
        <p:nvPr/>
      </p:nvGrpSpPr>
      <p:grpSpPr>
        <a:xfrm>
          <a:off x="0" y="0"/>
          <a:ext cx="0" cy="0"/>
          <a:chOff x="0" y="0"/>
          <a:chExt cx="0" cy="0"/>
        </a:xfrm>
      </p:grpSpPr>
      <p:sp>
        <p:nvSpPr>
          <p:cNvPr id="749" name="Google Shape;749;p3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750" name="Google Shape;750;p39: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79" name="Shape 779"/>
        <p:cNvGrpSpPr/>
        <p:nvPr/>
      </p:nvGrpSpPr>
      <p:grpSpPr>
        <a:xfrm>
          <a:off x="0" y="0"/>
          <a:ext cx="0" cy="0"/>
          <a:chOff x="0" y="0"/>
          <a:chExt cx="0" cy="0"/>
        </a:xfrm>
      </p:grpSpPr>
      <p:sp>
        <p:nvSpPr>
          <p:cNvPr id="780" name="Google Shape;780;p4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781" name="Google Shape;781;p40: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08" name="Shape 808"/>
        <p:cNvGrpSpPr/>
        <p:nvPr/>
      </p:nvGrpSpPr>
      <p:grpSpPr>
        <a:xfrm>
          <a:off x="0" y="0"/>
          <a:ext cx="0" cy="0"/>
          <a:chOff x="0" y="0"/>
          <a:chExt cx="0" cy="0"/>
        </a:xfrm>
      </p:grpSpPr>
      <p:sp>
        <p:nvSpPr>
          <p:cNvPr id="809" name="Google Shape;809;p41: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810" name="Google Shape;810;p41: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28" name="Shape 828"/>
        <p:cNvGrpSpPr/>
        <p:nvPr/>
      </p:nvGrpSpPr>
      <p:grpSpPr>
        <a:xfrm>
          <a:off x="0" y="0"/>
          <a:ext cx="0" cy="0"/>
          <a:chOff x="0" y="0"/>
          <a:chExt cx="0" cy="0"/>
        </a:xfrm>
      </p:grpSpPr>
      <p:sp>
        <p:nvSpPr>
          <p:cNvPr id="829" name="Google Shape;829;p4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830" name="Google Shape;830;p42: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49" name="Shape 849"/>
        <p:cNvGrpSpPr/>
        <p:nvPr/>
      </p:nvGrpSpPr>
      <p:grpSpPr>
        <a:xfrm>
          <a:off x="0" y="0"/>
          <a:ext cx="0" cy="0"/>
          <a:chOff x="0" y="0"/>
          <a:chExt cx="0" cy="0"/>
        </a:xfrm>
      </p:grpSpPr>
      <p:sp>
        <p:nvSpPr>
          <p:cNvPr id="850" name="Google Shape;850;p4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851" name="Google Shape;851;p43: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4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81" name="Shape 881"/>
        <p:cNvGrpSpPr/>
        <p:nvPr/>
      </p:nvGrpSpPr>
      <p:grpSpPr>
        <a:xfrm>
          <a:off x="0" y="0"/>
          <a:ext cx="0" cy="0"/>
          <a:chOff x="0" y="0"/>
          <a:chExt cx="0" cy="0"/>
        </a:xfrm>
      </p:grpSpPr>
      <p:sp>
        <p:nvSpPr>
          <p:cNvPr id="882" name="Google Shape;882;p4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883" name="Google Shape;883;p44: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4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03" name="Shape 903"/>
        <p:cNvGrpSpPr/>
        <p:nvPr/>
      </p:nvGrpSpPr>
      <p:grpSpPr>
        <a:xfrm>
          <a:off x="0" y="0"/>
          <a:ext cx="0" cy="0"/>
          <a:chOff x="0" y="0"/>
          <a:chExt cx="0" cy="0"/>
        </a:xfrm>
      </p:grpSpPr>
      <p:sp>
        <p:nvSpPr>
          <p:cNvPr id="904" name="Google Shape;904;p4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905" name="Google Shape;905;p45: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4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25" name="Shape 925"/>
        <p:cNvGrpSpPr/>
        <p:nvPr/>
      </p:nvGrpSpPr>
      <p:grpSpPr>
        <a:xfrm>
          <a:off x="0" y="0"/>
          <a:ext cx="0" cy="0"/>
          <a:chOff x="0" y="0"/>
          <a:chExt cx="0" cy="0"/>
        </a:xfrm>
      </p:grpSpPr>
      <p:sp>
        <p:nvSpPr>
          <p:cNvPr id="926" name="Google Shape;926;p46: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927" name="Google Shape;927;p46: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4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59" name="Shape 959"/>
        <p:cNvGrpSpPr/>
        <p:nvPr/>
      </p:nvGrpSpPr>
      <p:grpSpPr>
        <a:xfrm>
          <a:off x="0" y="0"/>
          <a:ext cx="0" cy="0"/>
          <a:chOff x="0" y="0"/>
          <a:chExt cx="0" cy="0"/>
        </a:xfrm>
      </p:grpSpPr>
      <p:sp>
        <p:nvSpPr>
          <p:cNvPr id="960" name="Google Shape;960;p4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961" name="Google Shape;961;p47: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4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8" name="Shape 978"/>
        <p:cNvGrpSpPr/>
        <p:nvPr/>
      </p:nvGrpSpPr>
      <p:grpSpPr>
        <a:xfrm>
          <a:off x="0" y="0"/>
          <a:ext cx="0" cy="0"/>
          <a:chOff x="0" y="0"/>
          <a:chExt cx="0" cy="0"/>
        </a:xfrm>
      </p:grpSpPr>
      <p:sp>
        <p:nvSpPr>
          <p:cNvPr id="979" name="Google Shape;979;p48: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980" name="Google Shape;980;p48: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5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10" name="Shape 1010"/>
        <p:cNvGrpSpPr/>
        <p:nvPr/>
      </p:nvGrpSpPr>
      <p:grpSpPr>
        <a:xfrm>
          <a:off x="0" y="0"/>
          <a:ext cx="0" cy="0"/>
          <a:chOff x="0" y="0"/>
          <a:chExt cx="0" cy="0"/>
        </a:xfrm>
      </p:grpSpPr>
      <p:sp>
        <p:nvSpPr>
          <p:cNvPr id="1011" name="Google Shape;1011;p4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012" name="Google Shape;1012;p49: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5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28" name="Shape 1028"/>
        <p:cNvGrpSpPr/>
        <p:nvPr/>
      </p:nvGrpSpPr>
      <p:grpSpPr>
        <a:xfrm>
          <a:off x="0" y="0"/>
          <a:ext cx="0" cy="0"/>
          <a:chOff x="0" y="0"/>
          <a:chExt cx="0" cy="0"/>
        </a:xfrm>
      </p:grpSpPr>
      <p:sp>
        <p:nvSpPr>
          <p:cNvPr id="1029" name="Google Shape;1029;p5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030" name="Google Shape;1030;p50: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5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61" name="Shape 1061"/>
        <p:cNvGrpSpPr/>
        <p:nvPr/>
      </p:nvGrpSpPr>
      <p:grpSpPr>
        <a:xfrm>
          <a:off x="0" y="0"/>
          <a:ext cx="0" cy="0"/>
          <a:chOff x="0" y="0"/>
          <a:chExt cx="0" cy="0"/>
        </a:xfrm>
      </p:grpSpPr>
      <p:sp>
        <p:nvSpPr>
          <p:cNvPr id="1062" name="Google Shape;1062;p51: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063" name="Google Shape;1063;p51: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5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92" name="Shape 1092"/>
        <p:cNvGrpSpPr/>
        <p:nvPr/>
      </p:nvGrpSpPr>
      <p:grpSpPr>
        <a:xfrm>
          <a:off x="0" y="0"/>
          <a:ext cx="0" cy="0"/>
          <a:chOff x="0" y="0"/>
          <a:chExt cx="0" cy="0"/>
        </a:xfrm>
      </p:grpSpPr>
      <p:sp>
        <p:nvSpPr>
          <p:cNvPr id="1093" name="Google Shape;1093;p5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094" name="Google Shape;1094;p52: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5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16" name="Shape 1116"/>
        <p:cNvGrpSpPr/>
        <p:nvPr/>
      </p:nvGrpSpPr>
      <p:grpSpPr>
        <a:xfrm>
          <a:off x="0" y="0"/>
          <a:ext cx="0" cy="0"/>
          <a:chOff x="0" y="0"/>
          <a:chExt cx="0" cy="0"/>
        </a:xfrm>
      </p:grpSpPr>
      <p:sp>
        <p:nvSpPr>
          <p:cNvPr id="1117" name="Google Shape;1117;p5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118" name="Google Shape;1118;p53: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5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40" name="Shape 1140"/>
        <p:cNvGrpSpPr/>
        <p:nvPr/>
      </p:nvGrpSpPr>
      <p:grpSpPr>
        <a:xfrm>
          <a:off x="0" y="0"/>
          <a:ext cx="0" cy="0"/>
          <a:chOff x="0" y="0"/>
          <a:chExt cx="0" cy="0"/>
        </a:xfrm>
      </p:grpSpPr>
      <p:sp>
        <p:nvSpPr>
          <p:cNvPr id="1141" name="Google Shape;1141;p5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142" name="Google Shape;1142;p54: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5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75" name="Shape 1175"/>
        <p:cNvGrpSpPr/>
        <p:nvPr/>
      </p:nvGrpSpPr>
      <p:grpSpPr>
        <a:xfrm>
          <a:off x="0" y="0"/>
          <a:ext cx="0" cy="0"/>
          <a:chOff x="0" y="0"/>
          <a:chExt cx="0" cy="0"/>
        </a:xfrm>
      </p:grpSpPr>
      <p:sp>
        <p:nvSpPr>
          <p:cNvPr id="1176" name="Google Shape;1176;p5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177" name="Google Shape;1177;p55: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5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00" name="Shape 1200"/>
        <p:cNvGrpSpPr/>
        <p:nvPr/>
      </p:nvGrpSpPr>
      <p:grpSpPr>
        <a:xfrm>
          <a:off x="0" y="0"/>
          <a:ext cx="0" cy="0"/>
          <a:chOff x="0" y="0"/>
          <a:chExt cx="0" cy="0"/>
        </a:xfrm>
      </p:grpSpPr>
      <p:sp>
        <p:nvSpPr>
          <p:cNvPr id="1201" name="Google Shape;1201;p56: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202" name="Google Shape;1202;p56: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hyperlink" Target="http://bit.ly/2Tynxth" TargetMode="External"/><Relationship Id="rId3" Type="http://schemas.openxmlformats.org/officeDocument/2006/relationships/hyperlink" Target="http://bit.ly/2TyoMsr" TargetMode="External"/><Relationship Id="rId4" Type="http://schemas.openxmlformats.org/officeDocument/2006/relationships/hyperlink" Target="http://bit.ly/2TtBDfr" TargetMode="Externa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8" name="Shape 8"/>
        <p:cNvGrpSpPr/>
        <p:nvPr/>
      </p:nvGrpSpPr>
      <p:grpSpPr>
        <a:xfrm>
          <a:off x="0" y="0"/>
          <a:ext cx="0" cy="0"/>
          <a:chOff x="0" y="0"/>
          <a:chExt cx="0" cy="0"/>
        </a:xfrm>
      </p:grpSpPr>
      <p:sp>
        <p:nvSpPr>
          <p:cNvPr id="9" name="Google Shape;9;p58"/>
          <p:cNvSpPr txBox="1"/>
          <p:nvPr>
            <p:ph type="ctrTitle"/>
          </p:nvPr>
        </p:nvSpPr>
        <p:spPr>
          <a:xfrm>
            <a:off x="722375" y="1194750"/>
            <a:ext cx="4161900" cy="2272800"/>
          </a:xfrm>
          <a:prstGeom prst="rect">
            <a:avLst/>
          </a:prstGeom>
          <a:noFill/>
          <a:ln>
            <a:noFill/>
          </a:ln>
        </p:spPr>
        <p:txBody>
          <a:bodyPr anchorCtr="0" anchor="b" bIns="91425" lIns="91425" spcFirstLastPara="1" rIns="91425" wrap="square" tIns="91425">
            <a:noAutofit/>
          </a:bodyPr>
          <a:lstStyle>
            <a:lvl1pPr lvl="0" algn="l">
              <a:lnSpc>
                <a:spcPct val="100000"/>
              </a:lnSpc>
              <a:spcBef>
                <a:spcPts val="0"/>
              </a:spcBef>
              <a:spcAft>
                <a:spcPts val="0"/>
              </a:spcAft>
              <a:buSzPts val="5200"/>
              <a:buNone/>
              <a:defRPr sz="5200"/>
            </a:lvl1pPr>
            <a:lvl2pPr lvl="1" algn="ctr">
              <a:lnSpc>
                <a:spcPct val="100000"/>
              </a:lnSpc>
              <a:spcBef>
                <a:spcPts val="0"/>
              </a:spcBef>
              <a:spcAft>
                <a:spcPts val="0"/>
              </a:spcAft>
              <a:buSzPts val="5200"/>
              <a:buNone/>
              <a:defRPr sz="5200"/>
            </a:lvl2pPr>
            <a:lvl3pPr lvl="2" algn="ctr">
              <a:lnSpc>
                <a:spcPct val="100000"/>
              </a:lnSpc>
              <a:spcBef>
                <a:spcPts val="0"/>
              </a:spcBef>
              <a:spcAft>
                <a:spcPts val="0"/>
              </a:spcAft>
              <a:buSzPts val="5200"/>
              <a:buNone/>
              <a:defRPr sz="5200"/>
            </a:lvl3pPr>
            <a:lvl4pPr lvl="3" algn="ctr">
              <a:lnSpc>
                <a:spcPct val="100000"/>
              </a:lnSpc>
              <a:spcBef>
                <a:spcPts val="0"/>
              </a:spcBef>
              <a:spcAft>
                <a:spcPts val="0"/>
              </a:spcAft>
              <a:buSzPts val="5200"/>
              <a:buNone/>
              <a:defRPr sz="5200"/>
            </a:lvl4pPr>
            <a:lvl5pPr lvl="4" algn="ctr">
              <a:lnSpc>
                <a:spcPct val="100000"/>
              </a:lnSpc>
              <a:spcBef>
                <a:spcPts val="0"/>
              </a:spcBef>
              <a:spcAft>
                <a:spcPts val="0"/>
              </a:spcAft>
              <a:buSzPts val="5200"/>
              <a:buNone/>
              <a:defRPr sz="5200"/>
            </a:lvl5pPr>
            <a:lvl6pPr lvl="5" algn="ctr">
              <a:lnSpc>
                <a:spcPct val="100000"/>
              </a:lnSpc>
              <a:spcBef>
                <a:spcPts val="0"/>
              </a:spcBef>
              <a:spcAft>
                <a:spcPts val="0"/>
              </a:spcAft>
              <a:buSzPts val="5200"/>
              <a:buNone/>
              <a:defRPr sz="5200"/>
            </a:lvl6pPr>
            <a:lvl7pPr lvl="6" algn="ctr">
              <a:lnSpc>
                <a:spcPct val="100000"/>
              </a:lnSpc>
              <a:spcBef>
                <a:spcPts val="0"/>
              </a:spcBef>
              <a:spcAft>
                <a:spcPts val="0"/>
              </a:spcAft>
              <a:buSzPts val="5200"/>
              <a:buNone/>
              <a:defRPr sz="5200"/>
            </a:lvl7pPr>
            <a:lvl8pPr lvl="7" algn="ctr">
              <a:lnSpc>
                <a:spcPct val="100000"/>
              </a:lnSpc>
              <a:spcBef>
                <a:spcPts val="0"/>
              </a:spcBef>
              <a:spcAft>
                <a:spcPts val="0"/>
              </a:spcAft>
              <a:buSzPts val="5200"/>
              <a:buNone/>
              <a:defRPr sz="5200"/>
            </a:lvl8pPr>
            <a:lvl9pPr lvl="8" algn="ctr">
              <a:lnSpc>
                <a:spcPct val="100000"/>
              </a:lnSpc>
              <a:spcBef>
                <a:spcPts val="0"/>
              </a:spcBef>
              <a:spcAft>
                <a:spcPts val="0"/>
              </a:spcAft>
              <a:buSzPts val="5200"/>
              <a:buNone/>
              <a:defRPr sz="5200"/>
            </a:lvl9pPr>
          </a:lstStyle>
          <a:p/>
        </p:txBody>
      </p:sp>
      <p:sp>
        <p:nvSpPr>
          <p:cNvPr id="10" name="Google Shape;10;p58"/>
          <p:cNvSpPr txBox="1"/>
          <p:nvPr>
            <p:ph idx="1" type="subTitle"/>
          </p:nvPr>
        </p:nvSpPr>
        <p:spPr>
          <a:xfrm>
            <a:off x="722375" y="3504425"/>
            <a:ext cx="4161900" cy="444600"/>
          </a:xfrm>
          <a:prstGeom prst="rect">
            <a:avLst/>
          </a:prstGeom>
          <a:solidFill>
            <a:schemeClr val="dk1"/>
          </a:solidFill>
          <a:ln>
            <a:noFill/>
          </a:ln>
        </p:spPr>
        <p:txBody>
          <a:bodyPr anchorCtr="0" anchor="t" bIns="91425" lIns="91425" spcFirstLastPara="1" rIns="91425" wrap="square" tIns="91425">
            <a:noAutofit/>
          </a:bodyPr>
          <a:lstStyle>
            <a:lvl1pPr lvl="0" algn="ctr">
              <a:lnSpc>
                <a:spcPct val="100000"/>
              </a:lnSpc>
              <a:spcBef>
                <a:spcPts val="0"/>
              </a:spcBef>
              <a:spcAft>
                <a:spcPts val="0"/>
              </a:spcAft>
              <a:buSzPts val="1800"/>
              <a:buNone/>
              <a:defRPr sz="1400">
                <a:solidFill>
                  <a:schemeClr val="dk2"/>
                </a:solidFill>
              </a:defRPr>
            </a:lvl1pPr>
            <a:lvl2pPr lvl="1" algn="ctr">
              <a:lnSpc>
                <a:spcPct val="100000"/>
              </a:lnSpc>
              <a:spcBef>
                <a:spcPts val="0"/>
              </a:spcBef>
              <a:spcAft>
                <a:spcPts val="0"/>
              </a:spcAft>
              <a:buSzPts val="1800"/>
              <a:buNone/>
              <a:defRPr sz="1800"/>
            </a:lvl2pPr>
            <a:lvl3pPr lvl="2" algn="ctr">
              <a:lnSpc>
                <a:spcPct val="100000"/>
              </a:lnSpc>
              <a:spcBef>
                <a:spcPts val="0"/>
              </a:spcBef>
              <a:spcAft>
                <a:spcPts val="0"/>
              </a:spcAft>
              <a:buSzPts val="1800"/>
              <a:buNone/>
              <a:defRPr sz="1800"/>
            </a:lvl3pPr>
            <a:lvl4pPr lvl="3" algn="ctr">
              <a:lnSpc>
                <a:spcPct val="100000"/>
              </a:lnSpc>
              <a:spcBef>
                <a:spcPts val="0"/>
              </a:spcBef>
              <a:spcAft>
                <a:spcPts val="0"/>
              </a:spcAft>
              <a:buSzPts val="1800"/>
              <a:buNone/>
              <a:defRPr sz="1800"/>
            </a:lvl4pPr>
            <a:lvl5pPr lvl="4" algn="ctr">
              <a:lnSpc>
                <a:spcPct val="100000"/>
              </a:lnSpc>
              <a:spcBef>
                <a:spcPts val="0"/>
              </a:spcBef>
              <a:spcAft>
                <a:spcPts val="0"/>
              </a:spcAft>
              <a:buSzPts val="1800"/>
              <a:buNone/>
              <a:defRPr sz="1800"/>
            </a:lvl5pPr>
            <a:lvl6pPr lvl="5" algn="ctr">
              <a:lnSpc>
                <a:spcPct val="100000"/>
              </a:lnSpc>
              <a:spcBef>
                <a:spcPts val="0"/>
              </a:spcBef>
              <a:spcAft>
                <a:spcPts val="0"/>
              </a:spcAft>
              <a:buSzPts val="1800"/>
              <a:buNone/>
              <a:defRPr sz="1800"/>
            </a:lvl6pPr>
            <a:lvl7pPr lvl="6" algn="ctr">
              <a:lnSpc>
                <a:spcPct val="100000"/>
              </a:lnSpc>
              <a:spcBef>
                <a:spcPts val="0"/>
              </a:spcBef>
              <a:spcAft>
                <a:spcPts val="0"/>
              </a:spcAft>
              <a:buSzPts val="1800"/>
              <a:buNone/>
              <a:defRPr sz="1800"/>
            </a:lvl7pPr>
            <a:lvl8pPr lvl="7" algn="ctr">
              <a:lnSpc>
                <a:spcPct val="100000"/>
              </a:lnSpc>
              <a:spcBef>
                <a:spcPts val="0"/>
              </a:spcBef>
              <a:spcAft>
                <a:spcPts val="0"/>
              </a:spcAft>
              <a:buSzPts val="1800"/>
              <a:buNone/>
              <a:defRPr sz="1800"/>
            </a:lvl8pPr>
            <a:lvl9pPr lvl="8" algn="ctr">
              <a:lnSpc>
                <a:spcPct val="100000"/>
              </a:lnSpc>
              <a:spcBef>
                <a:spcPts val="0"/>
              </a:spcBef>
              <a:spcAft>
                <a:spcPts val="0"/>
              </a:spcAft>
              <a:buSzPts val="1800"/>
              <a:buNone/>
              <a:defRPr sz="1800"/>
            </a:lvl9pPr>
          </a:lstStyle>
          <a:p/>
        </p:txBody>
      </p:sp>
      <p:sp>
        <p:nvSpPr>
          <p:cNvPr id="11" name="Google Shape;11;p58"/>
          <p:cNvSpPr/>
          <p:nvPr>
            <p:ph idx="2" type="pic"/>
          </p:nvPr>
        </p:nvSpPr>
        <p:spPr>
          <a:xfrm>
            <a:off x="6183100" y="125"/>
            <a:ext cx="2344800" cy="5143500"/>
          </a:xfrm>
          <a:prstGeom prst="parallelogram">
            <a:avLst>
              <a:gd fmla="val 0" name="adj"/>
            </a:avLst>
          </a:prstGeom>
          <a:noFill/>
          <a:ln>
            <a:noFill/>
          </a:ln>
        </p:spPr>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able of contents">
  <p:cSld name="CUSTOM">
    <p:spTree>
      <p:nvGrpSpPr>
        <p:cNvPr id="12" name="Shape 12"/>
        <p:cNvGrpSpPr/>
        <p:nvPr/>
      </p:nvGrpSpPr>
      <p:grpSpPr>
        <a:xfrm>
          <a:off x="0" y="0"/>
          <a:ext cx="0" cy="0"/>
          <a:chOff x="0" y="0"/>
          <a:chExt cx="0" cy="0"/>
        </a:xfrm>
      </p:grpSpPr>
      <p:sp>
        <p:nvSpPr>
          <p:cNvPr id="13" name="Google Shape;13;p59"/>
          <p:cNvSpPr txBox="1"/>
          <p:nvPr>
            <p:ph type="title"/>
          </p:nvPr>
        </p:nvSpPr>
        <p:spPr>
          <a:xfrm>
            <a:off x="610450" y="383528"/>
            <a:ext cx="5121000" cy="572700"/>
          </a:xfrm>
          <a:prstGeom prst="rect">
            <a:avLst/>
          </a:prstGeom>
          <a:noFill/>
          <a:ln>
            <a:noFill/>
          </a:ln>
        </p:spPr>
        <p:txBody>
          <a:bodyPr anchorCtr="0" anchor="t" bIns="91425" lIns="91425" spcFirstLastPara="1" rIns="91425" wrap="square" tIns="91425">
            <a:noAutofit/>
          </a:bodyPr>
          <a:lstStyle>
            <a:lvl1pPr lvl="0" algn="ctr">
              <a:lnSpc>
                <a:spcPct val="100000"/>
              </a:lnSpc>
              <a:spcBef>
                <a:spcPts val="0"/>
              </a:spcBef>
              <a:spcAft>
                <a:spcPts val="0"/>
              </a:spcAft>
              <a:buClr>
                <a:schemeClr val="dk1"/>
              </a:buClr>
              <a:buSzPts val="2800"/>
              <a:buNone/>
              <a:defRPr sz="3000"/>
            </a:lvl1pPr>
            <a:lvl2pPr lvl="1" algn="l">
              <a:lnSpc>
                <a:spcPct val="100000"/>
              </a:lnSpc>
              <a:spcBef>
                <a:spcPts val="0"/>
              </a:spcBef>
              <a:spcAft>
                <a:spcPts val="0"/>
              </a:spcAft>
              <a:buClr>
                <a:schemeClr val="dk1"/>
              </a:buClr>
              <a:buSzPts val="2800"/>
              <a:buNone/>
              <a:defRPr sz="2800">
                <a:solidFill>
                  <a:schemeClr val="dk1"/>
                </a:solidFill>
              </a:defRPr>
            </a:lvl2pPr>
            <a:lvl3pPr lvl="2" algn="l">
              <a:lnSpc>
                <a:spcPct val="100000"/>
              </a:lnSpc>
              <a:spcBef>
                <a:spcPts val="0"/>
              </a:spcBef>
              <a:spcAft>
                <a:spcPts val="0"/>
              </a:spcAft>
              <a:buClr>
                <a:schemeClr val="dk1"/>
              </a:buClr>
              <a:buSzPts val="2800"/>
              <a:buNone/>
              <a:defRPr sz="2800">
                <a:solidFill>
                  <a:schemeClr val="dk1"/>
                </a:solidFill>
              </a:defRPr>
            </a:lvl3pPr>
            <a:lvl4pPr lvl="3" algn="l">
              <a:lnSpc>
                <a:spcPct val="100000"/>
              </a:lnSpc>
              <a:spcBef>
                <a:spcPts val="0"/>
              </a:spcBef>
              <a:spcAft>
                <a:spcPts val="0"/>
              </a:spcAft>
              <a:buClr>
                <a:schemeClr val="dk1"/>
              </a:buClr>
              <a:buSzPts val="2800"/>
              <a:buNone/>
              <a:defRPr sz="2800">
                <a:solidFill>
                  <a:schemeClr val="dk1"/>
                </a:solidFill>
              </a:defRPr>
            </a:lvl4pPr>
            <a:lvl5pPr lvl="4" algn="l">
              <a:lnSpc>
                <a:spcPct val="100000"/>
              </a:lnSpc>
              <a:spcBef>
                <a:spcPts val="0"/>
              </a:spcBef>
              <a:spcAft>
                <a:spcPts val="0"/>
              </a:spcAft>
              <a:buClr>
                <a:schemeClr val="dk1"/>
              </a:buClr>
              <a:buSzPts val="2800"/>
              <a:buNone/>
              <a:defRPr sz="2800">
                <a:solidFill>
                  <a:schemeClr val="dk1"/>
                </a:solidFill>
              </a:defRPr>
            </a:lvl5pPr>
            <a:lvl6pPr lvl="5" algn="l">
              <a:lnSpc>
                <a:spcPct val="100000"/>
              </a:lnSpc>
              <a:spcBef>
                <a:spcPts val="0"/>
              </a:spcBef>
              <a:spcAft>
                <a:spcPts val="0"/>
              </a:spcAft>
              <a:buClr>
                <a:schemeClr val="dk1"/>
              </a:buClr>
              <a:buSzPts val="2800"/>
              <a:buNone/>
              <a:defRPr sz="2800">
                <a:solidFill>
                  <a:schemeClr val="dk1"/>
                </a:solidFill>
              </a:defRPr>
            </a:lvl6pPr>
            <a:lvl7pPr lvl="6" algn="l">
              <a:lnSpc>
                <a:spcPct val="100000"/>
              </a:lnSpc>
              <a:spcBef>
                <a:spcPts val="0"/>
              </a:spcBef>
              <a:spcAft>
                <a:spcPts val="0"/>
              </a:spcAft>
              <a:buClr>
                <a:schemeClr val="dk1"/>
              </a:buClr>
              <a:buSzPts val="2800"/>
              <a:buNone/>
              <a:defRPr sz="2800">
                <a:solidFill>
                  <a:schemeClr val="dk1"/>
                </a:solidFill>
              </a:defRPr>
            </a:lvl7pPr>
            <a:lvl8pPr lvl="7" algn="l">
              <a:lnSpc>
                <a:spcPct val="100000"/>
              </a:lnSpc>
              <a:spcBef>
                <a:spcPts val="0"/>
              </a:spcBef>
              <a:spcAft>
                <a:spcPts val="0"/>
              </a:spcAft>
              <a:buClr>
                <a:schemeClr val="dk1"/>
              </a:buClr>
              <a:buSzPts val="2800"/>
              <a:buNone/>
              <a:defRPr sz="2800">
                <a:solidFill>
                  <a:schemeClr val="dk1"/>
                </a:solidFill>
              </a:defRPr>
            </a:lvl8pPr>
            <a:lvl9pPr lvl="8" algn="l">
              <a:lnSpc>
                <a:spcPct val="100000"/>
              </a:lnSpc>
              <a:spcBef>
                <a:spcPts val="0"/>
              </a:spcBef>
              <a:spcAft>
                <a:spcPts val="0"/>
              </a:spcAft>
              <a:buClr>
                <a:schemeClr val="dk1"/>
              </a:buClr>
              <a:buSzPts val="2800"/>
              <a:buNone/>
              <a:defRPr sz="2800">
                <a:solidFill>
                  <a:schemeClr val="dk1"/>
                </a:solidFill>
              </a:defRPr>
            </a:lvl9pPr>
          </a:lstStyle>
          <a:p/>
        </p:txBody>
      </p:sp>
      <p:sp>
        <p:nvSpPr>
          <p:cNvPr id="14" name="Google Shape;14;p59"/>
          <p:cNvSpPr txBox="1"/>
          <p:nvPr>
            <p:ph idx="2" type="title"/>
          </p:nvPr>
        </p:nvSpPr>
        <p:spPr>
          <a:xfrm>
            <a:off x="1353720" y="1300700"/>
            <a:ext cx="804600" cy="801600"/>
          </a:xfrm>
          <a:prstGeom prst="rect">
            <a:avLst/>
          </a:prstGeom>
          <a:solidFill>
            <a:schemeClr val="dk1"/>
          </a:solidFill>
          <a:ln>
            <a:noFill/>
          </a:ln>
        </p:spPr>
        <p:txBody>
          <a:bodyPr anchorCtr="0" anchor="ctr" bIns="91425" lIns="91425" spcFirstLastPara="1" rIns="91425" wrap="square" tIns="91425">
            <a:noAutofit/>
          </a:bodyPr>
          <a:lstStyle>
            <a:lvl1pPr lvl="0" algn="ctr">
              <a:lnSpc>
                <a:spcPct val="100000"/>
              </a:lnSpc>
              <a:spcBef>
                <a:spcPts val="0"/>
              </a:spcBef>
              <a:spcAft>
                <a:spcPts val="0"/>
              </a:spcAft>
              <a:buSzPts val="2400"/>
              <a:buNone/>
              <a:defRPr b="0" sz="3000">
                <a:solidFill>
                  <a:schemeClr val="dk2"/>
                </a:solidFill>
              </a:defRPr>
            </a:lvl1pPr>
            <a:lvl2pPr lvl="1" algn="ctr">
              <a:lnSpc>
                <a:spcPct val="100000"/>
              </a:lnSpc>
              <a:spcBef>
                <a:spcPts val="0"/>
              </a:spcBef>
              <a:spcAft>
                <a:spcPts val="0"/>
              </a:spcAft>
              <a:buSzPts val="2400"/>
              <a:buNone/>
              <a:defRPr sz="2400"/>
            </a:lvl2pPr>
            <a:lvl3pPr lvl="2" algn="ctr">
              <a:lnSpc>
                <a:spcPct val="100000"/>
              </a:lnSpc>
              <a:spcBef>
                <a:spcPts val="0"/>
              </a:spcBef>
              <a:spcAft>
                <a:spcPts val="0"/>
              </a:spcAft>
              <a:buSzPts val="2400"/>
              <a:buNone/>
              <a:defRPr sz="2400"/>
            </a:lvl3pPr>
            <a:lvl4pPr lvl="3" algn="ctr">
              <a:lnSpc>
                <a:spcPct val="100000"/>
              </a:lnSpc>
              <a:spcBef>
                <a:spcPts val="0"/>
              </a:spcBef>
              <a:spcAft>
                <a:spcPts val="0"/>
              </a:spcAft>
              <a:buSzPts val="2400"/>
              <a:buNone/>
              <a:defRPr sz="2400"/>
            </a:lvl4pPr>
            <a:lvl5pPr lvl="4" algn="ctr">
              <a:lnSpc>
                <a:spcPct val="100000"/>
              </a:lnSpc>
              <a:spcBef>
                <a:spcPts val="0"/>
              </a:spcBef>
              <a:spcAft>
                <a:spcPts val="0"/>
              </a:spcAft>
              <a:buSzPts val="2400"/>
              <a:buNone/>
              <a:defRPr sz="2400"/>
            </a:lvl5pPr>
            <a:lvl6pPr lvl="5" algn="ctr">
              <a:lnSpc>
                <a:spcPct val="100000"/>
              </a:lnSpc>
              <a:spcBef>
                <a:spcPts val="0"/>
              </a:spcBef>
              <a:spcAft>
                <a:spcPts val="0"/>
              </a:spcAft>
              <a:buSzPts val="2400"/>
              <a:buNone/>
              <a:defRPr sz="2400"/>
            </a:lvl6pPr>
            <a:lvl7pPr lvl="6" algn="ctr">
              <a:lnSpc>
                <a:spcPct val="100000"/>
              </a:lnSpc>
              <a:spcBef>
                <a:spcPts val="0"/>
              </a:spcBef>
              <a:spcAft>
                <a:spcPts val="0"/>
              </a:spcAft>
              <a:buSzPts val="2400"/>
              <a:buNone/>
              <a:defRPr sz="2400"/>
            </a:lvl7pPr>
            <a:lvl8pPr lvl="7" algn="ctr">
              <a:lnSpc>
                <a:spcPct val="100000"/>
              </a:lnSpc>
              <a:spcBef>
                <a:spcPts val="0"/>
              </a:spcBef>
              <a:spcAft>
                <a:spcPts val="0"/>
              </a:spcAft>
              <a:buSzPts val="2400"/>
              <a:buNone/>
              <a:defRPr sz="2400"/>
            </a:lvl8pPr>
            <a:lvl9pPr lvl="8" algn="ctr">
              <a:lnSpc>
                <a:spcPct val="100000"/>
              </a:lnSpc>
              <a:spcBef>
                <a:spcPts val="0"/>
              </a:spcBef>
              <a:spcAft>
                <a:spcPts val="0"/>
              </a:spcAft>
              <a:buSzPts val="2400"/>
              <a:buNone/>
              <a:defRPr sz="2400"/>
            </a:lvl9pPr>
          </a:lstStyle>
          <a:p/>
        </p:txBody>
      </p:sp>
      <p:sp>
        <p:nvSpPr>
          <p:cNvPr id="15" name="Google Shape;15;p59"/>
          <p:cNvSpPr txBox="1"/>
          <p:nvPr>
            <p:ph idx="3" type="title"/>
          </p:nvPr>
        </p:nvSpPr>
        <p:spPr>
          <a:xfrm>
            <a:off x="4183600" y="1300700"/>
            <a:ext cx="804600" cy="801600"/>
          </a:xfrm>
          <a:prstGeom prst="rect">
            <a:avLst/>
          </a:prstGeom>
          <a:solidFill>
            <a:schemeClr val="dk1"/>
          </a:solidFill>
          <a:ln>
            <a:noFill/>
          </a:ln>
        </p:spPr>
        <p:txBody>
          <a:bodyPr anchorCtr="0" anchor="ctr" bIns="91425" lIns="91425" spcFirstLastPara="1" rIns="91425" wrap="square" tIns="91425">
            <a:noAutofit/>
          </a:bodyPr>
          <a:lstStyle>
            <a:lvl1pPr lvl="0" algn="ctr">
              <a:lnSpc>
                <a:spcPct val="100000"/>
              </a:lnSpc>
              <a:spcBef>
                <a:spcPts val="0"/>
              </a:spcBef>
              <a:spcAft>
                <a:spcPts val="0"/>
              </a:spcAft>
              <a:buSzPts val="2400"/>
              <a:buNone/>
              <a:defRPr b="0" sz="3000">
                <a:solidFill>
                  <a:schemeClr val="dk2"/>
                </a:solidFill>
              </a:defRPr>
            </a:lvl1pPr>
            <a:lvl2pPr lvl="1" algn="ctr">
              <a:lnSpc>
                <a:spcPct val="100000"/>
              </a:lnSpc>
              <a:spcBef>
                <a:spcPts val="0"/>
              </a:spcBef>
              <a:spcAft>
                <a:spcPts val="0"/>
              </a:spcAft>
              <a:buSzPts val="2400"/>
              <a:buNone/>
              <a:defRPr sz="2400"/>
            </a:lvl2pPr>
            <a:lvl3pPr lvl="2" algn="ctr">
              <a:lnSpc>
                <a:spcPct val="100000"/>
              </a:lnSpc>
              <a:spcBef>
                <a:spcPts val="0"/>
              </a:spcBef>
              <a:spcAft>
                <a:spcPts val="0"/>
              </a:spcAft>
              <a:buSzPts val="2400"/>
              <a:buNone/>
              <a:defRPr sz="2400"/>
            </a:lvl3pPr>
            <a:lvl4pPr lvl="3" algn="ctr">
              <a:lnSpc>
                <a:spcPct val="100000"/>
              </a:lnSpc>
              <a:spcBef>
                <a:spcPts val="0"/>
              </a:spcBef>
              <a:spcAft>
                <a:spcPts val="0"/>
              </a:spcAft>
              <a:buSzPts val="2400"/>
              <a:buNone/>
              <a:defRPr sz="2400"/>
            </a:lvl4pPr>
            <a:lvl5pPr lvl="4" algn="ctr">
              <a:lnSpc>
                <a:spcPct val="100000"/>
              </a:lnSpc>
              <a:spcBef>
                <a:spcPts val="0"/>
              </a:spcBef>
              <a:spcAft>
                <a:spcPts val="0"/>
              </a:spcAft>
              <a:buSzPts val="2400"/>
              <a:buNone/>
              <a:defRPr sz="2400"/>
            </a:lvl5pPr>
            <a:lvl6pPr lvl="5" algn="ctr">
              <a:lnSpc>
                <a:spcPct val="100000"/>
              </a:lnSpc>
              <a:spcBef>
                <a:spcPts val="0"/>
              </a:spcBef>
              <a:spcAft>
                <a:spcPts val="0"/>
              </a:spcAft>
              <a:buSzPts val="2400"/>
              <a:buNone/>
              <a:defRPr sz="2400"/>
            </a:lvl6pPr>
            <a:lvl7pPr lvl="6" algn="ctr">
              <a:lnSpc>
                <a:spcPct val="100000"/>
              </a:lnSpc>
              <a:spcBef>
                <a:spcPts val="0"/>
              </a:spcBef>
              <a:spcAft>
                <a:spcPts val="0"/>
              </a:spcAft>
              <a:buSzPts val="2400"/>
              <a:buNone/>
              <a:defRPr sz="2400"/>
            </a:lvl7pPr>
            <a:lvl8pPr lvl="7" algn="ctr">
              <a:lnSpc>
                <a:spcPct val="100000"/>
              </a:lnSpc>
              <a:spcBef>
                <a:spcPts val="0"/>
              </a:spcBef>
              <a:spcAft>
                <a:spcPts val="0"/>
              </a:spcAft>
              <a:buSzPts val="2400"/>
              <a:buNone/>
              <a:defRPr sz="2400"/>
            </a:lvl8pPr>
            <a:lvl9pPr lvl="8" algn="ctr">
              <a:lnSpc>
                <a:spcPct val="100000"/>
              </a:lnSpc>
              <a:spcBef>
                <a:spcPts val="0"/>
              </a:spcBef>
              <a:spcAft>
                <a:spcPts val="0"/>
              </a:spcAft>
              <a:buSzPts val="2400"/>
              <a:buNone/>
              <a:defRPr sz="2400"/>
            </a:lvl9pPr>
          </a:lstStyle>
          <a:p/>
        </p:txBody>
      </p:sp>
      <p:sp>
        <p:nvSpPr>
          <p:cNvPr id="16" name="Google Shape;16;p59"/>
          <p:cNvSpPr txBox="1"/>
          <p:nvPr>
            <p:ph idx="4" type="title"/>
          </p:nvPr>
        </p:nvSpPr>
        <p:spPr>
          <a:xfrm>
            <a:off x="1353720" y="3047028"/>
            <a:ext cx="804600" cy="801600"/>
          </a:xfrm>
          <a:prstGeom prst="rect">
            <a:avLst/>
          </a:prstGeom>
          <a:solidFill>
            <a:schemeClr val="dk1"/>
          </a:solidFill>
          <a:ln>
            <a:noFill/>
          </a:ln>
        </p:spPr>
        <p:txBody>
          <a:bodyPr anchorCtr="0" anchor="ctr" bIns="91425" lIns="91425" spcFirstLastPara="1" rIns="91425" wrap="square" tIns="91425">
            <a:noAutofit/>
          </a:bodyPr>
          <a:lstStyle>
            <a:lvl1pPr lvl="0" algn="ctr">
              <a:lnSpc>
                <a:spcPct val="100000"/>
              </a:lnSpc>
              <a:spcBef>
                <a:spcPts val="0"/>
              </a:spcBef>
              <a:spcAft>
                <a:spcPts val="0"/>
              </a:spcAft>
              <a:buSzPts val="2400"/>
              <a:buNone/>
              <a:defRPr b="0" sz="3000">
                <a:solidFill>
                  <a:schemeClr val="dk2"/>
                </a:solidFill>
              </a:defRPr>
            </a:lvl1pPr>
            <a:lvl2pPr lvl="1" algn="ctr">
              <a:lnSpc>
                <a:spcPct val="100000"/>
              </a:lnSpc>
              <a:spcBef>
                <a:spcPts val="0"/>
              </a:spcBef>
              <a:spcAft>
                <a:spcPts val="0"/>
              </a:spcAft>
              <a:buSzPts val="2400"/>
              <a:buNone/>
              <a:defRPr sz="2400"/>
            </a:lvl2pPr>
            <a:lvl3pPr lvl="2" algn="ctr">
              <a:lnSpc>
                <a:spcPct val="100000"/>
              </a:lnSpc>
              <a:spcBef>
                <a:spcPts val="0"/>
              </a:spcBef>
              <a:spcAft>
                <a:spcPts val="0"/>
              </a:spcAft>
              <a:buSzPts val="2400"/>
              <a:buNone/>
              <a:defRPr sz="2400"/>
            </a:lvl3pPr>
            <a:lvl4pPr lvl="3" algn="ctr">
              <a:lnSpc>
                <a:spcPct val="100000"/>
              </a:lnSpc>
              <a:spcBef>
                <a:spcPts val="0"/>
              </a:spcBef>
              <a:spcAft>
                <a:spcPts val="0"/>
              </a:spcAft>
              <a:buSzPts val="2400"/>
              <a:buNone/>
              <a:defRPr sz="2400"/>
            </a:lvl4pPr>
            <a:lvl5pPr lvl="4" algn="ctr">
              <a:lnSpc>
                <a:spcPct val="100000"/>
              </a:lnSpc>
              <a:spcBef>
                <a:spcPts val="0"/>
              </a:spcBef>
              <a:spcAft>
                <a:spcPts val="0"/>
              </a:spcAft>
              <a:buSzPts val="2400"/>
              <a:buNone/>
              <a:defRPr sz="2400"/>
            </a:lvl5pPr>
            <a:lvl6pPr lvl="5" algn="ctr">
              <a:lnSpc>
                <a:spcPct val="100000"/>
              </a:lnSpc>
              <a:spcBef>
                <a:spcPts val="0"/>
              </a:spcBef>
              <a:spcAft>
                <a:spcPts val="0"/>
              </a:spcAft>
              <a:buSzPts val="2400"/>
              <a:buNone/>
              <a:defRPr sz="2400"/>
            </a:lvl6pPr>
            <a:lvl7pPr lvl="6" algn="ctr">
              <a:lnSpc>
                <a:spcPct val="100000"/>
              </a:lnSpc>
              <a:spcBef>
                <a:spcPts val="0"/>
              </a:spcBef>
              <a:spcAft>
                <a:spcPts val="0"/>
              </a:spcAft>
              <a:buSzPts val="2400"/>
              <a:buNone/>
              <a:defRPr sz="2400"/>
            </a:lvl7pPr>
            <a:lvl8pPr lvl="7" algn="ctr">
              <a:lnSpc>
                <a:spcPct val="100000"/>
              </a:lnSpc>
              <a:spcBef>
                <a:spcPts val="0"/>
              </a:spcBef>
              <a:spcAft>
                <a:spcPts val="0"/>
              </a:spcAft>
              <a:buSzPts val="2400"/>
              <a:buNone/>
              <a:defRPr sz="2400"/>
            </a:lvl8pPr>
            <a:lvl9pPr lvl="8" algn="ctr">
              <a:lnSpc>
                <a:spcPct val="100000"/>
              </a:lnSpc>
              <a:spcBef>
                <a:spcPts val="0"/>
              </a:spcBef>
              <a:spcAft>
                <a:spcPts val="0"/>
              </a:spcAft>
              <a:buSzPts val="2400"/>
              <a:buNone/>
              <a:defRPr sz="2400"/>
            </a:lvl9pPr>
          </a:lstStyle>
          <a:p/>
        </p:txBody>
      </p:sp>
      <p:sp>
        <p:nvSpPr>
          <p:cNvPr id="17" name="Google Shape;17;p59"/>
          <p:cNvSpPr txBox="1"/>
          <p:nvPr>
            <p:ph idx="5" type="title"/>
          </p:nvPr>
        </p:nvSpPr>
        <p:spPr>
          <a:xfrm>
            <a:off x="4183600" y="3047036"/>
            <a:ext cx="804600" cy="801600"/>
          </a:xfrm>
          <a:prstGeom prst="rect">
            <a:avLst/>
          </a:prstGeom>
          <a:solidFill>
            <a:schemeClr val="dk1"/>
          </a:solidFill>
          <a:ln>
            <a:noFill/>
          </a:ln>
        </p:spPr>
        <p:txBody>
          <a:bodyPr anchorCtr="0" anchor="ctr" bIns="91425" lIns="91425" spcFirstLastPara="1" rIns="91425" wrap="square" tIns="91425">
            <a:noAutofit/>
          </a:bodyPr>
          <a:lstStyle>
            <a:lvl1pPr lvl="0" algn="ctr">
              <a:lnSpc>
                <a:spcPct val="100000"/>
              </a:lnSpc>
              <a:spcBef>
                <a:spcPts val="0"/>
              </a:spcBef>
              <a:spcAft>
                <a:spcPts val="0"/>
              </a:spcAft>
              <a:buSzPts val="2400"/>
              <a:buNone/>
              <a:defRPr b="0" sz="3000">
                <a:solidFill>
                  <a:schemeClr val="dk2"/>
                </a:solidFill>
              </a:defRPr>
            </a:lvl1pPr>
            <a:lvl2pPr lvl="1" algn="ctr">
              <a:lnSpc>
                <a:spcPct val="100000"/>
              </a:lnSpc>
              <a:spcBef>
                <a:spcPts val="0"/>
              </a:spcBef>
              <a:spcAft>
                <a:spcPts val="0"/>
              </a:spcAft>
              <a:buSzPts val="2400"/>
              <a:buNone/>
              <a:defRPr sz="2400"/>
            </a:lvl2pPr>
            <a:lvl3pPr lvl="2" algn="ctr">
              <a:lnSpc>
                <a:spcPct val="100000"/>
              </a:lnSpc>
              <a:spcBef>
                <a:spcPts val="0"/>
              </a:spcBef>
              <a:spcAft>
                <a:spcPts val="0"/>
              </a:spcAft>
              <a:buSzPts val="2400"/>
              <a:buNone/>
              <a:defRPr sz="2400"/>
            </a:lvl3pPr>
            <a:lvl4pPr lvl="3" algn="ctr">
              <a:lnSpc>
                <a:spcPct val="100000"/>
              </a:lnSpc>
              <a:spcBef>
                <a:spcPts val="0"/>
              </a:spcBef>
              <a:spcAft>
                <a:spcPts val="0"/>
              </a:spcAft>
              <a:buSzPts val="2400"/>
              <a:buNone/>
              <a:defRPr sz="2400"/>
            </a:lvl4pPr>
            <a:lvl5pPr lvl="4" algn="ctr">
              <a:lnSpc>
                <a:spcPct val="100000"/>
              </a:lnSpc>
              <a:spcBef>
                <a:spcPts val="0"/>
              </a:spcBef>
              <a:spcAft>
                <a:spcPts val="0"/>
              </a:spcAft>
              <a:buSzPts val="2400"/>
              <a:buNone/>
              <a:defRPr sz="2400"/>
            </a:lvl5pPr>
            <a:lvl6pPr lvl="5" algn="ctr">
              <a:lnSpc>
                <a:spcPct val="100000"/>
              </a:lnSpc>
              <a:spcBef>
                <a:spcPts val="0"/>
              </a:spcBef>
              <a:spcAft>
                <a:spcPts val="0"/>
              </a:spcAft>
              <a:buSzPts val="2400"/>
              <a:buNone/>
              <a:defRPr sz="2400"/>
            </a:lvl6pPr>
            <a:lvl7pPr lvl="6" algn="ctr">
              <a:lnSpc>
                <a:spcPct val="100000"/>
              </a:lnSpc>
              <a:spcBef>
                <a:spcPts val="0"/>
              </a:spcBef>
              <a:spcAft>
                <a:spcPts val="0"/>
              </a:spcAft>
              <a:buSzPts val="2400"/>
              <a:buNone/>
              <a:defRPr sz="2400"/>
            </a:lvl7pPr>
            <a:lvl8pPr lvl="7" algn="ctr">
              <a:lnSpc>
                <a:spcPct val="100000"/>
              </a:lnSpc>
              <a:spcBef>
                <a:spcPts val="0"/>
              </a:spcBef>
              <a:spcAft>
                <a:spcPts val="0"/>
              </a:spcAft>
              <a:buSzPts val="2400"/>
              <a:buNone/>
              <a:defRPr sz="2400"/>
            </a:lvl8pPr>
            <a:lvl9pPr lvl="8" algn="ctr">
              <a:lnSpc>
                <a:spcPct val="100000"/>
              </a:lnSpc>
              <a:spcBef>
                <a:spcPts val="0"/>
              </a:spcBef>
              <a:spcAft>
                <a:spcPts val="0"/>
              </a:spcAft>
              <a:buSzPts val="2400"/>
              <a:buNone/>
              <a:defRPr sz="2400"/>
            </a:lvl9pPr>
          </a:lstStyle>
          <a:p/>
        </p:txBody>
      </p:sp>
      <p:sp>
        <p:nvSpPr>
          <p:cNvPr id="18" name="Google Shape;18;p59"/>
          <p:cNvSpPr txBox="1"/>
          <p:nvPr>
            <p:ph idx="1" type="subTitle"/>
          </p:nvPr>
        </p:nvSpPr>
        <p:spPr>
          <a:xfrm>
            <a:off x="957420" y="2147375"/>
            <a:ext cx="1597200" cy="651600"/>
          </a:xfrm>
          <a:prstGeom prst="rect">
            <a:avLst/>
          </a:prstGeom>
          <a:noFill/>
          <a:ln>
            <a:noFill/>
          </a:ln>
        </p:spPr>
        <p:txBody>
          <a:bodyPr anchorCtr="0" anchor="t" bIns="91425" lIns="91425" spcFirstLastPara="1" rIns="91425" wrap="square" tIns="91425">
            <a:noAutofit/>
          </a:bodyPr>
          <a:lstStyle>
            <a:lvl1pPr lvl="0" algn="ctr">
              <a:lnSpc>
                <a:spcPct val="100000"/>
              </a:lnSpc>
              <a:spcBef>
                <a:spcPts val="0"/>
              </a:spcBef>
              <a:spcAft>
                <a:spcPts val="0"/>
              </a:spcAft>
              <a:buSzPts val="1200"/>
              <a:buNone/>
              <a:defRPr sz="1800">
                <a:latin typeface="Kanit SemiBold"/>
                <a:ea typeface="Kanit SemiBold"/>
                <a:cs typeface="Kanit SemiBold"/>
                <a:sym typeface="Kanit SemiBold"/>
              </a:defRPr>
            </a:lvl1pPr>
            <a:lvl2pPr lvl="1" algn="ctr">
              <a:lnSpc>
                <a:spcPct val="100000"/>
              </a:lnSpc>
              <a:spcBef>
                <a:spcPts val="0"/>
              </a:spcBef>
              <a:spcAft>
                <a:spcPts val="0"/>
              </a:spcAft>
              <a:buSzPts val="1200"/>
              <a:buNone/>
              <a:defRPr b="1"/>
            </a:lvl2pPr>
            <a:lvl3pPr lvl="2" algn="ctr">
              <a:lnSpc>
                <a:spcPct val="100000"/>
              </a:lnSpc>
              <a:spcBef>
                <a:spcPts val="0"/>
              </a:spcBef>
              <a:spcAft>
                <a:spcPts val="0"/>
              </a:spcAft>
              <a:buSzPts val="1200"/>
              <a:buNone/>
              <a:defRPr b="1"/>
            </a:lvl3pPr>
            <a:lvl4pPr lvl="3" algn="ctr">
              <a:lnSpc>
                <a:spcPct val="100000"/>
              </a:lnSpc>
              <a:spcBef>
                <a:spcPts val="0"/>
              </a:spcBef>
              <a:spcAft>
                <a:spcPts val="0"/>
              </a:spcAft>
              <a:buSzPts val="1200"/>
              <a:buNone/>
              <a:defRPr b="1"/>
            </a:lvl4pPr>
            <a:lvl5pPr lvl="4" algn="ctr">
              <a:lnSpc>
                <a:spcPct val="100000"/>
              </a:lnSpc>
              <a:spcBef>
                <a:spcPts val="0"/>
              </a:spcBef>
              <a:spcAft>
                <a:spcPts val="0"/>
              </a:spcAft>
              <a:buSzPts val="1200"/>
              <a:buNone/>
              <a:defRPr b="1"/>
            </a:lvl5pPr>
            <a:lvl6pPr lvl="5" algn="ctr">
              <a:lnSpc>
                <a:spcPct val="100000"/>
              </a:lnSpc>
              <a:spcBef>
                <a:spcPts val="0"/>
              </a:spcBef>
              <a:spcAft>
                <a:spcPts val="0"/>
              </a:spcAft>
              <a:buSzPts val="1200"/>
              <a:buNone/>
              <a:defRPr b="1"/>
            </a:lvl6pPr>
            <a:lvl7pPr lvl="6" algn="ctr">
              <a:lnSpc>
                <a:spcPct val="100000"/>
              </a:lnSpc>
              <a:spcBef>
                <a:spcPts val="0"/>
              </a:spcBef>
              <a:spcAft>
                <a:spcPts val="0"/>
              </a:spcAft>
              <a:buSzPts val="1200"/>
              <a:buNone/>
              <a:defRPr b="1"/>
            </a:lvl7pPr>
            <a:lvl8pPr lvl="7" algn="ctr">
              <a:lnSpc>
                <a:spcPct val="100000"/>
              </a:lnSpc>
              <a:spcBef>
                <a:spcPts val="0"/>
              </a:spcBef>
              <a:spcAft>
                <a:spcPts val="0"/>
              </a:spcAft>
              <a:buSzPts val="1200"/>
              <a:buNone/>
              <a:defRPr b="1"/>
            </a:lvl8pPr>
            <a:lvl9pPr lvl="8" algn="ctr">
              <a:lnSpc>
                <a:spcPct val="100000"/>
              </a:lnSpc>
              <a:spcBef>
                <a:spcPts val="0"/>
              </a:spcBef>
              <a:spcAft>
                <a:spcPts val="0"/>
              </a:spcAft>
              <a:buSzPts val="1200"/>
              <a:buNone/>
              <a:defRPr b="1"/>
            </a:lvl9pPr>
          </a:lstStyle>
          <a:p/>
        </p:txBody>
      </p:sp>
      <p:sp>
        <p:nvSpPr>
          <p:cNvPr id="19" name="Google Shape;19;p59"/>
          <p:cNvSpPr txBox="1"/>
          <p:nvPr>
            <p:ph idx="6" type="subTitle"/>
          </p:nvPr>
        </p:nvSpPr>
        <p:spPr>
          <a:xfrm>
            <a:off x="3787300" y="2147375"/>
            <a:ext cx="1597200" cy="651600"/>
          </a:xfrm>
          <a:prstGeom prst="rect">
            <a:avLst/>
          </a:prstGeom>
          <a:noFill/>
          <a:ln>
            <a:noFill/>
          </a:ln>
        </p:spPr>
        <p:txBody>
          <a:bodyPr anchorCtr="0" anchor="t" bIns="91425" lIns="91425" spcFirstLastPara="1" rIns="91425" wrap="square" tIns="91425">
            <a:noAutofit/>
          </a:bodyPr>
          <a:lstStyle>
            <a:lvl1pPr lvl="0" algn="ctr">
              <a:lnSpc>
                <a:spcPct val="100000"/>
              </a:lnSpc>
              <a:spcBef>
                <a:spcPts val="0"/>
              </a:spcBef>
              <a:spcAft>
                <a:spcPts val="0"/>
              </a:spcAft>
              <a:buSzPts val="1200"/>
              <a:buNone/>
              <a:defRPr sz="1800">
                <a:latin typeface="Kanit SemiBold"/>
                <a:ea typeface="Kanit SemiBold"/>
                <a:cs typeface="Kanit SemiBold"/>
                <a:sym typeface="Kanit SemiBold"/>
              </a:defRPr>
            </a:lvl1pPr>
            <a:lvl2pPr lvl="1" algn="ctr">
              <a:lnSpc>
                <a:spcPct val="100000"/>
              </a:lnSpc>
              <a:spcBef>
                <a:spcPts val="0"/>
              </a:spcBef>
              <a:spcAft>
                <a:spcPts val="0"/>
              </a:spcAft>
              <a:buSzPts val="1200"/>
              <a:buNone/>
              <a:defRPr b="1"/>
            </a:lvl2pPr>
            <a:lvl3pPr lvl="2" algn="ctr">
              <a:lnSpc>
                <a:spcPct val="100000"/>
              </a:lnSpc>
              <a:spcBef>
                <a:spcPts val="0"/>
              </a:spcBef>
              <a:spcAft>
                <a:spcPts val="0"/>
              </a:spcAft>
              <a:buSzPts val="1200"/>
              <a:buNone/>
              <a:defRPr b="1"/>
            </a:lvl3pPr>
            <a:lvl4pPr lvl="3" algn="ctr">
              <a:lnSpc>
                <a:spcPct val="100000"/>
              </a:lnSpc>
              <a:spcBef>
                <a:spcPts val="0"/>
              </a:spcBef>
              <a:spcAft>
                <a:spcPts val="0"/>
              </a:spcAft>
              <a:buSzPts val="1200"/>
              <a:buNone/>
              <a:defRPr b="1"/>
            </a:lvl4pPr>
            <a:lvl5pPr lvl="4" algn="ctr">
              <a:lnSpc>
                <a:spcPct val="100000"/>
              </a:lnSpc>
              <a:spcBef>
                <a:spcPts val="0"/>
              </a:spcBef>
              <a:spcAft>
                <a:spcPts val="0"/>
              </a:spcAft>
              <a:buSzPts val="1200"/>
              <a:buNone/>
              <a:defRPr b="1"/>
            </a:lvl5pPr>
            <a:lvl6pPr lvl="5" algn="ctr">
              <a:lnSpc>
                <a:spcPct val="100000"/>
              </a:lnSpc>
              <a:spcBef>
                <a:spcPts val="0"/>
              </a:spcBef>
              <a:spcAft>
                <a:spcPts val="0"/>
              </a:spcAft>
              <a:buSzPts val="1200"/>
              <a:buNone/>
              <a:defRPr b="1"/>
            </a:lvl6pPr>
            <a:lvl7pPr lvl="6" algn="ctr">
              <a:lnSpc>
                <a:spcPct val="100000"/>
              </a:lnSpc>
              <a:spcBef>
                <a:spcPts val="0"/>
              </a:spcBef>
              <a:spcAft>
                <a:spcPts val="0"/>
              </a:spcAft>
              <a:buSzPts val="1200"/>
              <a:buNone/>
              <a:defRPr b="1"/>
            </a:lvl7pPr>
            <a:lvl8pPr lvl="7" algn="ctr">
              <a:lnSpc>
                <a:spcPct val="100000"/>
              </a:lnSpc>
              <a:spcBef>
                <a:spcPts val="0"/>
              </a:spcBef>
              <a:spcAft>
                <a:spcPts val="0"/>
              </a:spcAft>
              <a:buSzPts val="1200"/>
              <a:buNone/>
              <a:defRPr b="1"/>
            </a:lvl8pPr>
            <a:lvl9pPr lvl="8" algn="ctr">
              <a:lnSpc>
                <a:spcPct val="100000"/>
              </a:lnSpc>
              <a:spcBef>
                <a:spcPts val="0"/>
              </a:spcBef>
              <a:spcAft>
                <a:spcPts val="0"/>
              </a:spcAft>
              <a:buSzPts val="1200"/>
              <a:buNone/>
              <a:defRPr b="1"/>
            </a:lvl9pPr>
          </a:lstStyle>
          <a:p/>
        </p:txBody>
      </p:sp>
      <p:sp>
        <p:nvSpPr>
          <p:cNvPr id="20" name="Google Shape;20;p59"/>
          <p:cNvSpPr txBox="1"/>
          <p:nvPr>
            <p:ph idx="7" type="subTitle"/>
          </p:nvPr>
        </p:nvSpPr>
        <p:spPr>
          <a:xfrm>
            <a:off x="957420" y="3893825"/>
            <a:ext cx="1597200" cy="651600"/>
          </a:xfrm>
          <a:prstGeom prst="rect">
            <a:avLst/>
          </a:prstGeom>
          <a:noFill/>
          <a:ln>
            <a:noFill/>
          </a:ln>
        </p:spPr>
        <p:txBody>
          <a:bodyPr anchorCtr="0" anchor="t" bIns="91425" lIns="91425" spcFirstLastPara="1" rIns="91425" wrap="square" tIns="91425">
            <a:noAutofit/>
          </a:bodyPr>
          <a:lstStyle>
            <a:lvl1pPr lvl="0" algn="ctr">
              <a:lnSpc>
                <a:spcPct val="100000"/>
              </a:lnSpc>
              <a:spcBef>
                <a:spcPts val="0"/>
              </a:spcBef>
              <a:spcAft>
                <a:spcPts val="0"/>
              </a:spcAft>
              <a:buSzPts val="1200"/>
              <a:buNone/>
              <a:defRPr sz="1800">
                <a:latin typeface="Kanit SemiBold"/>
                <a:ea typeface="Kanit SemiBold"/>
                <a:cs typeface="Kanit SemiBold"/>
                <a:sym typeface="Kanit SemiBold"/>
              </a:defRPr>
            </a:lvl1pPr>
            <a:lvl2pPr lvl="1" algn="ctr">
              <a:lnSpc>
                <a:spcPct val="100000"/>
              </a:lnSpc>
              <a:spcBef>
                <a:spcPts val="0"/>
              </a:spcBef>
              <a:spcAft>
                <a:spcPts val="0"/>
              </a:spcAft>
              <a:buSzPts val="1200"/>
              <a:buNone/>
              <a:defRPr b="1"/>
            </a:lvl2pPr>
            <a:lvl3pPr lvl="2" algn="ctr">
              <a:lnSpc>
                <a:spcPct val="100000"/>
              </a:lnSpc>
              <a:spcBef>
                <a:spcPts val="0"/>
              </a:spcBef>
              <a:spcAft>
                <a:spcPts val="0"/>
              </a:spcAft>
              <a:buSzPts val="1200"/>
              <a:buNone/>
              <a:defRPr b="1"/>
            </a:lvl3pPr>
            <a:lvl4pPr lvl="3" algn="ctr">
              <a:lnSpc>
                <a:spcPct val="100000"/>
              </a:lnSpc>
              <a:spcBef>
                <a:spcPts val="0"/>
              </a:spcBef>
              <a:spcAft>
                <a:spcPts val="0"/>
              </a:spcAft>
              <a:buSzPts val="1200"/>
              <a:buNone/>
              <a:defRPr b="1"/>
            </a:lvl4pPr>
            <a:lvl5pPr lvl="4" algn="ctr">
              <a:lnSpc>
                <a:spcPct val="100000"/>
              </a:lnSpc>
              <a:spcBef>
                <a:spcPts val="0"/>
              </a:spcBef>
              <a:spcAft>
                <a:spcPts val="0"/>
              </a:spcAft>
              <a:buSzPts val="1200"/>
              <a:buNone/>
              <a:defRPr b="1"/>
            </a:lvl5pPr>
            <a:lvl6pPr lvl="5" algn="ctr">
              <a:lnSpc>
                <a:spcPct val="100000"/>
              </a:lnSpc>
              <a:spcBef>
                <a:spcPts val="0"/>
              </a:spcBef>
              <a:spcAft>
                <a:spcPts val="0"/>
              </a:spcAft>
              <a:buSzPts val="1200"/>
              <a:buNone/>
              <a:defRPr b="1"/>
            </a:lvl6pPr>
            <a:lvl7pPr lvl="6" algn="ctr">
              <a:lnSpc>
                <a:spcPct val="100000"/>
              </a:lnSpc>
              <a:spcBef>
                <a:spcPts val="0"/>
              </a:spcBef>
              <a:spcAft>
                <a:spcPts val="0"/>
              </a:spcAft>
              <a:buSzPts val="1200"/>
              <a:buNone/>
              <a:defRPr b="1"/>
            </a:lvl7pPr>
            <a:lvl8pPr lvl="7" algn="ctr">
              <a:lnSpc>
                <a:spcPct val="100000"/>
              </a:lnSpc>
              <a:spcBef>
                <a:spcPts val="0"/>
              </a:spcBef>
              <a:spcAft>
                <a:spcPts val="0"/>
              </a:spcAft>
              <a:buSzPts val="1200"/>
              <a:buNone/>
              <a:defRPr b="1"/>
            </a:lvl8pPr>
            <a:lvl9pPr lvl="8" algn="ctr">
              <a:lnSpc>
                <a:spcPct val="100000"/>
              </a:lnSpc>
              <a:spcBef>
                <a:spcPts val="0"/>
              </a:spcBef>
              <a:spcAft>
                <a:spcPts val="0"/>
              </a:spcAft>
              <a:buSzPts val="1200"/>
              <a:buNone/>
              <a:defRPr b="1"/>
            </a:lvl9pPr>
          </a:lstStyle>
          <a:p/>
        </p:txBody>
      </p:sp>
      <p:sp>
        <p:nvSpPr>
          <p:cNvPr id="21" name="Google Shape;21;p59"/>
          <p:cNvSpPr txBox="1"/>
          <p:nvPr>
            <p:ph idx="8" type="subTitle"/>
          </p:nvPr>
        </p:nvSpPr>
        <p:spPr>
          <a:xfrm>
            <a:off x="3787300" y="3893826"/>
            <a:ext cx="1597200" cy="651600"/>
          </a:xfrm>
          <a:prstGeom prst="rect">
            <a:avLst/>
          </a:prstGeom>
          <a:noFill/>
          <a:ln>
            <a:noFill/>
          </a:ln>
        </p:spPr>
        <p:txBody>
          <a:bodyPr anchorCtr="0" anchor="t" bIns="91425" lIns="91425" spcFirstLastPara="1" rIns="91425" wrap="square" tIns="91425">
            <a:noAutofit/>
          </a:bodyPr>
          <a:lstStyle>
            <a:lvl1pPr lvl="0" algn="ctr">
              <a:lnSpc>
                <a:spcPct val="100000"/>
              </a:lnSpc>
              <a:spcBef>
                <a:spcPts val="0"/>
              </a:spcBef>
              <a:spcAft>
                <a:spcPts val="0"/>
              </a:spcAft>
              <a:buSzPts val="1200"/>
              <a:buNone/>
              <a:defRPr sz="1800">
                <a:latin typeface="Kanit SemiBold"/>
                <a:ea typeface="Kanit SemiBold"/>
                <a:cs typeface="Kanit SemiBold"/>
                <a:sym typeface="Kanit SemiBold"/>
              </a:defRPr>
            </a:lvl1pPr>
            <a:lvl2pPr lvl="1" algn="ctr">
              <a:lnSpc>
                <a:spcPct val="100000"/>
              </a:lnSpc>
              <a:spcBef>
                <a:spcPts val="0"/>
              </a:spcBef>
              <a:spcAft>
                <a:spcPts val="0"/>
              </a:spcAft>
              <a:buSzPts val="1200"/>
              <a:buNone/>
              <a:defRPr b="1"/>
            </a:lvl2pPr>
            <a:lvl3pPr lvl="2" algn="ctr">
              <a:lnSpc>
                <a:spcPct val="100000"/>
              </a:lnSpc>
              <a:spcBef>
                <a:spcPts val="0"/>
              </a:spcBef>
              <a:spcAft>
                <a:spcPts val="0"/>
              </a:spcAft>
              <a:buSzPts val="1200"/>
              <a:buNone/>
              <a:defRPr b="1"/>
            </a:lvl3pPr>
            <a:lvl4pPr lvl="3" algn="ctr">
              <a:lnSpc>
                <a:spcPct val="100000"/>
              </a:lnSpc>
              <a:spcBef>
                <a:spcPts val="0"/>
              </a:spcBef>
              <a:spcAft>
                <a:spcPts val="0"/>
              </a:spcAft>
              <a:buSzPts val="1200"/>
              <a:buNone/>
              <a:defRPr b="1"/>
            </a:lvl4pPr>
            <a:lvl5pPr lvl="4" algn="ctr">
              <a:lnSpc>
                <a:spcPct val="100000"/>
              </a:lnSpc>
              <a:spcBef>
                <a:spcPts val="0"/>
              </a:spcBef>
              <a:spcAft>
                <a:spcPts val="0"/>
              </a:spcAft>
              <a:buSzPts val="1200"/>
              <a:buNone/>
              <a:defRPr b="1"/>
            </a:lvl5pPr>
            <a:lvl6pPr lvl="5" algn="ctr">
              <a:lnSpc>
                <a:spcPct val="100000"/>
              </a:lnSpc>
              <a:spcBef>
                <a:spcPts val="0"/>
              </a:spcBef>
              <a:spcAft>
                <a:spcPts val="0"/>
              </a:spcAft>
              <a:buSzPts val="1200"/>
              <a:buNone/>
              <a:defRPr b="1"/>
            </a:lvl6pPr>
            <a:lvl7pPr lvl="6" algn="ctr">
              <a:lnSpc>
                <a:spcPct val="100000"/>
              </a:lnSpc>
              <a:spcBef>
                <a:spcPts val="0"/>
              </a:spcBef>
              <a:spcAft>
                <a:spcPts val="0"/>
              </a:spcAft>
              <a:buSzPts val="1200"/>
              <a:buNone/>
              <a:defRPr b="1"/>
            </a:lvl7pPr>
            <a:lvl8pPr lvl="7" algn="ctr">
              <a:lnSpc>
                <a:spcPct val="100000"/>
              </a:lnSpc>
              <a:spcBef>
                <a:spcPts val="0"/>
              </a:spcBef>
              <a:spcAft>
                <a:spcPts val="0"/>
              </a:spcAft>
              <a:buSzPts val="1200"/>
              <a:buNone/>
              <a:defRPr b="1"/>
            </a:lvl8pPr>
            <a:lvl9pPr lvl="8" algn="ctr">
              <a:lnSpc>
                <a:spcPct val="100000"/>
              </a:lnSpc>
              <a:spcBef>
                <a:spcPts val="0"/>
              </a:spcBef>
              <a:spcAft>
                <a:spcPts val="0"/>
              </a:spcAft>
              <a:buSzPts val="1200"/>
              <a:buNone/>
              <a:defRPr b="1"/>
            </a:lvl9pPr>
          </a:lstStyle>
          <a:p/>
        </p:txBody>
      </p:sp>
      <p:sp>
        <p:nvSpPr>
          <p:cNvPr id="22" name="Google Shape;22;p59"/>
          <p:cNvSpPr/>
          <p:nvPr>
            <p:ph idx="9" type="pic"/>
          </p:nvPr>
        </p:nvSpPr>
        <p:spPr>
          <a:xfrm>
            <a:off x="6330350" y="125"/>
            <a:ext cx="2344800" cy="5143500"/>
          </a:xfrm>
          <a:prstGeom prst="parallelogram">
            <a:avLst>
              <a:gd fmla="val 0" name="adj"/>
            </a:avLst>
          </a:prstGeom>
          <a:noFill/>
          <a:ln>
            <a:noFill/>
          </a:ln>
        </p:spPr>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23" name="Shape 23"/>
        <p:cNvGrpSpPr/>
        <p:nvPr/>
      </p:nvGrpSpPr>
      <p:grpSpPr>
        <a:xfrm>
          <a:off x="0" y="0"/>
          <a:ext cx="0" cy="0"/>
          <a:chOff x="0" y="0"/>
          <a:chExt cx="0" cy="0"/>
        </a:xfrm>
      </p:grpSpPr>
      <p:sp>
        <p:nvSpPr>
          <p:cNvPr id="24" name="Google Shape;24;p60"/>
          <p:cNvSpPr/>
          <p:nvPr>
            <p:ph idx="2" type="pic"/>
          </p:nvPr>
        </p:nvSpPr>
        <p:spPr>
          <a:xfrm>
            <a:off x="610450" y="0"/>
            <a:ext cx="2338200" cy="5143500"/>
          </a:xfrm>
          <a:prstGeom prst="rect">
            <a:avLst/>
          </a:prstGeom>
          <a:noFill/>
          <a:ln>
            <a:noFill/>
          </a:ln>
        </p:spPr>
      </p:sp>
      <p:sp>
        <p:nvSpPr>
          <p:cNvPr id="25" name="Google Shape;25;p60"/>
          <p:cNvSpPr txBox="1"/>
          <p:nvPr>
            <p:ph type="title"/>
          </p:nvPr>
        </p:nvSpPr>
        <p:spPr>
          <a:xfrm>
            <a:off x="4685400" y="2959400"/>
            <a:ext cx="3582900" cy="1644600"/>
          </a:xfrm>
          <a:prstGeom prst="rect">
            <a:avLst/>
          </a:prstGeom>
          <a:solidFill>
            <a:schemeClr val="dk2"/>
          </a:solidFill>
          <a:ln>
            <a:noFill/>
          </a:ln>
        </p:spPr>
        <p:txBody>
          <a:bodyPr anchorCtr="0" anchor="t" bIns="91425" lIns="91425" spcFirstLastPara="1" rIns="91425" wrap="square" tIns="91425">
            <a:noAutofit/>
          </a:bodyPr>
          <a:lstStyle>
            <a:lvl1pPr lvl="0" algn="r">
              <a:lnSpc>
                <a:spcPct val="100000"/>
              </a:lnSpc>
              <a:spcBef>
                <a:spcPts val="0"/>
              </a:spcBef>
              <a:spcAft>
                <a:spcPts val="0"/>
              </a:spcAft>
              <a:buSzPts val="3600"/>
              <a:buNone/>
              <a:defRPr sz="4500"/>
            </a:lvl1pPr>
            <a:lvl2pPr lvl="1" algn="ctr">
              <a:lnSpc>
                <a:spcPct val="100000"/>
              </a:lnSpc>
              <a:spcBef>
                <a:spcPts val="0"/>
              </a:spcBef>
              <a:spcAft>
                <a:spcPts val="0"/>
              </a:spcAft>
              <a:buSzPts val="3600"/>
              <a:buNone/>
              <a:defRPr sz="3600"/>
            </a:lvl2pPr>
            <a:lvl3pPr lvl="2" algn="ctr">
              <a:lnSpc>
                <a:spcPct val="100000"/>
              </a:lnSpc>
              <a:spcBef>
                <a:spcPts val="0"/>
              </a:spcBef>
              <a:spcAft>
                <a:spcPts val="0"/>
              </a:spcAft>
              <a:buSzPts val="3600"/>
              <a:buNone/>
              <a:defRPr sz="3600"/>
            </a:lvl3pPr>
            <a:lvl4pPr lvl="3" algn="ctr">
              <a:lnSpc>
                <a:spcPct val="100000"/>
              </a:lnSpc>
              <a:spcBef>
                <a:spcPts val="0"/>
              </a:spcBef>
              <a:spcAft>
                <a:spcPts val="0"/>
              </a:spcAft>
              <a:buSzPts val="3600"/>
              <a:buNone/>
              <a:defRPr sz="3600"/>
            </a:lvl4pPr>
            <a:lvl5pPr lvl="4" algn="ctr">
              <a:lnSpc>
                <a:spcPct val="100000"/>
              </a:lnSpc>
              <a:spcBef>
                <a:spcPts val="0"/>
              </a:spcBef>
              <a:spcAft>
                <a:spcPts val="0"/>
              </a:spcAft>
              <a:buSzPts val="3600"/>
              <a:buNone/>
              <a:defRPr sz="3600"/>
            </a:lvl5pPr>
            <a:lvl6pPr lvl="5" algn="ctr">
              <a:lnSpc>
                <a:spcPct val="100000"/>
              </a:lnSpc>
              <a:spcBef>
                <a:spcPts val="0"/>
              </a:spcBef>
              <a:spcAft>
                <a:spcPts val="0"/>
              </a:spcAft>
              <a:buSzPts val="3600"/>
              <a:buNone/>
              <a:defRPr sz="3600"/>
            </a:lvl6pPr>
            <a:lvl7pPr lvl="6" algn="ctr">
              <a:lnSpc>
                <a:spcPct val="100000"/>
              </a:lnSpc>
              <a:spcBef>
                <a:spcPts val="0"/>
              </a:spcBef>
              <a:spcAft>
                <a:spcPts val="0"/>
              </a:spcAft>
              <a:buSzPts val="3600"/>
              <a:buNone/>
              <a:defRPr sz="3600"/>
            </a:lvl7pPr>
            <a:lvl8pPr lvl="7" algn="ctr">
              <a:lnSpc>
                <a:spcPct val="100000"/>
              </a:lnSpc>
              <a:spcBef>
                <a:spcPts val="0"/>
              </a:spcBef>
              <a:spcAft>
                <a:spcPts val="0"/>
              </a:spcAft>
              <a:buSzPts val="3600"/>
              <a:buNone/>
              <a:defRPr sz="3600"/>
            </a:lvl8pPr>
            <a:lvl9pPr lvl="8" algn="ctr">
              <a:lnSpc>
                <a:spcPct val="100000"/>
              </a:lnSpc>
              <a:spcBef>
                <a:spcPts val="0"/>
              </a:spcBef>
              <a:spcAft>
                <a:spcPts val="0"/>
              </a:spcAft>
              <a:buSzPts val="3600"/>
              <a:buNone/>
              <a:defRPr sz="3600"/>
            </a:lvl9pPr>
          </a:lstStyle>
          <a:p/>
        </p:txBody>
      </p:sp>
      <p:sp>
        <p:nvSpPr>
          <p:cNvPr id="26" name="Google Shape;26;p60"/>
          <p:cNvSpPr txBox="1"/>
          <p:nvPr>
            <p:ph idx="3" type="title"/>
          </p:nvPr>
        </p:nvSpPr>
        <p:spPr>
          <a:xfrm>
            <a:off x="7008600" y="1601400"/>
            <a:ext cx="1259700" cy="1259700"/>
          </a:xfrm>
          <a:prstGeom prst="rect">
            <a:avLst/>
          </a:prstGeom>
          <a:solidFill>
            <a:schemeClr val="dk1"/>
          </a:solidFill>
          <a:ln>
            <a:noFill/>
          </a:ln>
        </p:spPr>
        <p:txBody>
          <a:bodyPr anchorCtr="0" anchor="ctr" bIns="91425" lIns="91425" spcFirstLastPara="1" rIns="91425" wrap="square" tIns="91425">
            <a:noAutofit/>
          </a:bodyPr>
          <a:lstStyle>
            <a:lvl1pPr lvl="0" algn="r">
              <a:lnSpc>
                <a:spcPct val="100000"/>
              </a:lnSpc>
              <a:spcBef>
                <a:spcPts val="0"/>
              </a:spcBef>
              <a:spcAft>
                <a:spcPts val="0"/>
              </a:spcAft>
              <a:buSzPts val="12000"/>
              <a:buNone/>
              <a:defRPr b="0" sz="6000">
                <a:solidFill>
                  <a:schemeClr val="dk2"/>
                </a:solidFill>
              </a:defRPr>
            </a:lvl1pPr>
            <a:lvl2pPr lvl="1" algn="ctr">
              <a:lnSpc>
                <a:spcPct val="100000"/>
              </a:lnSpc>
              <a:spcBef>
                <a:spcPts val="0"/>
              </a:spcBef>
              <a:spcAft>
                <a:spcPts val="0"/>
              </a:spcAft>
              <a:buSzPts val="12000"/>
              <a:buNone/>
              <a:defRPr sz="12000"/>
            </a:lvl2pPr>
            <a:lvl3pPr lvl="2" algn="ctr">
              <a:lnSpc>
                <a:spcPct val="100000"/>
              </a:lnSpc>
              <a:spcBef>
                <a:spcPts val="0"/>
              </a:spcBef>
              <a:spcAft>
                <a:spcPts val="0"/>
              </a:spcAft>
              <a:buSzPts val="12000"/>
              <a:buNone/>
              <a:defRPr sz="12000"/>
            </a:lvl3pPr>
            <a:lvl4pPr lvl="3" algn="ctr">
              <a:lnSpc>
                <a:spcPct val="100000"/>
              </a:lnSpc>
              <a:spcBef>
                <a:spcPts val="0"/>
              </a:spcBef>
              <a:spcAft>
                <a:spcPts val="0"/>
              </a:spcAft>
              <a:buSzPts val="12000"/>
              <a:buNone/>
              <a:defRPr sz="12000"/>
            </a:lvl4pPr>
            <a:lvl5pPr lvl="4" algn="ctr">
              <a:lnSpc>
                <a:spcPct val="100000"/>
              </a:lnSpc>
              <a:spcBef>
                <a:spcPts val="0"/>
              </a:spcBef>
              <a:spcAft>
                <a:spcPts val="0"/>
              </a:spcAft>
              <a:buSzPts val="12000"/>
              <a:buNone/>
              <a:defRPr sz="12000"/>
            </a:lvl5pPr>
            <a:lvl6pPr lvl="5" algn="ctr">
              <a:lnSpc>
                <a:spcPct val="100000"/>
              </a:lnSpc>
              <a:spcBef>
                <a:spcPts val="0"/>
              </a:spcBef>
              <a:spcAft>
                <a:spcPts val="0"/>
              </a:spcAft>
              <a:buSzPts val="12000"/>
              <a:buNone/>
              <a:defRPr sz="12000"/>
            </a:lvl6pPr>
            <a:lvl7pPr lvl="6" algn="ctr">
              <a:lnSpc>
                <a:spcPct val="100000"/>
              </a:lnSpc>
              <a:spcBef>
                <a:spcPts val="0"/>
              </a:spcBef>
              <a:spcAft>
                <a:spcPts val="0"/>
              </a:spcAft>
              <a:buSzPts val="12000"/>
              <a:buNone/>
              <a:defRPr sz="12000"/>
            </a:lvl7pPr>
            <a:lvl8pPr lvl="7" algn="ctr">
              <a:lnSpc>
                <a:spcPct val="100000"/>
              </a:lnSpc>
              <a:spcBef>
                <a:spcPts val="0"/>
              </a:spcBef>
              <a:spcAft>
                <a:spcPts val="0"/>
              </a:spcAft>
              <a:buSzPts val="12000"/>
              <a:buNone/>
              <a:defRPr sz="12000"/>
            </a:lvl8pPr>
            <a:lvl9pPr lvl="8" algn="ctr">
              <a:lnSpc>
                <a:spcPct val="100000"/>
              </a:lnSpc>
              <a:spcBef>
                <a:spcPts val="0"/>
              </a:spcBef>
              <a:spcAft>
                <a:spcPts val="0"/>
              </a:spcAft>
              <a:buSzPts val="12000"/>
              <a:buNone/>
              <a:defRPr sz="12000"/>
            </a:lvl9pPr>
          </a:lstStyle>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7" name="Shape 27"/>
        <p:cNvGrpSpPr/>
        <p:nvPr/>
      </p:nvGrpSpPr>
      <p:grpSpPr>
        <a:xfrm>
          <a:off x="0" y="0"/>
          <a:ext cx="0" cy="0"/>
          <a:chOff x="0" y="0"/>
          <a:chExt cx="0" cy="0"/>
        </a:xfrm>
      </p:grpSpPr>
      <p:sp>
        <p:nvSpPr>
          <p:cNvPr id="28" name="Google Shape;28;p61"/>
          <p:cNvSpPr txBox="1"/>
          <p:nvPr>
            <p:ph type="title"/>
          </p:nvPr>
        </p:nvSpPr>
        <p:spPr>
          <a:xfrm>
            <a:off x="722375" y="384050"/>
            <a:ext cx="5052900" cy="576000"/>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29" name="Google Shape;29;p61"/>
          <p:cNvSpPr txBox="1"/>
          <p:nvPr>
            <p:ph idx="1" type="body"/>
          </p:nvPr>
        </p:nvSpPr>
        <p:spPr>
          <a:xfrm>
            <a:off x="965025" y="1638050"/>
            <a:ext cx="3549900" cy="1818300"/>
          </a:xfrm>
          <a:prstGeom prst="rect">
            <a:avLst/>
          </a:prstGeom>
          <a:noFill/>
          <a:ln>
            <a:noFill/>
          </a:ln>
        </p:spPr>
        <p:txBody>
          <a:bodyPr anchorCtr="0" anchor="t" bIns="91425" lIns="91425" spcFirstLastPara="1" rIns="91425" wrap="square" tIns="91425">
            <a:noAutofit/>
          </a:bodyPr>
          <a:lstStyle>
            <a:lvl1pPr indent="-304800" lvl="0" marL="457200" algn="l">
              <a:lnSpc>
                <a:spcPct val="100000"/>
              </a:lnSpc>
              <a:spcBef>
                <a:spcPts val="0"/>
              </a:spcBef>
              <a:spcAft>
                <a:spcPts val="0"/>
              </a:spcAft>
              <a:buClr>
                <a:schemeClr val="dk1"/>
              </a:buClr>
              <a:buSzPts val="1200"/>
              <a:buChar char="●"/>
              <a:defRPr/>
            </a:lvl1pPr>
            <a:lvl2pPr indent="-304800" lvl="1" marL="914400" algn="l">
              <a:lnSpc>
                <a:spcPct val="100000"/>
              </a:lnSpc>
              <a:spcBef>
                <a:spcPts val="0"/>
              </a:spcBef>
              <a:spcAft>
                <a:spcPts val="0"/>
              </a:spcAft>
              <a:buSzPts val="1200"/>
              <a:buChar char="○"/>
              <a:defRPr/>
            </a:lvl2pPr>
            <a:lvl3pPr indent="-304800" lvl="2" marL="1371600" algn="l">
              <a:lnSpc>
                <a:spcPct val="100000"/>
              </a:lnSpc>
              <a:spcBef>
                <a:spcPts val="0"/>
              </a:spcBef>
              <a:spcAft>
                <a:spcPts val="0"/>
              </a:spcAft>
              <a:buSzPts val="1200"/>
              <a:buChar char="■"/>
              <a:defRPr/>
            </a:lvl3pPr>
            <a:lvl4pPr indent="-304800" lvl="3" marL="1828800" algn="l">
              <a:lnSpc>
                <a:spcPct val="100000"/>
              </a:lnSpc>
              <a:spcBef>
                <a:spcPts val="0"/>
              </a:spcBef>
              <a:spcAft>
                <a:spcPts val="0"/>
              </a:spcAft>
              <a:buSzPts val="1200"/>
              <a:buChar char="●"/>
              <a:defRPr/>
            </a:lvl4pPr>
            <a:lvl5pPr indent="-304800" lvl="4" marL="2286000" algn="l">
              <a:lnSpc>
                <a:spcPct val="100000"/>
              </a:lnSpc>
              <a:spcBef>
                <a:spcPts val="0"/>
              </a:spcBef>
              <a:spcAft>
                <a:spcPts val="0"/>
              </a:spcAft>
              <a:buSzPts val="1200"/>
              <a:buChar char="○"/>
              <a:defRPr/>
            </a:lvl5pPr>
            <a:lvl6pPr indent="-304800" lvl="5" marL="2743200" algn="l">
              <a:lnSpc>
                <a:spcPct val="100000"/>
              </a:lnSpc>
              <a:spcBef>
                <a:spcPts val="0"/>
              </a:spcBef>
              <a:spcAft>
                <a:spcPts val="0"/>
              </a:spcAft>
              <a:buSzPts val="1200"/>
              <a:buChar char="■"/>
              <a:defRPr/>
            </a:lvl6pPr>
            <a:lvl7pPr indent="-304800" lvl="6" marL="3200400" algn="l">
              <a:lnSpc>
                <a:spcPct val="100000"/>
              </a:lnSpc>
              <a:spcBef>
                <a:spcPts val="0"/>
              </a:spcBef>
              <a:spcAft>
                <a:spcPts val="0"/>
              </a:spcAft>
              <a:buSzPts val="1200"/>
              <a:buChar char="●"/>
              <a:defRPr/>
            </a:lvl7pPr>
            <a:lvl8pPr indent="-304800" lvl="7" marL="3657600" algn="l">
              <a:lnSpc>
                <a:spcPct val="100000"/>
              </a:lnSpc>
              <a:spcBef>
                <a:spcPts val="0"/>
              </a:spcBef>
              <a:spcAft>
                <a:spcPts val="0"/>
              </a:spcAft>
              <a:buSzPts val="1200"/>
              <a:buChar char="○"/>
              <a:defRPr/>
            </a:lvl8pPr>
            <a:lvl9pPr indent="-304800" lvl="8" marL="4114800" algn="l">
              <a:lnSpc>
                <a:spcPct val="100000"/>
              </a:lnSpc>
              <a:spcBef>
                <a:spcPts val="0"/>
              </a:spcBef>
              <a:spcAft>
                <a:spcPts val="0"/>
              </a:spcAft>
              <a:buSzPts val="1200"/>
              <a:buChar char="■"/>
              <a:defRPr/>
            </a:lvl9pPr>
          </a:lstStyle>
          <a:p/>
        </p:txBody>
      </p:sp>
      <p:sp>
        <p:nvSpPr>
          <p:cNvPr id="30" name="Google Shape;30;p61"/>
          <p:cNvSpPr/>
          <p:nvPr>
            <p:ph idx="2" type="pic"/>
          </p:nvPr>
        </p:nvSpPr>
        <p:spPr>
          <a:xfrm>
            <a:off x="6183025" y="125"/>
            <a:ext cx="2344800" cy="5143500"/>
          </a:xfrm>
          <a:prstGeom prst="parallelogram">
            <a:avLst>
              <a:gd fmla="val 0" name="adj"/>
            </a:avLst>
          </a:prstGeom>
          <a:noFill/>
          <a:ln>
            <a:noFill/>
          </a:ln>
        </p:spPr>
      </p:sp>
      <p:sp>
        <p:nvSpPr>
          <p:cNvPr id="31" name="Google Shape;31;p61"/>
          <p:cNvSpPr/>
          <p:nvPr/>
        </p:nvSpPr>
        <p:spPr>
          <a:xfrm>
            <a:off x="0" y="982800"/>
            <a:ext cx="397200" cy="4160700"/>
          </a:xfrm>
          <a:prstGeom prst="rtTriangle">
            <a:avLst/>
          </a:pr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32" name="Shape 32"/>
        <p:cNvGrpSpPr/>
        <p:nvPr/>
      </p:nvGrpSpPr>
      <p:grpSpPr>
        <a:xfrm>
          <a:off x="0" y="0"/>
          <a:ext cx="0" cy="0"/>
          <a:chOff x="0" y="0"/>
          <a:chExt cx="0" cy="0"/>
        </a:xfrm>
      </p:grpSpPr>
      <p:grpSp>
        <p:nvGrpSpPr>
          <p:cNvPr id="33" name="Google Shape;33;p62"/>
          <p:cNvGrpSpPr/>
          <p:nvPr/>
        </p:nvGrpSpPr>
        <p:grpSpPr>
          <a:xfrm>
            <a:off x="0" y="0"/>
            <a:ext cx="9144000" cy="5143500"/>
            <a:chOff x="0" y="0"/>
            <a:chExt cx="9144000" cy="5143500"/>
          </a:xfrm>
        </p:grpSpPr>
        <p:sp>
          <p:nvSpPr>
            <p:cNvPr id="34" name="Google Shape;34;p62"/>
            <p:cNvSpPr/>
            <p:nvPr/>
          </p:nvSpPr>
          <p:spPr>
            <a:xfrm flipH="1" rot="10800000">
              <a:off x="0" y="0"/>
              <a:ext cx="397200" cy="4160700"/>
            </a:xfrm>
            <a:prstGeom prst="rtTriangle">
              <a:avLst/>
            </a:pr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 name="Google Shape;35;p62"/>
            <p:cNvSpPr/>
            <p:nvPr/>
          </p:nvSpPr>
          <p:spPr>
            <a:xfrm flipH="1">
              <a:off x="8746800" y="982800"/>
              <a:ext cx="397200" cy="4160700"/>
            </a:xfrm>
            <a:prstGeom prst="rtTriangle">
              <a:avLst/>
            </a:pr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36" name="Shape 36"/>
        <p:cNvGrpSpPr/>
        <p:nvPr/>
      </p:nvGrpSpPr>
      <p:grpSpPr>
        <a:xfrm>
          <a:off x="0" y="0"/>
          <a:ext cx="0" cy="0"/>
          <a:chOff x="0" y="0"/>
          <a:chExt cx="0" cy="0"/>
        </a:xfrm>
      </p:grpSpPr>
      <p:sp>
        <p:nvSpPr>
          <p:cNvPr id="37" name="Google Shape;37;p63"/>
          <p:cNvSpPr/>
          <p:nvPr>
            <p:ph idx="2" type="pic"/>
          </p:nvPr>
        </p:nvSpPr>
        <p:spPr>
          <a:xfrm>
            <a:off x="-25" y="0"/>
            <a:ext cx="9144000" cy="5143500"/>
          </a:xfrm>
          <a:prstGeom prst="rect">
            <a:avLst/>
          </a:prstGeom>
          <a:noFill/>
          <a:ln>
            <a:noFill/>
          </a:ln>
        </p:spPr>
      </p:sp>
      <p:sp>
        <p:nvSpPr>
          <p:cNvPr id="38" name="Google Shape;38;p63"/>
          <p:cNvSpPr txBox="1"/>
          <p:nvPr>
            <p:ph type="title"/>
          </p:nvPr>
        </p:nvSpPr>
        <p:spPr>
          <a:xfrm>
            <a:off x="629525" y="3346125"/>
            <a:ext cx="4180500" cy="1118400"/>
          </a:xfrm>
          <a:prstGeom prst="rect">
            <a:avLst/>
          </a:prstGeom>
          <a:solidFill>
            <a:schemeClr val="dk2"/>
          </a:solidFill>
          <a:ln>
            <a:noFill/>
          </a:ln>
        </p:spPr>
        <p:txBody>
          <a:bodyPr anchorCtr="0" anchor="t" bIns="91425" lIns="91425" spcFirstLastPara="1" rIns="91425" wrap="square" tIns="91425">
            <a:noAutofit/>
          </a:bodyPr>
          <a:lstStyle>
            <a:lvl1pPr lvl="0" algn="ctr">
              <a:lnSpc>
                <a:spcPct val="100000"/>
              </a:lnSpc>
              <a:spcBef>
                <a:spcPts val="0"/>
              </a:spcBef>
              <a:spcAft>
                <a:spcPts val="0"/>
              </a:spcAft>
              <a:buClr>
                <a:schemeClr val="dk1"/>
              </a:buClr>
              <a:buSzPts val="2800"/>
              <a:buNone/>
              <a:defRPr>
                <a:solidFill>
                  <a:schemeClr val="dk1"/>
                </a:solidFill>
              </a:defRPr>
            </a:lvl1pPr>
            <a:lvl2pPr lvl="1" algn="l">
              <a:lnSpc>
                <a:spcPct val="100000"/>
              </a:lnSpc>
              <a:spcBef>
                <a:spcPts val="0"/>
              </a:spcBef>
              <a:spcAft>
                <a:spcPts val="0"/>
              </a:spcAft>
              <a:buClr>
                <a:schemeClr val="dk1"/>
              </a:buClr>
              <a:buSzPts val="2800"/>
              <a:buNone/>
              <a:defRPr sz="2800">
                <a:solidFill>
                  <a:schemeClr val="dk1"/>
                </a:solidFill>
              </a:defRPr>
            </a:lvl2pPr>
            <a:lvl3pPr lvl="2" algn="l">
              <a:lnSpc>
                <a:spcPct val="100000"/>
              </a:lnSpc>
              <a:spcBef>
                <a:spcPts val="0"/>
              </a:spcBef>
              <a:spcAft>
                <a:spcPts val="0"/>
              </a:spcAft>
              <a:buClr>
                <a:schemeClr val="dk1"/>
              </a:buClr>
              <a:buSzPts val="2800"/>
              <a:buNone/>
              <a:defRPr sz="2800">
                <a:solidFill>
                  <a:schemeClr val="dk1"/>
                </a:solidFill>
              </a:defRPr>
            </a:lvl3pPr>
            <a:lvl4pPr lvl="3" algn="l">
              <a:lnSpc>
                <a:spcPct val="100000"/>
              </a:lnSpc>
              <a:spcBef>
                <a:spcPts val="0"/>
              </a:spcBef>
              <a:spcAft>
                <a:spcPts val="0"/>
              </a:spcAft>
              <a:buClr>
                <a:schemeClr val="dk1"/>
              </a:buClr>
              <a:buSzPts val="2800"/>
              <a:buNone/>
              <a:defRPr sz="2800">
                <a:solidFill>
                  <a:schemeClr val="dk1"/>
                </a:solidFill>
              </a:defRPr>
            </a:lvl4pPr>
            <a:lvl5pPr lvl="4" algn="l">
              <a:lnSpc>
                <a:spcPct val="100000"/>
              </a:lnSpc>
              <a:spcBef>
                <a:spcPts val="0"/>
              </a:spcBef>
              <a:spcAft>
                <a:spcPts val="0"/>
              </a:spcAft>
              <a:buClr>
                <a:schemeClr val="dk1"/>
              </a:buClr>
              <a:buSzPts val="2800"/>
              <a:buNone/>
              <a:defRPr sz="2800">
                <a:solidFill>
                  <a:schemeClr val="dk1"/>
                </a:solidFill>
              </a:defRPr>
            </a:lvl5pPr>
            <a:lvl6pPr lvl="5" algn="l">
              <a:lnSpc>
                <a:spcPct val="100000"/>
              </a:lnSpc>
              <a:spcBef>
                <a:spcPts val="0"/>
              </a:spcBef>
              <a:spcAft>
                <a:spcPts val="0"/>
              </a:spcAft>
              <a:buClr>
                <a:schemeClr val="dk1"/>
              </a:buClr>
              <a:buSzPts val="2800"/>
              <a:buNone/>
              <a:defRPr sz="2800">
                <a:solidFill>
                  <a:schemeClr val="dk1"/>
                </a:solidFill>
              </a:defRPr>
            </a:lvl6pPr>
            <a:lvl7pPr lvl="6" algn="l">
              <a:lnSpc>
                <a:spcPct val="100000"/>
              </a:lnSpc>
              <a:spcBef>
                <a:spcPts val="0"/>
              </a:spcBef>
              <a:spcAft>
                <a:spcPts val="0"/>
              </a:spcAft>
              <a:buClr>
                <a:schemeClr val="dk1"/>
              </a:buClr>
              <a:buSzPts val="2800"/>
              <a:buNone/>
              <a:defRPr sz="2800">
                <a:solidFill>
                  <a:schemeClr val="dk1"/>
                </a:solidFill>
              </a:defRPr>
            </a:lvl7pPr>
            <a:lvl8pPr lvl="7" algn="l">
              <a:lnSpc>
                <a:spcPct val="100000"/>
              </a:lnSpc>
              <a:spcBef>
                <a:spcPts val="0"/>
              </a:spcBef>
              <a:spcAft>
                <a:spcPts val="0"/>
              </a:spcAft>
              <a:buClr>
                <a:schemeClr val="dk1"/>
              </a:buClr>
              <a:buSzPts val="2800"/>
              <a:buNone/>
              <a:defRPr sz="2800">
                <a:solidFill>
                  <a:schemeClr val="dk1"/>
                </a:solidFill>
              </a:defRPr>
            </a:lvl8pPr>
            <a:lvl9pPr lvl="8" algn="l">
              <a:lnSpc>
                <a:spcPct val="100000"/>
              </a:lnSpc>
              <a:spcBef>
                <a:spcPts val="0"/>
              </a:spcBef>
              <a:spcAft>
                <a:spcPts val="0"/>
              </a:spcAft>
              <a:buClr>
                <a:schemeClr val="dk1"/>
              </a:buClr>
              <a:buSzPts val="2800"/>
              <a:buNone/>
              <a:defRPr sz="2800">
                <a:solidFill>
                  <a:schemeClr val="dk1"/>
                </a:solidFill>
              </a:defRPr>
            </a:lvl9pPr>
          </a:lstStyle>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hree columns">
  <p:cSld name="CUSTOM_1">
    <p:spTree>
      <p:nvGrpSpPr>
        <p:cNvPr id="39" name="Shape 39"/>
        <p:cNvGrpSpPr/>
        <p:nvPr/>
      </p:nvGrpSpPr>
      <p:grpSpPr>
        <a:xfrm>
          <a:off x="0" y="0"/>
          <a:ext cx="0" cy="0"/>
          <a:chOff x="0" y="0"/>
          <a:chExt cx="0" cy="0"/>
        </a:xfrm>
      </p:grpSpPr>
      <p:sp>
        <p:nvSpPr>
          <p:cNvPr id="40" name="Google Shape;40;p64"/>
          <p:cNvSpPr txBox="1"/>
          <p:nvPr>
            <p:ph type="title"/>
          </p:nvPr>
        </p:nvSpPr>
        <p:spPr>
          <a:xfrm>
            <a:off x="3305175" y="384050"/>
            <a:ext cx="5116200" cy="572700"/>
          </a:xfrm>
          <a:prstGeom prst="rect">
            <a:avLst/>
          </a:prstGeom>
          <a:noFill/>
          <a:ln>
            <a:noFill/>
          </a:ln>
        </p:spPr>
        <p:txBody>
          <a:bodyPr anchorCtr="0" anchor="t" bIns="91425" lIns="91425" spcFirstLastPara="1" rIns="91425" wrap="square" tIns="91425">
            <a:noAutofit/>
          </a:bodyPr>
          <a:lstStyle>
            <a:lvl1pPr lvl="0" algn="ctr">
              <a:lnSpc>
                <a:spcPct val="100000"/>
              </a:lnSpc>
              <a:spcBef>
                <a:spcPts val="0"/>
              </a:spcBef>
              <a:spcAft>
                <a:spcPts val="0"/>
              </a:spcAft>
              <a:buClr>
                <a:schemeClr val="dk1"/>
              </a:buClr>
              <a:buSzPts val="3000"/>
              <a:buNone/>
              <a:defRPr>
                <a:solidFill>
                  <a:schemeClr val="dk1"/>
                </a:solidFill>
              </a:defRPr>
            </a:lvl1pPr>
            <a:lvl2pPr lvl="1" algn="l">
              <a:lnSpc>
                <a:spcPct val="100000"/>
              </a:lnSpc>
              <a:spcBef>
                <a:spcPts val="0"/>
              </a:spcBef>
              <a:spcAft>
                <a:spcPts val="0"/>
              </a:spcAft>
              <a:buClr>
                <a:schemeClr val="dk1"/>
              </a:buClr>
              <a:buSzPts val="2800"/>
              <a:buNone/>
              <a:defRPr sz="2800">
                <a:solidFill>
                  <a:schemeClr val="dk1"/>
                </a:solidFill>
              </a:defRPr>
            </a:lvl2pPr>
            <a:lvl3pPr lvl="2" algn="l">
              <a:lnSpc>
                <a:spcPct val="100000"/>
              </a:lnSpc>
              <a:spcBef>
                <a:spcPts val="0"/>
              </a:spcBef>
              <a:spcAft>
                <a:spcPts val="0"/>
              </a:spcAft>
              <a:buClr>
                <a:schemeClr val="dk1"/>
              </a:buClr>
              <a:buSzPts val="2800"/>
              <a:buNone/>
              <a:defRPr sz="2800">
                <a:solidFill>
                  <a:schemeClr val="dk1"/>
                </a:solidFill>
              </a:defRPr>
            </a:lvl3pPr>
            <a:lvl4pPr lvl="3" algn="l">
              <a:lnSpc>
                <a:spcPct val="100000"/>
              </a:lnSpc>
              <a:spcBef>
                <a:spcPts val="0"/>
              </a:spcBef>
              <a:spcAft>
                <a:spcPts val="0"/>
              </a:spcAft>
              <a:buClr>
                <a:schemeClr val="dk1"/>
              </a:buClr>
              <a:buSzPts val="2800"/>
              <a:buNone/>
              <a:defRPr sz="2800">
                <a:solidFill>
                  <a:schemeClr val="dk1"/>
                </a:solidFill>
              </a:defRPr>
            </a:lvl4pPr>
            <a:lvl5pPr lvl="4" algn="l">
              <a:lnSpc>
                <a:spcPct val="100000"/>
              </a:lnSpc>
              <a:spcBef>
                <a:spcPts val="0"/>
              </a:spcBef>
              <a:spcAft>
                <a:spcPts val="0"/>
              </a:spcAft>
              <a:buClr>
                <a:schemeClr val="dk1"/>
              </a:buClr>
              <a:buSzPts val="2800"/>
              <a:buNone/>
              <a:defRPr sz="2800">
                <a:solidFill>
                  <a:schemeClr val="dk1"/>
                </a:solidFill>
              </a:defRPr>
            </a:lvl5pPr>
            <a:lvl6pPr lvl="5" algn="l">
              <a:lnSpc>
                <a:spcPct val="100000"/>
              </a:lnSpc>
              <a:spcBef>
                <a:spcPts val="0"/>
              </a:spcBef>
              <a:spcAft>
                <a:spcPts val="0"/>
              </a:spcAft>
              <a:buClr>
                <a:schemeClr val="dk1"/>
              </a:buClr>
              <a:buSzPts val="2800"/>
              <a:buNone/>
              <a:defRPr sz="2800">
                <a:solidFill>
                  <a:schemeClr val="dk1"/>
                </a:solidFill>
              </a:defRPr>
            </a:lvl6pPr>
            <a:lvl7pPr lvl="6" algn="l">
              <a:lnSpc>
                <a:spcPct val="100000"/>
              </a:lnSpc>
              <a:spcBef>
                <a:spcPts val="0"/>
              </a:spcBef>
              <a:spcAft>
                <a:spcPts val="0"/>
              </a:spcAft>
              <a:buClr>
                <a:schemeClr val="dk1"/>
              </a:buClr>
              <a:buSzPts val="2800"/>
              <a:buNone/>
              <a:defRPr sz="2800">
                <a:solidFill>
                  <a:schemeClr val="dk1"/>
                </a:solidFill>
              </a:defRPr>
            </a:lvl7pPr>
            <a:lvl8pPr lvl="7" algn="l">
              <a:lnSpc>
                <a:spcPct val="100000"/>
              </a:lnSpc>
              <a:spcBef>
                <a:spcPts val="0"/>
              </a:spcBef>
              <a:spcAft>
                <a:spcPts val="0"/>
              </a:spcAft>
              <a:buClr>
                <a:schemeClr val="dk1"/>
              </a:buClr>
              <a:buSzPts val="2800"/>
              <a:buNone/>
              <a:defRPr sz="2800">
                <a:solidFill>
                  <a:schemeClr val="dk1"/>
                </a:solidFill>
              </a:defRPr>
            </a:lvl8pPr>
            <a:lvl9pPr lvl="8" algn="l">
              <a:lnSpc>
                <a:spcPct val="100000"/>
              </a:lnSpc>
              <a:spcBef>
                <a:spcPts val="0"/>
              </a:spcBef>
              <a:spcAft>
                <a:spcPts val="0"/>
              </a:spcAft>
              <a:buClr>
                <a:schemeClr val="dk1"/>
              </a:buClr>
              <a:buSzPts val="2800"/>
              <a:buNone/>
              <a:defRPr sz="2800">
                <a:solidFill>
                  <a:schemeClr val="dk1"/>
                </a:solidFill>
              </a:defRPr>
            </a:lvl9pPr>
          </a:lstStyle>
          <a:p/>
        </p:txBody>
      </p:sp>
      <p:sp>
        <p:nvSpPr>
          <p:cNvPr id="41" name="Google Shape;41;p64"/>
          <p:cNvSpPr txBox="1"/>
          <p:nvPr>
            <p:ph idx="1" type="subTitle"/>
          </p:nvPr>
        </p:nvSpPr>
        <p:spPr>
          <a:xfrm>
            <a:off x="4348125" y="1546550"/>
            <a:ext cx="4073400" cy="681300"/>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SzPts val="1200"/>
              <a:buNone/>
              <a:defRPr/>
            </a:lvl1pPr>
            <a:lvl2pPr lvl="1" algn="ctr">
              <a:lnSpc>
                <a:spcPct val="100000"/>
              </a:lnSpc>
              <a:spcBef>
                <a:spcPts val="0"/>
              </a:spcBef>
              <a:spcAft>
                <a:spcPts val="0"/>
              </a:spcAft>
              <a:buSzPts val="1200"/>
              <a:buNone/>
              <a:defRPr/>
            </a:lvl2pPr>
            <a:lvl3pPr lvl="2" algn="ctr">
              <a:lnSpc>
                <a:spcPct val="100000"/>
              </a:lnSpc>
              <a:spcBef>
                <a:spcPts val="0"/>
              </a:spcBef>
              <a:spcAft>
                <a:spcPts val="0"/>
              </a:spcAft>
              <a:buSzPts val="1200"/>
              <a:buNone/>
              <a:defRPr/>
            </a:lvl3pPr>
            <a:lvl4pPr lvl="3" algn="ctr">
              <a:lnSpc>
                <a:spcPct val="100000"/>
              </a:lnSpc>
              <a:spcBef>
                <a:spcPts val="0"/>
              </a:spcBef>
              <a:spcAft>
                <a:spcPts val="0"/>
              </a:spcAft>
              <a:buSzPts val="1200"/>
              <a:buNone/>
              <a:defRPr/>
            </a:lvl4pPr>
            <a:lvl5pPr lvl="4" algn="ctr">
              <a:lnSpc>
                <a:spcPct val="100000"/>
              </a:lnSpc>
              <a:spcBef>
                <a:spcPts val="0"/>
              </a:spcBef>
              <a:spcAft>
                <a:spcPts val="0"/>
              </a:spcAft>
              <a:buSzPts val="1200"/>
              <a:buNone/>
              <a:defRPr/>
            </a:lvl5pPr>
            <a:lvl6pPr lvl="5" algn="ctr">
              <a:lnSpc>
                <a:spcPct val="100000"/>
              </a:lnSpc>
              <a:spcBef>
                <a:spcPts val="0"/>
              </a:spcBef>
              <a:spcAft>
                <a:spcPts val="0"/>
              </a:spcAft>
              <a:buSzPts val="1200"/>
              <a:buNone/>
              <a:defRPr/>
            </a:lvl6pPr>
            <a:lvl7pPr lvl="6" algn="ctr">
              <a:lnSpc>
                <a:spcPct val="100000"/>
              </a:lnSpc>
              <a:spcBef>
                <a:spcPts val="0"/>
              </a:spcBef>
              <a:spcAft>
                <a:spcPts val="0"/>
              </a:spcAft>
              <a:buSzPts val="1200"/>
              <a:buNone/>
              <a:defRPr/>
            </a:lvl7pPr>
            <a:lvl8pPr lvl="7" algn="ctr">
              <a:lnSpc>
                <a:spcPct val="100000"/>
              </a:lnSpc>
              <a:spcBef>
                <a:spcPts val="0"/>
              </a:spcBef>
              <a:spcAft>
                <a:spcPts val="0"/>
              </a:spcAft>
              <a:buSzPts val="1200"/>
              <a:buNone/>
              <a:defRPr/>
            </a:lvl8pPr>
            <a:lvl9pPr lvl="8" algn="ctr">
              <a:lnSpc>
                <a:spcPct val="100000"/>
              </a:lnSpc>
              <a:spcBef>
                <a:spcPts val="0"/>
              </a:spcBef>
              <a:spcAft>
                <a:spcPts val="0"/>
              </a:spcAft>
              <a:buSzPts val="1200"/>
              <a:buNone/>
              <a:defRPr/>
            </a:lvl9pPr>
          </a:lstStyle>
          <a:p/>
        </p:txBody>
      </p:sp>
      <p:sp>
        <p:nvSpPr>
          <p:cNvPr id="42" name="Google Shape;42;p64"/>
          <p:cNvSpPr txBox="1"/>
          <p:nvPr>
            <p:ph idx="2" type="subTitle"/>
          </p:nvPr>
        </p:nvSpPr>
        <p:spPr>
          <a:xfrm>
            <a:off x="4348275" y="3922701"/>
            <a:ext cx="4073400" cy="681300"/>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SzPts val="1200"/>
              <a:buNone/>
              <a:defRPr/>
            </a:lvl1pPr>
            <a:lvl2pPr lvl="1" algn="ctr">
              <a:lnSpc>
                <a:spcPct val="100000"/>
              </a:lnSpc>
              <a:spcBef>
                <a:spcPts val="0"/>
              </a:spcBef>
              <a:spcAft>
                <a:spcPts val="0"/>
              </a:spcAft>
              <a:buSzPts val="1200"/>
              <a:buNone/>
              <a:defRPr/>
            </a:lvl2pPr>
            <a:lvl3pPr lvl="2" algn="ctr">
              <a:lnSpc>
                <a:spcPct val="100000"/>
              </a:lnSpc>
              <a:spcBef>
                <a:spcPts val="0"/>
              </a:spcBef>
              <a:spcAft>
                <a:spcPts val="0"/>
              </a:spcAft>
              <a:buSzPts val="1200"/>
              <a:buNone/>
              <a:defRPr/>
            </a:lvl3pPr>
            <a:lvl4pPr lvl="3" algn="ctr">
              <a:lnSpc>
                <a:spcPct val="100000"/>
              </a:lnSpc>
              <a:spcBef>
                <a:spcPts val="0"/>
              </a:spcBef>
              <a:spcAft>
                <a:spcPts val="0"/>
              </a:spcAft>
              <a:buSzPts val="1200"/>
              <a:buNone/>
              <a:defRPr/>
            </a:lvl4pPr>
            <a:lvl5pPr lvl="4" algn="ctr">
              <a:lnSpc>
                <a:spcPct val="100000"/>
              </a:lnSpc>
              <a:spcBef>
                <a:spcPts val="0"/>
              </a:spcBef>
              <a:spcAft>
                <a:spcPts val="0"/>
              </a:spcAft>
              <a:buSzPts val="1200"/>
              <a:buNone/>
              <a:defRPr/>
            </a:lvl5pPr>
            <a:lvl6pPr lvl="5" algn="ctr">
              <a:lnSpc>
                <a:spcPct val="100000"/>
              </a:lnSpc>
              <a:spcBef>
                <a:spcPts val="0"/>
              </a:spcBef>
              <a:spcAft>
                <a:spcPts val="0"/>
              </a:spcAft>
              <a:buSzPts val="1200"/>
              <a:buNone/>
              <a:defRPr/>
            </a:lvl6pPr>
            <a:lvl7pPr lvl="6" algn="ctr">
              <a:lnSpc>
                <a:spcPct val="100000"/>
              </a:lnSpc>
              <a:spcBef>
                <a:spcPts val="0"/>
              </a:spcBef>
              <a:spcAft>
                <a:spcPts val="0"/>
              </a:spcAft>
              <a:buSzPts val="1200"/>
              <a:buNone/>
              <a:defRPr/>
            </a:lvl7pPr>
            <a:lvl8pPr lvl="7" algn="ctr">
              <a:lnSpc>
                <a:spcPct val="100000"/>
              </a:lnSpc>
              <a:spcBef>
                <a:spcPts val="0"/>
              </a:spcBef>
              <a:spcAft>
                <a:spcPts val="0"/>
              </a:spcAft>
              <a:buSzPts val="1200"/>
              <a:buNone/>
              <a:defRPr/>
            </a:lvl8pPr>
            <a:lvl9pPr lvl="8" algn="ctr">
              <a:lnSpc>
                <a:spcPct val="100000"/>
              </a:lnSpc>
              <a:spcBef>
                <a:spcPts val="0"/>
              </a:spcBef>
              <a:spcAft>
                <a:spcPts val="0"/>
              </a:spcAft>
              <a:buSzPts val="1200"/>
              <a:buNone/>
              <a:defRPr/>
            </a:lvl9pPr>
          </a:lstStyle>
          <a:p/>
        </p:txBody>
      </p:sp>
      <p:sp>
        <p:nvSpPr>
          <p:cNvPr id="43" name="Google Shape;43;p64"/>
          <p:cNvSpPr txBox="1"/>
          <p:nvPr>
            <p:ph idx="3" type="subTitle"/>
          </p:nvPr>
        </p:nvSpPr>
        <p:spPr>
          <a:xfrm>
            <a:off x="4348425" y="2734628"/>
            <a:ext cx="4073400" cy="681300"/>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SzPts val="1200"/>
              <a:buNone/>
              <a:defRPr/>
            </a:lvl1pPr>
            <a:lvl2pPr lvl="1" algn="ctr">
              <a:lnSpc>
                <a:spcPct val="100000"/>
              </a:lnSpc>
              <a:spcBef>
                <a:spcPts val="0"/>
              </a:spcBef>
              <a:spcAft>
                <a:spcPts val="0"/>
              </a:spcAft>
              <a:buSzPts val="1200"/>
              <a:buNone/>
              <a:defRPr/>
            </a:lvl2pPr>
            <a:lvl3pPr lvl="2" algn="ctr">
              <a:lnSpc>
                <a:spcPct val="100000"/>
              </a:lnSpc>
              <a:spcBef>
                <a:spcPts val="0"/>
              </a:spcBef>
              <a:spcAft>
                <a:spcPts val="0"/>
              </a:spcAft>
              <a:buSzPts val="1200"/>
              <a:buNone/>
              <a:defRPr/>
            </a:lvl3pPr>
            <a:lvl4pPr lvl="3" algn="ctr">
              <a:lnSpc>
                <a:spcPct val="100000"/>
              </a:lnSpc>
              <a:spcBef>
                <a:spcPts val="0"/>
              </a:spcBef>
              <a:spcAft>
                <a:spcPts val="0"/>
              </a:spcAft>
              <a:buSzPts val="1200"/>
              <a:buNone/>
              <a:defRPr/>
            </a:lvl4pPr>
            <a:lvl5pPr lvl="4" algn="ctr">
              <a:lnSpc>
                <a:spcPct val="100000"/>
              </a:lnSpc>
              <a:spcBef>
                <a:spcPts val="0"/>
              </a:spcBef>
              <a:spcAft>
                <a:spcPts val="0"/>
              </a:spcAft>
              <a:buSzPts val="1200"/>
              <a:buNone/>
              <a:defRPr/>
            </a:lvl5pPr>
            <a:lvl6pPr lvl="5" algn="ctr">
              <a:lnSpc>
                <a:spcPct val="100000"/>
              </a:lnSpc>
              <a:spcBef>
                <a:spcPts val="0"/>
              </a:spcBef>
              <a:spcAft>
                <a:spcPts val="0"/>
              </a:spcAft>
              <a:buSzPts val="1200"/>
              <a:buNone/>
              <a:defRPr/>
            </a:lvl6pPr>
            <a:lvl7pPr lvl="6" algn="ctr">
              <a:lnSpc>
                <a:spcPct val="100000"/>
              </a:lnSpc>
              <a:spcBef>
                <a:spcPts val="0"/>
              </a:spcBef>
              <a:spcAft>
                <a:spcPts val="0"/>
              </a:spcAft>
              <a:buSzPts val="1200"/>
              <a:buNone/>
              <a:defRPr/>
            </a:lvl7pPr>
            <a:lvl8pPr lvl="7" algn="ctr">
              <a:lnSpc>
                <a:spcPct val="100000"/>
              </a:lnSpc>
              <a:spcBef>
                <a:spcPts val="0"/>
              </a:spcBef>
              <a:spcAft>
                <a:spcPts val="0"/>
              </a:spcAft>
              <a:buSzPts val="1200"/>
              <a:buNone/>
              <a:defRPr/>
            </a:lvl8pPr>
            <a:lvl9pPr lvl="8" algn="ctr">
              <a:lnSpc>
                <a:spcPct val="100000"/>
              </a:lnSpc>
              <a:spcBef>
                <a:spcPts val="0"/>
              </a:spcBef>
              <a:spcAft>
                <a:spcPts val="0"/>
              </a:spcAft>
              <a:buSzPts val="1200"/>
              <a:buNone/>
              <a:defRPr/>
            </a:lvl9pPr>
          </a:lstStyle>
          <a:p/>
        </p:txBody>
      </p:sp>
      <p:sp>
        <p:nvSpPr>
          <p:cNvPr id="44" name="Google Shape;44;p64"/>
          <p:cNvSpPr txBox="1"/>
          <p:nvPr>
            <p:ph idx="4" type="subTitle"/>
          </p:nvPr>
        </p:nvSpPr>
        <p:spPr>
          <a:xfrm>
            <a:off x="4348124" y="1154750"/>
            <a:ext cx="4073400" cy="489600"/>
          </a:xfrm>
          <a:prstGeom prst="rect">
            <a:avLst/>
          </a:prstGeom>
          <a:noFill/>
          <a:ln>
            <a:noFill/>
          </a:ln>
        </p:spPr>
        <p:txBody>
          <a:bodyPr anchorCtr="0" anchor="b" bIns="91425" lIns="91425" spcFirstLastPara="1" rIns="91425" wrap="square" tIns="91425">
            <a:noAutofit/>
          </a:bodyPr>
          <a:lstStyle>
            <a:lvl1pPr lvl="0" algn="l">
              <a:lnSpc>
                <a:spcPct val="100000"/>
              </a:lnSpc>
              <a:spcBef>
                <a:spcPts val="0"/>
              </a:spcBef>
              <a:spcAft>
                <a:spcPts val="0"/>
              </a:spcAft>
              <a:buSzPts val="1200"/>
              <a:buNone/>
              <a:defRPr sz="1800">
                <a:latin typeface="Kanit SemiBold"/>
                <a:ea typeface="Kanit SemiBold"/>
                <a:cs typeface="Kanit SemiBold"/>
                <a:sym typeface="Kanit SemiBold"/>
              </a:defRPr>
            </a:lvl1pPr>
            <a:lvl2pPr lvl="1" algn="ctr">
              <a:lnSpc>
                <a:spcPct val="100000"/>
              </a:lnSpc>
              <a:spcBef>
                <a:spcPts val="0"/>
              </a:spcBef>
              <a:spcAft>
                <a:spcPts val="0"/>
              </a:spcAft>
              <a:buSzPts val="1200"/>
              <a:buNone/>
              <a:defRPr b="1"/>
            </a:lvl2pPr>
            <a:lvl3pPr lvl="2" algn="ctr">
              <a:lnSpc>
                <a:spcPct val="100000"/>
              </a:lnSpc>
              <a:spcBef>
                <a:spcPts val="0"/>
              </a:spcBef>
              <a:spcAft>
                <a:spcPts val="0"/>
              </a:spcAft>
              <a:buSzPts val="1200"/>
              <a:buNone/>
              <a:defRPr b="1"/>
            </a:lvl3pPr>
            <a:lvl4pPr lvl="3" algn="ctr">
              <a:lnSpc>
                <a:spcPct val="100000"/>
              </a:lnSpc>
              <a:spcBef>
                <a:spcPts val="0"/>
              </a:spcBef>
              <a:spcAft>
                <a:spcPts val="0"/>
              </a:spcAft>
              <a:buSzPts val="1200"/>
              <a:buNone/>
              <a:defRPr b="1"/>
            </a:lvl4pPr>
            <a:lvl5pPr lvl="4" algn="ctr">
              <a:lnSpc>
                <a:spcPct val="100000"/>
              </a:lnSpc>
              <a:spcBef>
                <a:spcPts val="0"/>
              </a:spcBef>
              <a:spcAft>
                <a:spcPts val="0"/>
              </a:spcAft>
              <a:buSzPts val="1200"/>
              <a:buNone/>
              <a:defRPr b="1"/>
            </a:lvl5pPr>
            <a:lvl6pPr lvl="5" algn="ctr">
              <a:lnSpc>
                <a:spcPct val="100000"/>
              </a:lnSpc>
              <a:spcBef>
                <a:spcPts val="0"/>
              </a:spcBef>
              <a:spcAft>
                <a:spcPts val="0"/>
              </a:spcAft>
              <a:buSzPts val="1200"/>
              <a:buNone/>
              <a:defRPr b="1"/>
            </a:lvl6pPr>
            <a:lvl7pPr lvl="6" algn="ctr">
              <a:lnSpc>
                <a:spcPct val="100000"/>
              </a:lnSpc>
              <a:spcBef>
                <a:spcPts val="0"/>
              </a:spcBef>
              <a:spcAft>
                <a:spcPts val="0"/>
              </a:spcAft>
              <a:buSzPts val="1200"/>
              <a:buNone/>
              <a:defRPr b="1"/>
            </a:lvl7pPr>
            <a:lvl8pPr lvl="7" algn="ctr">
              <a:lnSpc>
                <a:spcPct val="100000"/>
              </a:lnSpc>
              <a:spcBef>
                <a:spcPts val="0"/>
              </a:spcBef>
              <a:spcAft>
                <a:spcPts val="0"/>
              </a:spcAft>
              <a:buSzPts val="1200"/>
              <a:buNone/>
              <a:defRPr b="1"/>
            </a:lvl8pPr>
            <a:lvl9pPr lvl="8" algn="ctr">
              <a:lnSpc>
                <a:spcPct val="100000"/>
              </a:lnSpc>
              <a:spcBef>
                <a:spcPts val="0"/>
              </a:spcBef>
              <a:spcAft>
                <a:spcPts val="0"/>
              </a:spcAft>
              <a:buSzPts val="1200"/>
              <a:buNone/>
              <a:defRPr b="1"/>
            </a:lvl9pPr>
          </a:lstStyle>
          <a:p/>
        </p:txBody>
      </p:sp>
      <p:sp>
        <p:nvSpPr>
          <p:cNvPr id="45" name="Google Shape;45;p64"/>
          <p:cNvSpPr txBox="1"/>
          <p:nvPr>
            <p:ph idx="5" type="subTitle"/>
          </p:nvPr>
        </p:nvSpPr>
        <p:spPr>
          <a:xfrm>
            <a:off x="4348124" y="3530902"/>
            <a:ext cx="4073400" cy="489600"/>
          </a:xfrm>
          <a:prstGeom prst="rect">
            <a:avLst/>
          </a:prstGeom>
          <a:noFill/>
          <a:ln>
            <a:noFill/>
          </a:ln>
        </p:spPr>
        <p:txBody>
          <a:bodyPr anchorCtr="0" anchor="b" bIns="91425" lIns="91425" spcFirstLastPara="1" rIns="91425" wrap="square" tIns="91425">
            <a:noAutofit/>
          </a:bodyPr>
          <a:lstStyle>
            <a:lvl1pPr lvl="0" algn="l">
              <a:lnSpc>
                <a:spcPct val="100000"/>
              </a:lnSpc>
              <a:spcBef>
                <a:spcPts val="0"/>
              </a:spcBef>
              <a:spcAft>
                <a:spcPts val="0"/>
              </a:spcAft>
              <a:buSzPts val="1200"/>
              <a:buNone/>
              <a:defRPr sz="1800">
                <a:latin typeface="Kanit SemiBold"/>
                <a:ea typeface="Kanit SemiBold"/>
                <a:cs typeface="Kanit SemiBold"/>
                <a:sym typeface="Kanit SemiBold"/>
              </a:defRPr>
            </a:lvl1pPr>
            <a:lvl2pPr lvl="1" algn="ctr">
              <a:lnSpc>
                <a:spcPct val="100000"/>
              </a:lnSpc>
              <a:spcBef>
                <a:spcPts val="0"/>
              </a:spcBef>
              <a:spcAft>
                <a:spcPts val="0"/>
              </a:spcAft>
              <a:buSzPts val="1200"/>
              <a:buNone/>
              <a:defRPr b="1"/>
            </a:lvl2pPr>
            <a:lvl3pPr lvl="2" algn="ctr">
              <a:lnSpc>
                <a:spcPct val="100000"/>
              </a:lnSpc>
              <a:spcBef>
                <a:spcPts val="0"/>
              </a:spcBef>
              <a:spcAft>
                <a:spcPts val="0"/>
              </a:spcAft>
              <a:buSzPts val="1200"/>
              <a:buNone/>
              <a:defRPr b="1"/>
            </a:lvl3pPr>
            <a:lvl4pPr lvl="3" algn="ctr">
              <a:lnSpc>
                <a:spcPct val="100000"/>
              </a:lnSpc>
              <a:spcBef>
                <a:spcPts val="0"/>
              </a:spcBef>
              <a:spcAft>
                <a:spcPts val="0"/>
              </a:spcAft>
              <a:buSzPts val="1200"/>
              <a:buNone/>
              <a:defRPr b="1"/>
            </a:lvl4pPr>
            <a:lvl5pPr lvl="4" algn="ctr">
              <a:lnSpc>
                <a:spcPct val="100000"/>
              </a:lnSpc>
              <a:spcBef>
                <a:spcPts val="0"/>
              </a:spcBef>
              <a:spcAft>
                <a:spcPts val="0"/>
              </a:spcAft>
              <a:buSzPts val="1200"/>
              <a:buNone/>
              <a:defRPr b="1"/>
            </a:lvl5pPr>
            <a:lvl6pPr lvl="5" algn="ctr">
              <a:lnSpc>
                <a:spcPct val="100000"/>
              </a:lnSpc>
              <a:spcBef>
                <a:spcPts val="0"/>
              </a:spcBef>
              <a:spcAft>
                <a:spcPts val="0"/>
              </a:spcAft>
              <a:buSzPts val="1200"/>
              <a:buNone/>
              <a:defRPr b="1"/>
            </a:lvl6pPr>
            <a:lvl7pPr lvl="6" algn="ctr">
              <a:lnSpc>
                <a:spcPct val="100000"/>
              </a:lnSpc>
              <a:spcBef>
                <a:spcPts val="0"/>
              </a:spcBef>
              <a:spcAft>
                <a:spcPts val="0"/>
              </a:spcAft>
              <a:buSzPts val="1200"/>
              <a:buNone/>
              <a:defRPr b="1"/>
            </a:lvl7pPr>
            <a:lvl8pPr lvl="7" algn="ctr">
              <a:lnSpc>
                <a:spcPct val="100000"/>
              </a:lnSpc>
              <a:spcBef>
                <a:spcPts val="0"/>
              </a:spcBef>
              <a:spcAft>
                <a:spcPts val="0"/>
              </a:spcAft>
              <a:buSzPts val="1200"/>
              <a:buNone/>
              <a:defRPr b="1"/>
            </a:lvl8pPr>
            <a:lvl9pPr lvl="8" algn="ctr">
              <a:lnSpc>
                <a:spcPct val="100000"/>
              </a:lnSpc>
              <a:spcBef>
                <a:spcPts val="0"/>
              </a:spcBef>
              <a:spcAft>
                <a:spcPts val="0"/>
              </a:spcAft>
              <a:buSzPts val="1200"/>
              <a:buNone/>
              <a:defRPr b="1"/>
            </a:lvl9pPr>
          </a:lstStyle>
          <a:p/>
        </p:txBody>
      </p:sp>
      <p:sp>
        <p:nvSpPr>
          <p:cNvPr id="46" name="Google Shape;46;p64"/>
          <p:cNvSpPr txBox="1"/>
          <p:nvPr>
            <p:ph idx="6" type="subTitle"/>
          </p:nvPr>
        </p:nvSpPr>
        <p:spPr>
          <a:xfrm>
            <a:off x="4348205" y="2342832"/>
            <a:ext cx="4073400" cy="489600"/>
          </a:xfrm>
          <a:prstGeom prst="rect">
            <a:avLst/>
          </a:prstGeom>
          <a:noFill/>
          <a:ln>
            <a:noFill/>
          </a:ln>
        </p:spPr>
        <p:txBody>
          <a:bodyPr anchorCtr="0" anchor="b" bIns="91425" lIns="91425" spcFirstLastPara="1" rIns="91425" wrap="square" tIns="91425">
            <a:noAutofit/>
          </a:bodyPr>
          <a:lstStyle>
            <a:lvl1pPr lvl="0" algn="l">
              <a:lnSpc>
                <a:spcPct val="100000"/>
              </a:lnSpc>
              <a:spcBef>
                <a:spcPts val="0"/>
              </a:spcBef>
              <a:spcAft>
                <a:spcPts val="0"/>
              </a:spcAft>
              <a:buSzPts val="1200"/>
              <a:buNone/>
              <a:defRPr sz="1800">
                <a:latin typeface="Kanit SemiBold"/>
                <a:ea typeface="Kanit SemiBold"/>
                <a:cs typeface="Kanit SemiBold"/>
                <a:sym typeface="Kanit SemiBold"/>
              </a:defRPr>
            </a:lvl1pPr>
            <a:lvl2pPr lvl="1" algn="ctr">
              <a:lnSpc>
                <a:spcPct val="100000"/>
              </a:lnSpc>
              <a:spcBef>
                <a:spcPts val="0"/>
              </a:spcBef>
              <a:spcAft>
                <a:spcPts val="0"/>
              </a:spcAft>
              <a:buSzPts val="1200"/>
              <a:buNone/>
              <a:defRPr b="1"/>
            </a:lvl2pPr>
            <a:lvl3pPr lvl="2" algn="ctr">
              <a:lnSpc>
                <a:spcPct val="100000"/>
              </a:lnSpc>
              <a:spcBef>
                <a:spcPts val="0"/>
              </a:spcBef>
              <a:spcAft>
                <a:spcPts val="0"/>
              </a:spcAft>
              <a:buSzPts val="1200"/>
              <a:buNone/>
              <a:defRPr b="1"/>
            </a:lvl3pPr>
            <a:lvl4pPr lvl="3" algn="ctr">
              <a:lnSpc>
                <a:spcPct val="100000"/>
              </a:lnSpc>
              <a:spcBef>
                <a:spcPts val="0"/>
              </a:spcBef>
              <a:spcAft>
                <a:spcPts val="0"/>
              </a:spcAft>
              <a:buSzPts val="1200"/>
              <a:buNone/>
              <a:defRPr b="1"/>
            </a:lvl4pPr>
            <a:lvl5pPr lvl="4" algn="ctr">
              <a:lnSpc>
                <a:spcPct val="100000"/>
              </a:lnSpc>
              <a:spcBef>
                <a:spcPts val="0"/>
              </a:spcBef>
              <a:spcAft>
                <a:spcPts val="0"/>
              </a:spcAft>
              <a:buSzPts val="1200"/>
              <a:buNone/>
              <a:defRPr b="1"/>
            </a:lvl5pPr>
            <a:lvl6pPr lvl="5" algn="ctr">
              <a:lnSpc>
                <a:spcPct val="100000"/>
              </a:lnSpc>
              <a:spcBef>
                <a:spcPts val="0"/>
              </a:spcBef>
              <a:spcAft>
                <a:spcPts val="0"/>
              </a:spcAft>
              <a:buSzPts val="1200"/>
              <a:buNone/>
              <a:defRPr b="1"/>
            </a:lvl6pPr>
            <a:lvl7pPr lvl="6" algn="ctr">
              <a:lnSpc>
                <a:spcPct val="100000"/>
              </a:lnSpc>
              <a:spcBef>
                <a:spcPts val="0"/>
              </a:spcBef>
              <a:spcAft>
                <a:spcPts val="0"/>
              </a:spcAft>
              <a:buSzPts val="1200"/>
              <a:buNone/>
              <a:defRPr b="1"/>
            </a:lvl7pPr>
            <a:lvl8pPr lvl="7" algn="ctr">
              <a:lnSpc>
                <a:spcPct val="100000"/>
              </a:lnSpc>
              <a:spcBef>
                <a:spcPts val="0"/>
              </a:spcBef>
              <a:spcAft>
                <a:spcPts val="0"/>
              </a:spcAft>
              <a:buSzPts val="1200"/>
              <a:buNone/>
              <a:defRPr b="1"/>
            </a:lvl8pPr>
            <a:lvl9pPr lvl="8" algn="ctr">
              <a:lnSpc>
                <a:spcPct val="100000"/>
              </a:lnSpc>
              <a:spcBef>
                <a:spcPts val="0"/>
              </a:spcBef>
              <a:spcAft>
                <a:spcPts val="0"/>
              </a:spcAft>
              <a:buSzPts val="1200"/>
              <a:buNone/>
              <a:defRPr b="1"/>
            </a:lvl9pPr>
          </a:lstStyle>
          <a:p/>
        </p:txBody>
      </p:sp>
      <p:sp>
        <p:nvSpPr>
          <p:cNvPr id="47" name="Google Shape;47;p64"/>
          <p:cNvSpPr/>
          <p:nvPr>
            <p:ph idx="7" type="pic"/>
          </p:nvPr>
        </p:nvSpPr>
        <p:spPr>
          <a:xfrm>
            <a:off x="610450" y="125"/>
            <a:ext cx="2344800" cy="5143500"/>
          </a:xfrm>
          <a:prstGeom prst="parallelogram">
            <a:avLst>
              <a:gd fmla="val 0" name="adj"/>
            </a:avLst>
          </a:prstGeom>
          <a:noFill/>
          <a:ln>
            <a:noFill/>
          </a:ln>
        </p:spPr>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four columns">
  <p:cSld name="CUSTOM_1_1">
    <p:spTree>
      <p:nvGrpSpPr>
        <p:cNvPr id="48" name="Shape 48"/>
        <p:cNvGrpSpPr/>
        <p:nvPr/>
      </p:nvGrpSpPr>
      <p:grpSpPr>
        <a:xfrm>
          <a:off x="0" y="0"/>
          <a:ext cx="0" cy="0"/>
          <a:chOff x="0" y="0"/>
          <a:chExt cx="0" cy="0"/>
        </a:xfrm>
      </p:grpSpPr>
      <p:sp>
        <p:nvSpPr>
          <p:cNvPr id="49" name="Google Shape;49;p65"/>
          <p:cNvSpPr txBox="1"/>
          <p:nvPr>
            <p:ph type="title"/>
          </p:nvPr>
        </p:nvSpPr>
        <p:spPr>
          <a:xfrm>
            <a:off x="722375" y="384048"/>
            <a:ext cx="7699200" cy="572700"/>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Clr>
                <a:schemeClr val="dk1"/>
              </a:buClr>
              <a:buSzPts val="3000"/>
              <a:buNone/>
              <a:defRPr>
                <a:solidFill>
                  <a:schemeClr val="dk1"/>
                </a:solidFill>
              </a:defRPr>
            </a:lvl1pPr>
            <a:lvl2pPr lvl="1" algn="l">
              <a:lnSpc>
                <a:spcPct val="100000"/>
              </a:lnSpc>
              <a:spcBef>
                <a:spcPts val="0"/>
              </a:spcBef>
              <a:spcAft>
                <a:spcPts val="0"/>
              </a:spcAft>
              <a:buClr>
                <a:schemeClr val="dk1"/>
              </a:buClr>
              <a:buSzPts val="2800"/>
              <a:buNone/>
              <a:defRPr sz="2800">
                <a:solidFill>
                  <a:schemeClr val="dk1"/>
                </a:solidFill>
              </a:defRPr>
            </a:lvl2pPr>
            <a:lvl3pPr lvl="2" algn="l">
              <a:lnSpc>
                <a:spcPct val="100000"/>
              </a:lnSpc>
              <a:spcBef>
                <a:spcPts val="0"/>
              </a:spcBef>
              <a:spcAft>
                <a:spcPts val="0"/>
              </a:spcAft>
              <a:buClr>
                <a:schemeClr val="dk1"/>
              </a:buClr>
              <a:buSzPts val="2800"/>
              <a:buNone/>
              <a:defRPr sz="2800">
                <a:solidFill>
                  <a:schemeClr val="dk1"/>
                </a:solidFill>
              </a:defRPr>
            </a:lvl3pPr>
            <a:lvl4pPr lvl="3" algn="l">
              <a:lnSpc>
                <a:spcPct val="100000"/>
              </a:lnSpc>
              <a:spcBef>
                <a:spcPts val="0"/>
              </a:spcBef>
              <a:spcAft>
                <a:spcPts val="0"/>
              </a:spcAft>
              <a:buClr>
                <a:schemeClr val="dk1"/>
              </a:buClr>
              <a:buSzPts val="2800"/>
              <a:buNone/>
              <a:defRPr sz="2800">
                <a:solidFill>
                  <a:schemeClr val="dk1"/>
                </a:solidFill>
              </a:defRPr>
            </a:lvl4pPr>
            <a:lvl5pPr lvl="4" algn="l">
              <a:lnSpc>
                <a:spcPct val="100000"/>
              </a:lnSpc>
              <a:spcBef>
                <a:spcPts val="0"/>
              </a:spcBef>
              <a:spcAft>
                <a:spcPts val="0"/>
              </a:spcAft>
              <a:buClr>
                <a:schemeClr val="dk1"/>
              </a:buClr>
              <a:buSzPts val="2800"/>
              <a:buNone/>
              <a:defRPr sz="2800">
                <a:solidFill>
                  <a:schemeClr val="dk1"/>
                </a:solidFill>
              </a:defRPr>
            </a:lvl5pPr>
            <a:lvl6pPr lvl="5" algn="l">
              <a:lnSpc>
                <a:spcPct val="100000"/>
              </a:lnSpc>
              <a:spcBef>
                <a:spcPts val="0"/>
              </a:spcBef>
              <a:spcAft>
                <a:spcPts val="0"/>
              </a:spcAft>
              <a:buClr>
                <a:schemeClr val="dk1"/>
              </a:buClr>
              <a:buSzPts val="2800"/>
              <a:buNone/>
              <a:defRPr sz="2800">
                <a:solidFill>
                  <a:schemeClr val="dk1"/>
                </a:solidFill>
              </a:defRPr>
            </a:lvl6pPr>
            <a:lvl7pPr lvl="6" algn="l">
              <a:lnSpc>
                <a:spcPct val="100000"/>
              </a:lnSpc>
              <a:spcBef>
                <a:spcPts val="0"/>
              </a:spcBef>
              <a:spcAft>
                <a:spcPts val="0"/>
              </a:spcAft>
              <a:buClr>
                <a:schemeClr val="dk1"/>
              </a:buClr>
              <a:buSzPts val="2800"/>
              <a:buNone/>
              <a:defRPr sz="2800">
                <a:solidFill>
                  <a:schemeClr val="dk1"/>
                </a:solidFill>
              </a:defRPr>
            </a:lvl7pPr>
            <a:lvl8pPr lvl="7" algn="l">
              <a:lnSpc>
                <a:spcPct val="100000"/>
              </a:lnSpc>
              <a:spcBef>
                <a:spcPts val="0"/>
              </a:spcBef>
              <a:spcAft>
                <a:spcPts val="0"/>
              </a:spcAft>
              <a:buClr>
                <a:schemeClr val="dk1"/>
              </a:buClr>
              <a:buSzPts val="2800"/>
              <a:buNone/>
              <a:defRPr sz="2800">
                <a:solidFill>
                  <a:schemeClr val="dk1"/>
                </a:solidFill>
              </a:defRPr>
            </a:lvl8pPr>
            <a:lvl9pPr lvl="8" algn="l">
              <a:lnSpc>
                <a:spcPct val="100000"/>
              </a:lnSpc>
              <a:spcBef>
                <a:spcPts val="0"/>
              </a:spcBef>
              <a:spcAft>
                <a:spcPts val="0"/>
              </a:spcAft>
              <a:buClr>
                <a:schemeClr val="dk1"/>
              </a:buClr>
              <a:buSzPts val="2800"/>
              <a:buNone/>
              <a:defRPr sz="2800">
                <a:solidFill>
                  <a:schemeClr val="dk1"/>
                </a:solidFill>
              </a:defRPr>
            </a:lvl9pPr>
          </a:lstStyle>
          <a:p/>
        </p:txBody>
      </p:sp>
      <p:sp>
        <p:nvSpPr>
          <p:cNvPr id="50" name="Google Shape;50;p65"/>
          <p:cNvSpPr txBox="1"/>
          <p:nvPr>
            <p:ph idx="1" type="subTitle"/>
          </p:nvPr>
        </p:nvSpPr>
        <p:spPr>
          <a:xfrm>
            <a:off x="1569075" y="1800825"/>
            <a:ext cx="2782500" cy="871200"/>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SzPts val="1200"/>
              <a:buNone/>
              <a:defRPr/>
            </a:lvl1pPr>
            <a:lvl2pPr lvl="1" algn="ctr">
              <a:lnSpc>
                <a:spcPct val="100000"/>
              </a:lnSpc>
              <a:spcBef>
                <a:spcPts val="0"/>
              </a:spcBef>
              <a:spcAft>
                <a:spcPts val="0"/>
              </a:spcAft>
              <a:buSzPts val="1200"/>
              <a:buNone/>
              <a:defRPr/>
            </a:lvl2pPr>
            <a:lvl3pPr lvl="2" algn="ctr">
              <a:lnSpc>
                <a:spcPct val="100000"/>
              </a:lnSpc>
              <a:spcBef>
                <a:spcPts val="0"/>
              </a:spcBef>
              <a:spcAft>
                <a:spcPts val="0"/>
              </a:spcAft>
              <a:buSzPts val="1200"/>
              <a:buNone/>
              <a:defRPr/>
            </a:lvl3pPr>
            <a:lvl4pPr lvl="3" algn="ctr">
              <a:lnSpc>
                <a:spcPct val="100000"/>
              </a:lnSpc>
              <a:spcBef>
                <a:spcPts val="0"/>
              </a:spcBef>
              <a:spcAft>
                <a:spcPts val="0"/>
              </a:spcAft>
              <a:buSzPts val="1200"/>
              <a:buNone/>
              <a:defRPr/>
            </a:lvl4pPr>
            <a:lvl5pPr lvl="4" algn="ctr">
              <a:lnSpc>
                <a:spcPct val="100000"/>
              </a:lnSpc>
              <a:spcBef>
                <a:spcPts val="0"/>
              </a:spcBef>
              <a:spcAft>
                <a:spcPts val="0"/>
              </a:spcAft>
              <a:buSzPts val="1200"/>
              <a:buNone/>
              <a:defRPr/>
            </a:lvl5pPr>
            <a:lvl6pPr lvl="5" algn="ctr">
              <a:lnSpc>
                <a:spcPct val="100000"/>
              </a:lnSpc>
              <a:spcBef>
                <a:spcPts val="0"/>
              </a:spcBef>
              <a:spcAft>
                <a:spcPts val="0"/>
              </a:spcAft>
              <a:buSzPts val="1200"/>
              <a:buNone/>
              <a:defRPr/>
            </a:lvl6pPr>
            <a:lvl7pPr lvl="6" algn="ctr">
              <a:lnSpc>
                <a:spcPct val="100000"/>
              </a:lnSpc>
              <a:spcBef>
                <a:spcPts val="0"/>
              </a:spcBef>
              <a:spcAft>
                <a:spcPts val="0"/>
              </a:spcAft>
              <a:buSzPts val="1200"/>
              <a:buNone/>
              <a:defRPr/>
            </a:lvl7pPr>
            <a:lvl8pPr lvl="7" algn="ctr">
              <a:lnSpc>
                <a:spcPct val="100000"/>
              </a:lnSpc>
              <a:spcBef>
                <a:spcPts val="0"/>
              </a:spcBef>
              <a:spcAft>
                <a:spcPts val="0"/>
              </a:spcAft>
              <a:buSzPts val="1200"/>
              <a:buNone/>
              <a:defRPr/>
            </a:lvl8pPr>
            <a:lvl9pPr lvl="8" algn="ctr">
              <a:lnSpc>
                <a:spcPct val="100000"/>
              </a:lnSpc>
              <a:spcBef>
                <a:spcPts val="0"/>
              </a:spcBef>
              <a:spcAft>
                <a:spcPts val="0"/>
              </a:spcAft>
              <a:buSzPts val="1200"/>
              <a:buNone/>
              <a:defRPr/>
            </a:lvl9pPr>
          </a:lstStyle>
          <a:p/>
        </p:txBody>
      </p:sp>
      <p:sp>
        <p:nvSpPr>
          <p:cNvPr id="51" name="Google Shape;51;p65"/>
          <p:cNvSpPr txBox="1"/>
          <p:nvPr>
            <p:ph idx="2" type="subTitle"/>
          </p:nvPr>
        </p:nvSpPr>
        <p:spPr>
          <a:xfrm>
            <a:off x="5484225" y="1800825"/>
            <a:ext cx="2782500" cy="871200"/>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SzPts val="1200"/>
              <a:buNone/>
              <a:defRPr/>
            </a:lvl1pPr>
            <a:lvl2pPr lvl="1" algn="ctr">
              <a:lnSpc>
                <a:spcPct val="100000"/>
              </a:lnSpc>
              <a:spcBef>
                <a:spcPts val="0"/>
              </a:spcBef>
              <a:spcAft>
                <a:spcPts val="0"/>
              </a:spcAft>
              <a:buSzPts val="1200"/>
              <a:buNone/>
              <a:defRPr/>
            </a:lvl2pPr>
            <a:lvl3pPr lvl="2" algn="ctr">
              <a:lnSpc>
                <a:spcPct val="100000"/>
              </a:lnSpc>
              <a:spcBef>
                <a:spcPts val="0"/>
              </a:spcBef>
              <a:spcAft>
                <a:spcPts val="0"/>
              </a:spcAft>
              <a:buSzPts val="1200"/>
              <a:buNone/>
              <a:defRPr/>
            </a:lvl3pPr>
            <a:lvl4pPr lvl="3" algn="ctr">
              <a:lnSpc>
                <a:spcPct val="100000"/>
              </a:lnSpc>
              <a:spcBef>
                <a:spcPts val="0"/>
              </a:spcBef>
              <a:spcAft>
                <a:spcPts val="0"/>
              </a:spcAft>
              <a:buSzPts val="1200"/>
              <a:buNone/>
              <a:defRPr/>
            </a:lvl4pPr>
            <a:lvl5pPr lvl="4" algn="ctr">
              <a:lnSpc>
                <a:spcPct val="100000"/>
              </a:lnSpc>
              <a:spcBef>
                <a:spcPts val="0"/>
              </a:spcBef>
              <a:spcAft>
                <a:spcPts val="0"/>
              </a:spcAft>
              <a:buSzPts val="1200"/>
              <a:buNone/>
              <a:defRPr/>
            </a:lvl5pPr>
            <a:lvl6pPr lvl="5" algn="ctr">
              <a:lnSpc>
                <a:spcPct val="100000"/>
              </a:lnSpc>
              <a:spcBef>
                <a:spcPts val="0"/>
              </a:spcBef>
              <a:spcAft>
                <a:spcPts val="0"/>
              </a:spcAft>
              <a:buSzPts val="1200"/>
              <a:buNone/>
              <a:defRPr/>
            </a:lvl6pPr>
            <a:lvl7pPr lvl="6" algn="ctr">
              <a:lnSpc>
                <a:spcPct val="100000"/>
              </a:lnSpc>
              <a:spcBef>
                <a:spcPts val="0"/>
              </a:spcBef>
              <a:spcAft>
                <a:spcPts val="0"/>
              </a:spcAft>
              <a:buSzPts val="1200"/>
              <a:buNone/>
              <a:defRPr/>
            </a:lvl7pPr>
            <a:lvl8pPr lvl="7" algn="ctr">
              <a:lnSpc>
                <a:spcPct val="100000"/>
              </a:lnSpc>
              <a:spcBef>
                <a:spcPts val="0"/>
              </a:spcBef>
              <a:spcAft>
                <a:spcPts val="0"/>
              </a:spcAft>
              <a:buSzPts val="1200"/>
              <a:buNone/>
              <a:defRPr/>
            </a:lvl8pPr>
            <a:lvl9pPr lvl="8" algn="ctr">
              <a:lnSpc>
                <a:spcPct val="100000"/>
              </a:lnSpc>
              <a:spcBef>
                <a:spcPts val="0"/>
              </a:spcBef>
              <a:spcAft>
                <a:spcPts val="0"/>
              </a:spcAft>
              <a:buSzPts val="1200"/>
              <a:buNone/>
              <a:defRPr/>
            </a:lvl9pPr>
          </a:lstStyle>
          <a:p/>
        </p:txBody>
      </p:sp>
      <p:sp>
        <p:nvSpPr>
          <p:cNvPr id="52" name="Google Shape;52;p65"/>
          <p:cNvSpPr txBox="1"/>
          <p:nvPr>
            <p:ph idx="3" type="subTitle"/>
          </p:nvPr>
        </p:nvSpPr>
        <p:spPr>
          <a:xfrm>
            <a:off x="1569074" y="1409025"/>
            <a:ext cx="2782500" cy="489600"/>
          </a:xfrm>
          <a:prstGeom prst="rect">
            <a:avLst/>
          </a:prstGeom>
          <a:noFill/>
          <a:ln>
            <a:noFill/>
          </a:ln>
        </p:spPr>
        <p:txBody>
          <a:bodyPr anchorCtr="0" anchor="b" bIns="91425" lIns="91425" spcFirstLastPara="1" rIns="91425" wrap="square" tIns="91425">
            <a:noAutofit/>
          </a:bodyPr>
          <a:lstStyle>
            <a:lvl1pPr lvl="0" algn="l">
              <a:lnSpc>
                <a:spcPct val="100000"/>
              </a:lnSpc>
              <a:spcBef>
                <a:spcPts val="0"/>
              </a:spcBef>
              <a:spcAft>
                <a:spcPts val="0"/>
              </a:spcAft>
              <a:buSzPts val="1200"/>
              <a:buNone/>
              <a:defRPr sz="1800">
                <a:latin typeface="Kanit SemiBold"/>
                <a:ea typeface="Kanit SemiBold"/>
                <a:cs typeface="Kanit SemiBold"/>
                <a:sym typeface="Kanit SemiBold"/>
              </a:defRPr>
            </a:lvl1pPr>
            <a:lvl2pPr lvl="1" algn="ctr">
              <a:lnSpc>
                <a:spcPct val="100000"/>
              </a:lnSpc>
              <a:spcBef>
                <a:spcPts val="0"/>
              </a:spcBef>
              <a:spcAft>
                <a:spcPts val="0"/>
              </a:spcAft>
              <a:buSzPts val="1200"/>
              <a:buNone/>
              <a:defRPr b="1"/>
            </a:lvl2pPr>
            <a:lvl3pPr lvl="2" algn="ctr">
              <a:lnSpc>
                <a:spcPct val="100000"/>
              </a:lnSpc>
              <a:spcBef>
                <a:spcPts val="0"/>
              </a:spcBef>
              <a:spcAft>
                <a:spcPts val="0"/>
              </a:spcAft>
              <a:buSzPts val="1200"/>
              <a:buNone/>
              <a:defRPr b="1"/>
            </a:lvl3pPr>
            <a:lvl4pPr lvl="3" algn="ctr">
              <a:lnSpc>
                <a:spcPct val="100000"/>
              </a:lnSpc>
              <a:spcBef>
                <a:spcPts val="0"/>
              </a:spcBef>
              <a:spcAft>
                <a:spcPts val="0"/>
              </a:spcAft>
              <a:buSzPts val="1200"/>
              <a:buNone/>
              <a:defRPr b="1"/>
            </a:lvl4pPr>
            <a:lvl5pPr lvl="4" algn="ctr">
              <a:lnSpc>
                <a:spcPct val="100000"/>
              </a:lnSpc>
              <a:spcBef>
                <a:spcPts val="0"/>
              </a:spcBef>
              <a:spcAft>
                <a:spcPts val="0"/>
              </a:spcAft>
              <a:buSzPts val="1200"/>
              <a:buNone/>
              <a:defRPr b="1"/>
            </a:lvl5pPr>
            <a:lvl6pPr lvl="5" algn="ctr">
              <a:lnSpc>
                <a:spcPct val="100000"/>
              </a:lnSpc>
              <a:spcBef>
                <a:spcPts val="0"/>
              </a:spcBef>
              <a:spcAft>
                <a:spcPts val="0"/>
              </a:spcAft>
              <a:buSzPts val="1200"/>
              <a:buNone/>
              <a:defRPr b="1"/>
            </a:lvl6pPr>
            <a:lvl7pPr lvl="6" algn="ctr">
              <a:lnSpc>
                <a:spcPct val="100000"/>
              </a:lnSpc>
              <a:spcBef>
                <a:spcPts val="0"/>
              </a:spcBef>
              <a:spcAft>
                <a:spcPts val="0"/>
              </a:spcAft>
              <a:buSzPts val="1200"/>
              <a:buNone/>
              <a:defRPr b="1"/>
            </a:lvl7pPr>
            <a:lvl8pPr lvl="7" algn="ctr">
              <a:lnSpc>
                <a:spcPct val="100000"/>
              </a:lnSpc>
              <a:spcBef>
                <a:spcPts val="0"/>
              </a:spcBef>
              <a:spcAft>
                <a:spcPts val="0"/>
              </a:spcAft>
              <a:buSzPts val="1200"/>
              <a:buNone/>
              <a:defRPr b="1"/>
            </a:lvl8pPr>
            <a:lvl9pPr lvl="8" algn="ctr">
              <a:lnSpc>
                <a:spcPct val="100000"/>
              </a:lnSpc>
              <a:spcBef>
                <a:spcPts val="0"/>
              </a:spcBef>
              <a:spcAft>
                <a:spcPts val="0"/>
              </a:spcAft>
              <a:buSzPts val="1200"/>
              <a:buNone/>
              <a:defRPr b="1"/>
            </a:lvl9pPr>
          </a:lstStyle>
          <a:p/>
        </p:txBody>
      </p:sp>
      <p:sp>
        <p:nvSpPr>
          <p:cNvPr id="53" name="Google Shape;53;p65"/>
          <p:cNvSpPr txBox="1"/>
          <p:nvPr>
            <p:ph idx="4" type="subTitle"/>
          </p:nvPr>
        </p:nvSpPr>
        <p:spPr>
          <a:xfrm>
            <a:off x="5484125" y="1409025"/>
            <a:ext cx="2782500" cy="489600"/>
          </a:xfrm>
          <a:prstGeom prst="rect">
            <a:avLst/>
          </a:prstGeom>
          <a:noFill/>
          <a:ln>
            <a:noFill/>
          </a:ln>
        </p:spPr>
        <p:txBody>
          <a:bodyPr anchorCtr="0" anchor="b" bIns="91425" lIns="91425" spcFirstLastPara="1" rIns="91425" wrap="square" tIns="91425">
            <a:noAutofit/>
          </a:bodyPr>
          <a:lstStyle>
            <a:lvl1pPr lvl="0" algn="l">
              <a:lnSpc>
                <a:spcPct val="100000"/>
              </a:lnSpc>
              <a:spcBef>
                <a:spcPts val="0"/>
              </a:spcBef>
              <a:spcAft>
                <a:spcPts val="0"/>
              </a:spcAft>
              <a:buSzPts val="1200"/>
              <a:buNone/>
              <a:defRPr sz="1800">
                <a:latin typeface="Kanit SemiBold"/>
                <a:ea typeface="Kanit SemiBold"/>
                <a:cs typeface="Kanit SemiBold"/>
                <a:sym typeface="Kanit SemiBold"/>
              </a:defRPr>
            </a:lvl1pPr>
            <a:lvl2pPr lvl="1" algn="ctr">
              <a:lnSpc>
                <a:spcPct val="100000"/>
              </a:lnSpc>
              <a:spcBef>
                <a:spcPts val="0"/>
              </a:spcBef>
              <a:spcAft>
                <a:spcPts val="0"/>
              </a:spcAft>
              <a:buSzPts val="1200"/>
              <a:buNone/>
              <a:defRPr b="1"/>
            </a:lvl2pPr>
            <a:lvl3pPr lvl="2" algn="ctr">
              <a:lnSpc>
                <a:spcPct val="100000"/>
              </a:lnSpc>
              <a:spcBef>
                <a:spcPts val="0"/>
              </a:spcBef>
              <a:spcAft>
                <a:spcPts val="0"/>
              </a:spcAft>
              <a:buSzPts val="1200"/>
              <a:buNone/>
              <a:defRPr b="1"/>
            </a:lvl3pPr>
            <a:lvl4pPr lvl="3" algn="ctr">
              <a:lnSpc>
                <a:spcPct val="100000"/>
              </a:lnSpc>
              <a:spcBef>
                <a:spcPts val="0"/>
              </a:spcBef>
              <a:spcAft>
                <a:spcPts val="0"/>
              </a:spcAft>
              <a:buSzPts val="1200"/>
              <a:buNone/>
              <a:defRPr b="1"/>
            </a:lvl4pPr>
            <a:lvl5pPr lvl="4" algn="ctr">
              <a:lnSpc>
                <a:spcPct val="100000"/>
              </a:lnSpc>
              <a:spcBef>
                <a:spcPts val="0"/>
              </a:spcBef>
              <a:spcAft>
                <a:spcPts val="0"/>
              </a:spcAft>
              <a:buSzPts val="1200"/>
              <a:buNone/>
              <a:defRPr b="1"/>
            </a:lvl5pPr>
            <a:lvl6pPr lvl="5" algn="ctr">
              <a:lnSpc>
                <a:spcPct val="100000"/>
              </a:lnSpc>
              <a:spcBef>
                <a:spcPts val="0"/>
              </a:spcBef>
              <a:spcAft>
                <a:spcPts val="0"/>
              </a:spcAft>
              <a:buSzPts val="1200"/>
              <a:buNone/>
              <a:defRPr b="1"/>
            </a:lvl6pPr>
            <a:lvl7pPr lvl="6" algn="ctr">
              <a:lnSpc>
                <a:spcPct val="100000"/>
              </a:lnSpc>
              <a:spcBef>
                <a:spcPts val="0"/>
              </a:spcBef>
              <a:spcAft>
                <a:spcPts val="0"/>
              </a:spcAft>
              <a:buSzPts val="1200"/>
              <a:buNone/>
              <a:defRPr b="1"/>
            </a:lvl7pPr>
            <a:lvl8pPr lvl="7" algn="ctr">
              <a:lnSpc>
                <a:spcPct val="100000"/>
              </a:lnSpc>
              <a:spcBef>
                <a:spcPts val="0"/>
              </a:spcBef>
              <a:spcAft>
                <a:spcPts val="0"/>
              </a:spcAft>
              <a:buSzPts val="1200"/>
              <a:buNone/>
              <a:defRPr b="1"/>
            </a:lvl8pPr>
            <a:lvl9pPr lvl="8" algn="ctr">
              <a:lnSpc>
                <a:spcPct val="100000"/>
              </a:lnSpc>
              <a:spcBef>
                <a:spcPts val="0"/>
              </a:spcBef>
              <a:spcAft>
                <a:spcPts val="0"/>
              </a:spcAft>
              <a:buSzPts val="1200"/>
              <a:buNone/>
              <a:defRPr b="1"/>
            </a:lvl9pPr>
          </a:lstStyle>
          <a:p/>
        </p:txBody>
      </p:sp>
      <p:sp>
        <p:nvSpPr>
          <p:cNvPr id="54" name="Google Shape;54;p65"/>
          <p:cNvSpPr txBox="1"/>
          <p:nvPr>
            <p:ph idx="5" type="subTitle"/>
          </p:nvPr>
        </p:nvSpPr>
        <p:spPr>
          <a:xfrm>
            <a:off x="1569075" y="3548575"/>
            <a:ext cx="2782500" cy="871200"/>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SzPts val="1200"/>
              <a:buNone/>
              <a:defRPr/>
            </a:lvl1pPr>
            <a:lvl2pPr lvl="1" algn="ctr">
              <a:lnSpc>
                <a:spcPct val="100000"/>
              </a:lnSpc>
              <a:spcBef>
                <a:spcPts val="0"/>
              </a:spcBef>
              <a:spcAft>
                <a:spcPts val="0"/>
              </a:spcAft>
              <a:buSzPts val="1200"/>
              <a:buNone/>
              <a:defRPr/>
            </a:lvl2pPr>
            <a:lvl3pPr lvl="2" algn="ctr">
              <a:lnSpc>
                <a:spcPct val="100000"/>
              </a:lnSpc>
              <a:spcBef>
                <a:spcPts val="0"/>
              </a:spcBef>
              <a:spcAft>
                <a:spcPts val="0"/>
              </a:spcAft>
              <a:buSzPts val="1200"/>
              <a:buNone/>
              <a:defRPr/>
            </a:lvl3pPr>
            <a:lvl4pPr lvl="3" algn="ctr">
              <a:lnSpc>
                <a:spcPct val="100000"/>
              </a:lnSpc>
              <a:spcBef>
                <a:spcPts val="0"/>
              </a:spcBef>
              <a:spcAft>
                <a:spcPts val="0"/>
              </a:spcAft>
              <a:buSzPts val="1200"/>
              <a:buNone/>
              <a:defRPr/>
            </a:lvl4pPr>
            <a:lvl5pPr lvl="4" algn="ctr">
              <a:lnSpc>
                <a:spcPct val="100000"/>
              </a:lnSpc>
              <a:spcBef>
                <a:spcPts val="0"/>
              </a:spcBef>
              <a:spcAft>
                <a:spcPts val="0"/>
              </a:spcAft>
              <a:buSzPts val="1200"/>
              <a:buNone/>
              <a:defRPr/>
            </a:lvl5pPr>
            <a:lvl6pPr lvl="5" algn="ctr">
              <a:lnSpc>
                <a:spcPct val="100000"/>
              </a:lnSpc>
              <a:spcBef>
                <a:spcPts val="0"/>
              </a:spcBef>
              <a:spcAft>
                <a:spcPts val="0"/>
              </a:spcAft>
              <a:buSzPts val="1200"/>
              <a:buNone/>
              <a:defRPr/>
            </a:lvl6pPr>
            <a:lvl7pPr lvl="6" algn="ctr">
              <a:lnSpc>
                <a:spcPct val="100000"/>
              </a:lnSpc>
              <a:spcBef>
                <a:spcPts val="0"/>
              </a:spcBef>
              <a:spcAft>
                <a:spcPts val="0"/>
              </a:spcAft>
              <a:buSzPts val="1200"/>
              <a:buNone/>
              <a:defRPr/>
            </a:lvl7pPr>
            <a:lvl8pPr lvl="7" algn="ctr">
              <a:lnSpc>
                <a:spcPct val="100000"/>
              </a:lnSpc>
              <a:spcBef>
                <a:spcPts val="0"/>
              </a:spcBef>
              <a:spcAft>
                <a:spcPts val="0"/>
              </a:spcAft>
              <a:buSzPts val="1200"/>
              <a:buNone/>
              <a:defRPr/>
            </a:lvl8pPr>
            <a:lvl9pPr lvl="8" algn="ctr">
              <a:lnSpc>
                <a:spcPct val="100000"/>
              </a:lnSpc>
              <a:spcBef>
                <a:spcPts val="0"/>
              </a:spcBef>
              <a:spcAft>
                <a:spcPts val="0"/>
              </a:spcAft>
              <a:buSzPts val="1200"/>
              <a:buNone/>
              <a:defRPr/>
            </a:lvl9pPr>
          </a:lstStyle>
          <a:p/>
        </p:txBody>
      </p:sp>
      <p:sp>
        <p:nvSpPr>
          <p:cNvPr id="55" name="Google Shape;55;p65"/>
          <p:cNvSpPr txBox="1"/>
          <p:nvPr>
            <p:ph idx="6" type="subTitle"/>
          </p:nvPr>
        </p:nvSpPr>
        <p:spPr>
          <a:xfrm>
            <a:off x="5484225" y="3548575"/>
            <a:ext cx="2782500" cy="871200"/>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SzPts val="1200"/>
              <a:buNone/>
              <a:defRPr/>
            </a:lvl1pPr>
            <a:lvl2pPr lvl="1" algn="ctr">
              <a:lnSpc>
                <a:spcPct val="100000"/>
              </a:lnSpc>
              <a:spcBef>
                <a:spcPts val="0"/>
              </a:spcBef>
              <a:spcAft>
                <a:spcPts val="0"/>
              </a:spcAft>
              <a:buSzPts val="1200"/>
              <a:buNone/>
              <a:defRPr/>
            </a:lvl2pPr>
            <a:lvl3pPr lvl="2" algn="ctr">
              <a:lnSpc>
                <a:spcPct val="100000"/>
              </a:lnSpc>
              <a:spcBef>
                <a:spcPts val="0"/>
              </a:spcBef>
              <a:spcAft>
                <a:spcPts val="0"/>
              </a:spcAft>
              <a:buSzPts val="1200"/>
              <a:buNone/>
              <a:defRPr/>
            </a:lvl3pPr>
            <a:lvl4pPr lvl="3" algn="ctr">
              <a:lnSpc>
                <a:spcPct val="100000"/>
              </a:lnSpc>
              <a:spcBef>
                <a:spcPts val="0"/>
              </a:spcBef>
              <a:spcAft>
                <a:spcPts val="0"/>
              </a:spcAft>
              <a:buSzPts val="1200"/>
              <a:buNone/>
              <a:defRPr/>
            </a:lvl4pPr>
            <a:lvl5pPr lvl="4" algn="ctr">
              <a:lnSpc>
                <a:spcPct val="100000"/>
              </a:lnSpc>
              <a:spcBef>
                <a:spcPts val="0"/>
              </a:spcBef>
              <a:spcAft>
                <a:spcPts val="0"/>
              </a:spcAft>
              <a:buSzPts val="1200"/>
              <a:buNone/>
              <a:defRPr/>
            </a:lvl5pPr>
            <a:lvl6pPr lvl="5" algn="ctr">
              <a:lnSpc>
                <a:spcPct val="100000"/>
              </a:lnSpc>
              <a:spcBef>
                <a:spcPts val="0"/>
              </a:spcBef>
              <a:spcAft>
                <a:spcPts val="0"/>
              </a:spcAft>
              <a:buSzPts val="1200"/>
              <a:buNone/>
              <a:defRPr/>
            </a:lvl6pPr>
            <a:lvl7pPr lvl="6" algn="ctr">
              <a:lnSpc>
                <a:spcPct val="100000"/>
              </a:lnSpc>
              <a:spcBef>
                <a:spcPts val="0"/>
              </a:spcBef>
              <a:spcAft>
                <a:spcPts val="0"/>
              </a:spcAft>
              <a:buSzPts val="1200"/>
              <a:buNone/>
              <a:defRPr/>
            </a:lvl7pPr>
            <a:lvl8pPr lvl="7" algn="ctr">
              <a:lnSpc>
                <a:spcPct val="100000"/>
              </a:lnSpc>
              <a:spcBef>
                <a:spcPts val="0"/>
              </a:spcBef>
              <a:spcAft>
                <a:spcPts val="0"/>
              </a:spcAft>
              <a:buSzPts val="1200"/>
              <a:buNone/>
              <a:defRPr/>
            </a:lvl8pPr>
            <a:lvl9pPr lvl="8" algn="ctr">
              <a:lnSpc>
                <a:spcPct val="100000"/>
              </a:lnSpc>
              <a:spcBef>
                <a:spcPts val="0"/>
              </a:spcBef>
              <a:spcAft>
                <a:spcPts val="0"/>
              </a:spcAft>
              <a:buSzPts val="1200"/>
              <a:buNone/>
              <a:defRPr/>
            </a:lvl9pPr>
          </a:lstStyle>
          <a:p/>
        </p:txBody>
      </p:sp>
      <p:sp>
        <p:nvSpPr>
          <p:cNvPr id="56" name="Google Shape;56;p65"/>
          <p:cNvSpPr txBox="1"/>
          <p:nvPr>
            <p:ph idx="7" type="subTitle"/>
          </p:nvPr>
        </p:nvSpPr>
        <p:spPr>
          <a:xfrm>
            <a:off x="1569074" y="3156773"/>
            <a:ext cx="2782500" cy="489600"/>
          </a:xfrm>
          <a:prstGeom prst="rect">
            <a:avLst/>
          </a:prstGeom>
          <a:noFill/>
          <a:ln>
            <a:noFill/>
          </a:ln>
        </p:spPr>
        <p:txBody>
          <a:bodyPr anchorCtr="0" anchor="b" bIns="91425" lIns="91425" spcFirstLastPara="1" rIns="91425" wrap="square" tIns="91425">
            <a:noAutofit/>
          </a:bodyPr>
          <a:lstStyle>
            <a:lvl1pPr lvl="0" algn="l">
              <a:lnSpc>
                <a:spcPct val="100000"/>
              </a:lnSpc>
              <a:spcBef>
                <a:spcPts val="0"/>
              </a:spcBef>
              <a:spcAft>
                <a:spcPts val="0"/>
              </a:spcAft>
              <a:buSzPts val="1200"/>
              <a:buNone/>
              <a:defRPr sz="1800">
                <a:latin typeface="Kanit SemiBold"/>
                <a:ea typeface="Kanit SemiBold"/>
                <a:cs typeface="Kanit SemiBold"/>
                <a:sym typeface="Kanit SemiBold"/>
              </a:defRPr>
            </a:lvl1pPr>
            <a:lvl2pPr lvl="1" algn="ctr">
              <a:lnSpc>
                <a:spcPct val="100000"/>
              </a:lnSpc>
              <a:spcBef>
                <a:spcPts val="0"/>
              </a:spcBef>
              <a:spcAft>
                <a:spcPts val="0"/>
              </a:spcAft>
              <a:buSzPts val="1200"/>
              <a:buNone/>
              <a:defRPr b="1"/>
            </a:lvl2pPr>
            <a:lvl3pPr lvl="2" algn="ctr">
              <a:lnSpc>
                <a:spcPct val="100000"/>
              </a:lnSpc>
              <a:spcBef>
                <a:spcPts val="0"/>
              </a:spcBef>
              <a:spcAft>
                <a:spcPts val="0"/>
              </a:spcAft>
              <a:buSzPts val="1200"/>
              <a:buNone/>
              <a:defRPr b="1"/>
            </a:lvl3pPr>
            <a:lvl4pPr lvl="3" algn="ctr">
              <a:lnSpc>
                <a:spcPct val="100000"/>
              </a:lnSpc>
              <a:spcBef>
                <a:spcPts val="0"/>
              </a:spcBef>
              <a:spcAft>
                <a:spcPts val="0"/>
              </a:spcAft>
              <a:buSzPts val="1200"/>
              <a:buNone/>
              <a:defRPr b="1"/>
            </a:lvl4pPr>
            <a:lvl5pPr lvl="4" algn="ctr">
              <a:lnSpc>
                <a:spcPct val="100000"/>
              </a:lnSpc>
              <a:spcBef>
                <a:spcPts val="0"/>
              </a:spcBef>
              <a:spcAft>
                <a:spcPts val="0"/>
              </a:spcAft>
              <a:buSzPts val="1200"/>
              <a:buNone/>
              <a:defRPr b="1"/>
            </a:lvl5pPr>
            <a:lvl6pPr lvl="5" algn="ctr">
              <a:lnSpc>
                <a:spcPct val="100000"/>
              </a:lnSpc>
              <a:spcBef>
                <a:spcPts val="0"/>
              </a:spcBef>
              <a:spcAft>
                <a:spcPts val="0"/>
              </a:spcAft>
              <a:buSzPts val="1200"/>
              <a:buNone/>
              <a:defRPr b="1"/>
            </a:lvl6pPr>
            <a:lvl7pPr lvl="6" algn="ctr">
              <a:lnSpc>
                <a:spcPct val="100000"/>
              </a:lnSpc>
              <a:spcBef>
                <a:spcPts val="0"/>
              </a:spcBef>
              <a:spcAft>
                <a:spcPts val="0"/>
              </a:spcAft>
              <a:buSzPts val="1200"/>
              <a:buNone/>
              <a:defRPr b="1"/>
            </a:lvl7pPr>
            <a:lvl8pPr lvl="7" algn="ctr">
              <a:lnSpc>
                <a:spcPct val="100000"/>
              </a:lnSpc>
              <a:spcBef>
                <a:spcPts val="0"/>
              </a:spcBef>
              <a:spcAft>
                <a:spcPts val="0"/>
              </a:spcAft>
              <a:buSzPts val="1200"/>
              <a:buNone/>
              <a:defRPr b="1"/>
            </a:lvl8pPr>
            <a:lvl9pPr lvl="8" algn="ctr">
              <a:lnSpc>
                <a:spcPct val="100000"/>
              </a:lnSpc>
              <a:spcBef>
                <a:spcPts val="0"/>
              </a:spcBef>
              <a:spcAft>
                <a:spcPts val="0"/>
              </a:spcAft>
              <a:buSzPts val="1200"/>
              <a:buNone/>
              <a:defRPr b="1"/>
            </a:lvl9pPr>
          </a:lstStyle>
          <a:p/>
        </p:txBody>
      </p:sp>
      <p:sp>
        <p:nvSpPr>
          <p:cNvPr id="57" name="Google Shape;57;p65"/>
          <p:cNvSpPr txBox="1"/>
          <p:nvPr>
            <p:ph idx="8" type="subTitle"/>
          </p:nvPr>
        </p:nvSpPr>
        <p:spPr>
          <a:xfrm>
            <a:off x="5484125" y="3156773"/>
            <a:ext cx="2782500" cy="489600"/>
          </a:xfrm>
          <a:prstGeom prst="rect">
            <a:avLst/>
          </a:prstGeom>
          <a:noFill/>
          <a:ln>
            <a:noFill/>
          </a:ln>
        </p:spPr>
        <p:txBody>
          <a:bodyPr anchorCtr="0" anchor="b" bIns="91425" lIns="91425" spcFirstLastPara="1" rIns="91425" wrap="square" tIns="91425">
            <a:noAutofit/>
          </a:bodyPr>
          <a:lstStyle>
            <a:lvl1pPr lvl="0" algn="l">
              <a:lnSpc>
                <a:spcPct val="100000"/>
              </a:lnSpc>
              <a:spcBef>
                <a:spcPts val="0"/>
              </a:spcBef>
              <a:spcAft>
                <a:spcPts val="0"/>
              </a:spcAft>
              <a:buSzPts val="1200"/>
              <a:buNone/>
              <a:defRPr sz="1800">
                <a:latin typeface="Kanit SemiBold"/>
                <a:ea typeface="Kanit SemiBold"/>
                <a:cs typeface="Kanit SemiBold"/>
                <a:sym typeface="Kanit SemiBold"/>
              </a:defRPr>
            </a:lvl1pPr>
            <a:lvl2pPr lvl="1" algn="ctr">
              <a:lnSpc>
                <a:spcPct val="100000"/>
              </a:lnSpc>
              <a:spcBef>
                <a:spcPts val="0"/>
              </a:spcBef>
              <a:spcAft>
                <a:spcPts val="0"/>
              </a:spcAft>
              <a:buSzPts val="1200"/>
              <a:buNone/>
              <a:defRPr b="1"/>
            </a:lvl2pPr>
            <a:lvl3pPr lvl="2" algn="ctr">
              <a:lnSpc>
                <a:spcPct val="100000"/>
              </a:lnSpc>
              <a:spcBef>
                <a:spcPts val="0"/>
              </a:spcBef>
              <a:spcAft>
                <a:spcPts val="0"/>
              </a:spcAft>
              <a:buSzPts val="1200"/>
              <a:buNone/>
              <a:defRPr b="1"/>
            </a:lvl3pPr>
            <a:lvl4pPr lvl="3" algn="ctr">
              <a:lnSpc>
                <a:spcPct val="100000"/>
              </a:lnSpc>
              <a:spcBef>
                <a:spcPts val="0"/>
              </a:spcBef>
              <a:spcAft>
                <a:spcPts val="0"/>
              </a:spcAft>
              <a:buSzPts val="1200"/>
              <a:buNone/>
              <a:defRPr b="1"/>
            </a:lvl4pPr>
            <a:lvl5pPr lvl="4" algn="ctr">
              <a:lnSpc>
                <a:spcPct val="100000"/>
              </a:lnSpc>
              <a:spcBef>
                <a:spcPts val="0"/>
              </a:spcBef>
              <a:spcAft>
                <a:spcPts val="0"/>
              </a:spcAft>
              <a:buSzPts val="1200"/>
              <a:buNone/>
              <a:defRPr b="1"/>
            </a:lvl5pPr>
            <a:lvl6pPr lvl="5" algn="ctr">
              <a:lnSpc>
                <a:spcPct val="100000"/>
              </a:lnSpc>
              <a:spcBef>
                <a:spcPts val="0"/>
              </a:spcBef>
              <a:spcAft>
                <a:spcPts val="0"/>
              </a:spcAft>
              <a:buSzPts val="1200"/>
              <a:buNone/>
              <a:defRPr b="1"/>
            </a:lvl6pPr>
            <a:lvl7pPr lvl="6" algn="ctr">
              <a:lnSpc>
                <a:spcPct val="100000"/>
              </a:lnSpc>
              <a:spcBef>
                <a:spcPts val="0"/>
              </a:spcBef>
              <a:spcAft>
                <a:spcPts val="0"/>
              </a:spcAft>
              <a:buSzPts val="1200"/>
              <a:buNone/>
              <a:defRPr b="1"/>
            </a:lvl7pPr>
            <a:lvl8pPr lvl="7" algn="ctr">
              <a:lnSpc>
                <a:spcPct val="100000"/>
              </a:lnSpc>
              <a:spcBef>
                <a:spcPts val="0"/>
              </a:spcBef>
              <a:spcAft>
                <a:spcPts val="0"/>
              </a:spcAft>
              <a:buSzPts val="1200"/>
              <a:buNone/>
              <a:defRPr b="1"/>
            </a:lvl8pPr>
            <a:lvl9pPr lvl="8" algn="ctr">
              <a:lnSpc>
                <a:spcPct val="100000"/>
              </a:lnSpc>
              <a:spcBef>
                <a:spcPts val="0"/>
              </a:spcBef>
              <a:spcAft>
                <a:spcPts val="0"/>
              </a:spcAft>
              <a:buSzPts val="1200"/>
              <a:buNone/>
              <a:defRPr b="1"/>
            </a:lvl9pPr>
          </a:lstStyle>
          <a:p/>
        </p:txBody>
      </p:sp>
      <p:grpSp>
        <p:nvGrpSpPr>
          <p:cNvPr id="58" name="Google Shape;58;p65"/>
          <p:cNvGrpSpPr/>
          <p:nvPr/>
        </p:nvGrpSpPr>
        <p:grpSpPr>
          <a:xfrm>
            <a:off x="0" y="0"/>
            <a:ext cx="9144000" cy="5143500"/>
            <a:chOff x="0" y="0"/>
            <a:chExt cx="9144000" cy="5143500"/>
          </a:xfrm>
        </p:grpSpPr>
        <p:sp>
          <p:nvSpPr>
            <p:cNvPr id="59" name="Google Shape;59;p65"/>
            <p:cNvSpPr/>
            <p:nvPr/>
          </p:nvSpPr>
          <p:spPr>
            <a:xfrm rot="10800000">
              <a:off x="8746800" y="0"/>
              <a:ext cx="397200" cy="4160700"/>
            </a:xfrm>
            <a:prstGeom prst="rtTriangle">
              <a:avLst/>
            </a:pr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0" name="Google Shape;60;p65"/>
            <p:cNvSpPr/>
            <p:nvPr/>
          </p:nvSpPr>
          <p:spPr>
            <a:xfrm>
              <a:off x="0" y="982800"/>
              <a:ext cx="397200" cy="4160700"/>
            </a:xfrm>
            <a:prstGeom prst="rtTriangle">
              <a:avLst/>
            </a:pr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61" name="Shape 61"/>
        <p:cNvGrpSpPr/>
        <p:nvPr/>
      </p:nvGrpSpPr>
      <p:grpSpPr>
        <a:xfrm>
          <a:off x="0" y="0"/>
          <a:ext cx="0" cy="0"/>
          <a:chOff x="0" y="0"/>
          <a:chExt cx="0" cy="0"/>
        </a:xfrm>
      </p:grpSpPr>
      <p:sp>
        <p:nvSpPr>
          <p:cNvPr id="62" name="Google Shape;62;p66"/>
          <p:cNvSpPr txBox="1"/>
          <p:nvPr>
            <p:ph type="title"/>
          </p:nvPr>
        </p:nvSpPr>
        <p:spPr>
          <a:xfrm>
            <a:off x="722375" y="384048"/>
            <a:ext cx="7699200" cy="572700"/>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63" name="Google Shape;63;p66"/>
          <p:cNvSpPr txBox="1"/>
          <p:nvPr>
            <p:ph idx="1" type="subTitle"/>
          </p:nvPr>
        </p:nvSpPr>
        <p:spPr>
          <a:xfrm>
            <a:off x="1224723" y="2684175"/>
            <a:ext cx="3004200" cy="1462500"/>
          </a:xfrm>
          <a:prstGeom prst="rect">
            <a:avLst/>
          </a:prstGeom>
          <a:noFill/>
          <a:ln>
            <a:noFill/>
          </a:ln>
        </p:spPr>
        <p:txBody>
          <a:bodyPr anchorCtr="0" anchor="t" bIns="91425" lIns="91425" spcFirstLastPara="1" rIns="91425" wrap="square" tIns="91425">
            <a:noAutofit/>
          </a:bodyPr>
          <a:lstStyle>
            <a:lvl1pPr lvl="0" algn="ctr">
              <a:lnSpc>
                <a:spcPct val="100000"/>
              </a:lnSpc>
              <a:spcBef>
                <a:spcPts val="0"/>
              </a:spcBef>
              <a:spcAft>
                <a:spcPts val="0"/>
              </a:spcAft>
              <a:buSzPts val="1200"/>
              <a:buNone/>
              <a:defRPr/>
            </a:lvl1pPr>
            <a:lvl2pPr lvl="1" algn="l">
              <a:lnSpc>
                <a:spcPct val="100000"/>
              </a:lnSpc>
              <a:spcBef>
                <a:spcPts val="0"/>
              </a:spcBef>
              <a:spcAft>
                <a:spcPts val="0"/>
              </a:spcAft>
              <a:buSzPts val="1200"/>
              <a:buNone/>
              <a:defRPr/>
            </a:lvl2pPr>
            <a:lvl3pPr lvl="2" algn="l">
              <a:lnSpc>
                <a:spcPct val="100000"/>
              </a:lnSpc>
              <a:spcBef>
                <a:spcPts val="0"/>
              </a:spcBef>
              <a:spcAft>
                <a:spcPts val="0"/>
              </a:spcAft>
              <a:buSzPts val="1200"/>
              <a:buNone/>
              <a:defRPr/>
            </a:lvl3pPr>
            <a:lvl4pPr lvl="3" algn="l">
              <a:lnSpc>
                <a:spcPct val="100000"/>
              </a:lnSpc>
              <a:spcBef>
                <a:spcPts val="0"/>
              </a:spcBef>
              <a:spcAft>
                <a:spcPts val="0"/>
              </a:spcAft>
              <a:buSzPts val="1200"/>
              <a:buNone/>
              <a:defRPr/>
            </a:lvl4pPr>
            <a:lvl5pPr lvl="4" algn="l">
              <a:lnSpc>
                <a:spcPct val="100000"/>
              </a:lnSpc>
              <a:spcBef>
                <a:spcPts val="0"/>
              </a:spcBef>
              <a:spcAft>
                <a:spcPts val="0"/>
              </a:spcAft>
              <a:buSzPts val="1200"/>
              <a:buNone/>
              <a:defRPr/>
            </a:lvl5pPr>
            <a:lvl6pPr lvl="5" algn="l">
              <a:lnSpc>
                <a:spcPct val="100000"/>
              </a:lnSpc>
              <a:spcBef>
                <a:spcPts val="0"/>
              </a:spcBef>
              <a:spcAft>
                <a:spcPts val="0"/>
              </a:spcAft>
              <a:buSzPts val="1200"/>
              <a:buNone/>
              <a:defRPr/>
            </a:lvl6pPr>
            <a:lvl7pPr lvl="6" algn="l">
              <a:lnSpc>
                <a:spcPct val="100000"/>
              </a:lnSpc>
              <a:spcBef>
                <a:spcPts val="0"/>
              </a:spcBef>
              <a:spcAft>
                <a:spcPts val="0"/>
              </a:spcAft>
              <a:buSzPts val="1200"/>
              <a:buNone/>
              <a:defRPr/>
            </a:lvl7pPr>
            <a:lvl8pPr lvl="7" algn="l">
              <a:lnSpc>
                <a:spcPct val="100000"/>
              </a:lnSpc>
              <a:spcBef>
                <a:spcPts val="0"/>
              </a:spcBef>
              <a:spcAft>
                <a:spcPts val="0"/>
              </a:spcAft>
              <a:buSzPts val="1200"/>
              <a:buNone/>
              <a:defRPr/>
            </a:lvl8pPr>
            <a:lvl9pPr lvl="8" algn="l">
              <a:lnSpc>
                <a:spcPct val="100000"/>
              </a:lnSpc>
              <a:spcBef>
                <a:spcPts val="0"/>
              </a:spcBef>
              <a:spcAft>
                <a:spcPts val="0"/>
              </a:spcAft>
              <a:buSzPts val="1200"/>
              <a:buNone/>
              <a:defRPr/>
            </a:lvl9pPr>
          </a:lstStyle>
          <a:p/>
        </p:txBody>
      </p:sp>
      <p:sp>
        <p:nvSpPr>
          <p:cNvPr id="64" name="Google Shape;64;p66"/>
          <p:cNvSpPr txBox="1"/>
          <p:nvPr>
            <p:ph idx="2" type="subTitle"/>
          </p:nvPr>
        </p:nvSpPr>
        <p:spPr>
          <a:xfrm>
            <a:off x="4915077" y="2684175"/>
            <a:ext cx="3004200" cy="1462500"/>
          </a:xfrm>
          <a:prstGeom prst="rect">
            <a:avLst/>
          </a:prstGeom>
          <a:noFill/>
          <a:ln>
            <a:noFill/>
          </a:ln>
        </p:spPr>
        <p:txBody>
          <a:bodyPr anchorCtr="0" anchor="t" bIns="91425" lIns="91425" spcFirstLastPara="1" rIns="91425" wrap="square" tIns="91425">
            <a:noAutofit/>
          </a:bodyPr>
          <a:lstStyle>
            <a:lvl1pPr lvl="0" algn="ctr">
              <a:lnSpc>
                <a:spcPct val="100000"/>
              </a:lnSpc>
              <a:spcBef>
                <a:spcPts val="0"/>
              </a:spcBef>
              <a:spcAft>
                <a:spcPts val="0"/>
              </a:spcAft>
              <a:buSzPts val="1200"/>
              <a:buNone/>
              <a:defRPr/>
            </a:lvl1pPr>
            <a:lvl2pPr lvl="1" algn="l">
              <a:lnSpc>
                <a:spcPct val="100000"/>
              </a:lnSpc>
              <a:spcBef>
                <a:spcPts val="0"/>
              </a:spcBef>
              <a:spcAft>
                <a:spcPts val="0"/>
              </a:spcAft>
              <a:buSzPts val="1200"/>
              <a:buNone/>
              <a:defRPr/>
            </a:lvl2pPr>
            <a:lvl3pPr lvl="2" algn="l">
              <a:lnSpc>
                <a:spcPct val="100000"/>
              </a:lnSpc>
              <a:spcBef>
                <a:spcPts val="0"/>
              </a:spcBef>
              <a:spcAft>
                <a:spcPts val="0"/>
              </a:spcAft>
              <a:buSzPts val="1200"/>
              <a:buNone/>
              <a:defRPr/>
            </a:lvl3pPr>
            <a:lvl4pPr lvl="3" algn="l">
              <a:lnSpc>
                <a:spcPct val="100000"/>
              </a:lnSpc>
              <a:spcBef>
                <a:spcPts val="0"/>
              </a:spcBef>
              <a:spcAft>
                <a:spcPts val="0"/>
              </a:spcAft>
              <a:buSzPts val="1200"/>
              <a:buNone/>
              <a:defRPr/>
            </a:lvl4pPr>
            <a:lvl5pPr lvl="4" algn="l">
              <a:lnSpc>
                <a:spcPct val="100000"/>
              </a:lnSpc>
              <a:spcBef>
                <a:spcPts val="0"/>
              </a:spcBef>
              <a:spcAft>
                <a:spcPts val="0"/>
              </a:spcAft>
              <a:buSzPts val="1200"/>
              <a:buNone/>
              <a:defRPr/>
            </a:lvl5pPr>
            <a:lvl6pPr lvl="5" algn="l">
              <a:lnSpc>
                <a:spcPct val="100000"/>
              </a:lnSpc>
              <a:spcBef>
                <a:spcPts val="0"/>
              </a:spcBef>
              <a:spcAft>
                <a:spcPts val="0"/>
              </a:spcAft>
              <a:buSzPts val="1200"/>
              <a:buNone/>
              <a:defRPr/>
            </a:lvl6pPr>
            <a:lvl7pPr lvl="6" algn="l">
              <a:lnSpc>
                <a:spcPct val="100000"/>
              </a:lnSpc>
              <a:spcBef>
                <a:spcPts val="0"/>
              </a:spcBef>
              <a:spcAft>
                <a:spcPts val="0"/>
              </a:spcAft>
              <a:buSzPts val="1200"/>
              <a:buNone/>
              <a:defRPr/>
            </a:lvl7pPr>
            <a:lvl8pPr lvl="7" algn="l">
              <a:lnSpc>
                <a:spcPct val="100000"/>
              </a:lnSpc>
              <a:spcBef>
                <a:spcPts val="0"/>
              </a:spcBef>
              <a:spcAft>
                <a:spcPts val="0"/>
              </a:spcAft>
              <a:buSzPts val="1200"/>
              <a:buNone/>
              <a:defRPr/>
            </a:lvl8pPr>
            <a:lvl9pPr lvl="8" algn="l">
              <a:lnSpc>
                <a:spcPct val="100000"/>
              </a:lnSpc>
              <a:spcBef>
                <a:spcPts val="0"/>
              </a:spcBef>
              <a:spcAft>
                <a:spcPts val="0"/>
              </a:spcAft>
              <a:buSzPts val="1200"/>
              <a:buNone/>
              <a:defRPr/>
            </a:lvl9pPr>
          </a:lstStyle>
          <a:p/>
        </p:txBody>
      </p:sp>
      <p:sp>
        <p:nvSpPr>
          <p:cNvPr id="65" name="Google Shape;65;p66"/>
          <p:cNvSpPr txBox="1"/>
          <p:nvPr>
            <p:ph idx="3" type="subTitle"/>
          </p:nvPr>
        </p:nvSpPr>
        <p:spPr>
          <a:xfrm>
            <a:off x="1224723" y="2293900"/>
            <a:ext cx="3004200" cy="489600"/>
          </a:xfrm>
          <a:prstGeom prst="rect">
            <a:avLst/>
          </a:prstGeom>
          <a:noFill/>
          <a:ln>
            <a:noFill/>
          </a:ln>
        </p:spPr>
        <p:txBody>
          <a:bodyPr anchorCtr="0" anchor="b" bIns="91425" lIns="91425" spcFirstLastPara="1" rIns="91425" wrap="square" tIns="91425">
            <a:noAutofit/>
          </a:bodyPr>
          <a:lstStyle>
            <a:lvl1pPr lvl="0" algn="ctr">
              <a:lnSpc>
                <a:spcPct val="100000"/>
              </a:lnSpc>
              <a:spcBef>
                <a:spcPts val="0"/>
              </a:spcBef>
              <a:spcAft>
                <a:spcPts val="0"/>
              </a:spcAft>
              <a:buSzPts val="1200"/>
              <a:buNone/>
              <a:defRPr sz="1800">
                <a:latin typeface="Kanit SemiBold"/>
                <a:ea typeface="Kanit SemiBold"/>
                <a:cs typeface="Kanit SemiBold"/>
                <a:sym typeface="Kanit SemiBold"/>
              </a:defRPr>
            </a:lvl1pPr>
            <a:lvl2pPr lvl="1" algn="ctr">
              <a:lnSpc>
                <a:spcPct val="100000"/>
              </a:lnSpc>
              <a:spcBef>
                <a:spcPts val="0"/>
              </a:spcBef>
              <a:spcAft>
                <a:spcPts val="0"/>
              </a:spcAft>
              <a:buSzPts val="1200"/>
              <a:buNone/>
              <a:defRPr b="1"/>
            </a:lvl2pPr>
            <a:lvl3pPr lvl="2" algn="ctr">
              <a:lnSpc>
                <a:spcPct val="100000"/>
              </a:lnSpc>
              <a:spcBef>
                <a:spcPts val="0"/>
              </a:spcBef>
              <a:spcAft>
                <a:spcPts val="0"/>
              </a:spcAft>
              <a:buSzPts val="1200"/>
              <a:buNone/>
              <a:defRPr b="1"/>
            </a:lvl3pPr>
            <a:lvl4pPr lvl="3" algn="ctr">
              <a:lnSpc>
                <a:spcPct val="100000"/>
              </a:lnSpc>
              <a:spcBef>
                <a:spcPts val="0"/>
              </a:spcBef>
              <a:spcAft>
                <a:spcPts val="0"/>
              </a:spcAft>
              <a:buSzPts val="1200"/>
              <a:buNone/>
              <a:defRPr b="1"/>
            </a:lvl4pPr>
            <a:lvl5pPr lvl="4" algn="ctr">
              <a:lnSpc>
                <a:spcPct val="100000"/>
              </a:lnSpc>
              <a:spcBef>
                <a:spcPts val="0"/>
              </a:spcBef>
              <a:spcAft>
                <a:spcPts val="0"/>
              </a:spcAft>
              <a:buSzPts val="1200"/>
              <a:buNone/>
              <a:defRPr b="1"/>
            </a:lvl5pPr>
            <a:lvl6pPr lvl="5" algn="ctr">
              <a:lnSpc>
                <a:spcPct val="100000"/>
              </a:lnSpc>
              <a:spcBef>
                <a:spcPts val="0"/>
              </a:spcBef>
              <a:spcAft>
                <a:spcPts val="0"/>
              </a:spcAft>
              <a:buSzPts val="1200"/>
              <a:buNone/>
              <a:defRPr b="1"/>
            </a:lvl6pPr>
            <a:lvl7pPr lvl="6" algn="ctr">
              <a:lnSpc>
                <a:spcPct val="100000"/>
              </a:lnSpc>
              <a:spcBef>
                <a:spcPts val="0"/>
              </a:spcBef>
              <a:spcAft>
                <a:spcPts val="0"/>
              </a:spcAft>
              <a:buSzPts val="1200"/>
              <a:buNone/>
              <a:defRPr b="1"/>
            </a:lvl7pPr>
            <a:lvl8pPr lvl="7" algn="ctr">
              <a:lnSpc>
                <a:spcPct val="100000"/>
              </a:lnSpc>
              <a:spcBef>
                <a:spcPts val="0"/>
              </a:spcBef>
              <a:spcAft>
                <a:spcPts val="0"/>
              </a:spcAft>
              <a:buSzPts val="1200"/>
              <a:buNone/>
              <a:defRPr b="1"/>
            </a:lvl8pPr>
            <a:lvl9pPr lvl="8" algn="ctr">
              <a:lnSpc>
                <a:spcPct val="100000"/>
              </a:lnSpc>
              <a:spcBef>
                <a:spcPts val="0"/>
              </a:spcBef>
              <a:spcAft>
                <a:spcPts val="0"/>
              </a:spcAft>
              <a:buSzPts val="1200"/>
              <a:buNone/>
              <a:defRPr b="1"/>
            </a:lvl9pPr>
          </a:lstStyle>
          <a:p/>
        </p:txBody>
      </p:sp>
      <p:sp>
        <p:nvSpPr>
          <p:cNvPr id="66" name="Google Shape;66;p66"/>
          <p:cNvSpPr txBox="1"/>
          <p:nvPr>
            <p:ph idx="4" type="subTitle"/>
          </p:nvPr>
        </p:nvSpPr>
        <p:spPr>
          <a:xfrm>
            <a:off x="4915034" y="2293900"/>
            <a:ext cx="3004200" cy="489600"/>
          </a:xfrm>
          <a:prstGeom prst="rect">
            <a:avLst/>
          </a:prstGeom>
          <a:noFill/>
          <a:ln>
            <a:noFill/>
          </a:ln>
        </p:spPr>
        <p:txBody>
          <a:bodyPr anchorCtr="0" anchor="b" bIns="91425" lIns="91425" spcFirstLastPara="1" rIns="91425" wrap="square" tIns="91425">
            <a:noAutofit/>
          </a:bodyPr>
          <a:lstStyle>
            <a:lvl1pPr lvl="0" algn="ctr">
              <a:lnSpc>
                <a:spcPct val="100000"/>
              </a:lnSpc>
              <a:spcBef>
                <a:spcPts val="0"/>
              </a:spcBef>
              <a:spcAft>
                <a:spcPts val="0"/>
              </a:spcAft>
              <a:buSzPts val="1200"/>
              <a:buNone/>
              <a:defRPr sz="1800">
                <a:latin typeface="Kanit SemiBold"/>
                <a:ea typeface="Kanit SemiBold"/>
                <a:cs typeface="Kanit SemiBold"/>
                <a:sym typeface="Kanit SemiBold"/>
              </a:defRPr>
            </a:lvl1pPr>
            <a:lvl2pPr lvl="1" algn="ctr">
              <a:lnSpc>
                <a:spcPct val="100000"/>
              </a:lnSpc>
              <a:spcBef>
                <a:spcPts val="0"/>
              </a:spcBef>
              <a:spcAft>
                <a:spcPts val="0"/>
              </a:spcAft>
              <a:buSzPts val="1200"/>
              <a:buNone/>
              <a:defRPr b="1"/>
            </a:lvl2pPr>
            <a:lvl3pPr lvl="2" algn="ctr">
              <a:lnSpc>
                <a:spcPct val="100000"/>
              </a:lnSpc>
              <a:spcBef>
                <a:spcPts val="0"/>
              </a:spcBef>
              <a:spcAft>
                <a:spcPts val="0"/>
              </a:spcAft>
              <a:buSzPts val="1200"/>
              <a:buNone/>
              <a:defRPr b="1"/>
            </a:lvl3pPr>
            <a:lvl4pPr lvl="3" algn="ctr">
              <a:lnSpc>
                <a:spcPct val="100000"/>
              </a:lnSpc>
              <a:spcBef>
                <a:spcPts val="0"/>
              </a:spcBef>
              <a:spcAft>
                <a:spcPts val="0"/>
              </a:spcAft>
              <a:buSzPts val="1200"/>
              <a:buNone/>
              <a:defRPr b="1"/>
            </a:lvl4pPr>
            <a:lvl5pPr lvl="4" algn="ctr">
              <a:lnSpc>
                <a:spcPct val="100000"/>
              </a:lnSpc>
              <a:spcBef>
                <a:spcPts val="0"/>
              </a:spcBef>
              <a:spcAft>
                <a:spcPts val="0"/>
              </a:spcAft>
              <a:buSzPts val="1200"/>
              <a:buNone/>
              <a:defRPr b="1"/>
            </a:lvl5pPr>
            <a:lvl6pPr lvl="5" algn="ctr">
              <a:lnSpc>
                <a:spcPct val="100000"/>
              </a:lnSpc>
              <a:spcBef>
                <a:spcPts val="0"/>
              </a:spcBef>
              <a:spcAft>
                <a:spcPts val="0"/>
              </a:spcAft>
              <a:buSzPts val="1200"/>
              <a:buNone/>
              <a:defRPr b="1"/>
            </a:lvl6pPr>
            <a:lvl7pPr lvl="6" algn="ctr">
              <a:lnSpc>
                <a:spcPct val="100000"/>
              </a:lnSpc>
              <a:spcBef>
                <a:spcPts val="0"/>
              </a:spcBef>
              <a:spcAft>
                <a:spcPts val="0"/>
              </a:spcAft>
              <a:buSzPts val="1200"/>
              <a:buNone/>
              <a:defRPr b="1"/>
            </a:lvl7pPr>
            <a:lvl8pPr lvl="7" algn="ctr">
              <a:lnSpc>
                <a:spcPct val="100000"/>
              </a:lnSpc>
              <a:spcBef>
                <a:spcPts val="0"/>
              </a:spcBef>
              <a:spcAft>
                <a:spcPts val="0"/>
              </a:spcAft>
              <a:buSzPts val="1200"/>
              <a:buNone/>
              <a:defRPr b="1"/>
            </a:lvl8pPr>
            <a:lvl9pPr lvl="8" algn="ctr">
              <a:lnSpc>
                <a:spcPct val="100000"/>
              </a:lnSpc>
              <a:spcBef>
                <a:spcPts val="0"/>
              </a:spcBef>
              <a:spcAft>
                <a:spcPts val="0"/>
              </a:spcAft>
              <a:buSzPts val="1200"/>
              <a:buNone/>
              <a:defRPr b="1"/>
            </a:lvl9pPr>
          </a:lstStyle>
          <a:p/>
        </p:txBody>
      </p:sp>
      <p:grpSp>
        <p:nvGrpSpPr>
          <p:cNvPr id="67" name="Google Shape;67;p66"/>
          <p:cNvGrpSpPr/>
          <p:nvPr/>
        </p:nvGrpSpPr>
        <p:grpSpPr>
          <a:xfrm>
            <a:off x="0" y="0"/>
            <a:ext cx="9144000" cy="5143500"/>
            <a:chOff x="0" y="0"/>
            <a:chExt cx="9144000" cy="5143500"/>
          </a:xfrm>
        </p:grpSpPr>
        <p:sp>
          <p:nvSpPr>
            <p:cNvPr id="68" name="Google Shape;68;p66"/>
            <p:cNvSpPr/>
            <p:nvPr/>
          </p:nvSpPr>
          <p:spPr>
            <a:xfrm flipH="1" rot="10800000">
              <a:off x="0" y="0"/>
              <a:ext cx="397200" cy="4160700"/>
            </a:xfrm>
            <a:prstGeom prst="rtTriangle">
              <a:avLst/>
            </a:pr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9" name="Google Shape;69;p66"/>
            <p:cNvSpPr/>
            <p:nvPr/>
          </p:nvSpPr>
          <p:spPr>
            <a:xfrm flipH="1">
              <a:off x="8746800" y="982800"/>
              <a:ext cx="397200" cy="4160700"/>
            </a:xfrm>
            <a:prstGeom prst="rtTriangle">
              <a:avLst/>
            </a:pr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hanks">
  <p:cSld name="CUSTOM_2">
    <p:spTree>
      <p:nvGrpSpPr>
        <p:cNvPr id="70" name="Shape 70"/>
        <p:cNvGrpSpPr/>
        <p:nvPr/>
      </p:nvGrpSpPr>
      <p:grpSpPr>
        <a:xfrm>
          <a:off x="0" y="0"/>
          <a:ext cx="0" cy="0"/>
          <a:chOff x="0" y="0"/>
          <a:chExt cx="0" cy="0"/>
        </a:xfrm>
      </p:grpSpPr>
      <p:sp>
        <p:nvSpPr>
          <p:cNvPr id="71" name="Google Shape;71;p67"/>
          <p:cNvSpPr txBox="1"/>
          <p:nvPr>
            <p:ph type="ctrTitle"/>
          </p:nvPr>
        </p:nvSpPr>
        <p:spPr>
          <a:xfrm>
            <a:off x="4011025" y="677125"/>
            <a:ext cx="3655200" cy="941700"/>
          </a:xfrm>
          <a:prstGeom prst="rect">
            <a:avLst/>
          </a:prstGeom>
          <a:noFill/>
          <a:ln>
            <a:noFill/>
          </a:ln>
        </p:spPr>
        <p:txBody>
          <a:bodyPr anchorCtr="0" anchor="b" bIns="91425" lIns="91425" spcFirstLastPara="1" rIns="91425" wrap="square" tIns="91425">
            <a:noAutofit/>
          </a:bodyPr>
          <a:lstStyle>
            <a:lvl1pPr lvl="0" algn="r">
              <a:lnSpc>
                <a:spcPct val="100000"/>
              </a:lnSpc>
              <a:spcBef>
                <a:spcPts val="0"/>
              </a:spcBef>
              <a:spcAft>
                <a:spcPts val="0"/>
              </a:spcAft>
              <a:buSzPts val="5200"/>
              <a:buNone/>
              <a:defRPr sz="6800"/>
            </a:lvl1pPr>
            <a:lvl2pPr lvl="1" algn="ctr">
              <a:lnSpc>
                <a:spcPct val="100000"/>
              </a:lnSpc>
              <a:spcBef>
                <a:spcPts val="0"/>
              </a:spcBef>
              <a:spcAft>
                <a:spcPts val="0"/>
              </a:spcAft>
              <a:buSzPts val="5200"/>
              <a:buNone/>
              <a:defRPr sz="5200"/>
            </a:lvl2pPr>
            <a:lvl3pPr lvl="2" algn="ctr">
              <a:lnSpc>
                <a:spcPct val="100000"/>
              </a:lnSpc>
              <a:spcBef>
                <a:spcPts val="0"/>
              </a:spcBef>
              <a:spcAft>
                <a:spcPts val="0"/>
              </a:spcAft>
              <a:buSzPts val="5200"/>
              <a:buNone/>
              <a:defRPr sz="5200"/>
            </a:lvl3pPr>
            <a:lvl4pPr lvl="3" algn="ctr">
              <a:lnSpc>
                <a:spcPct val="100000"/>
              </a:lnSpc>
              <a:spcBef>
                <a:spcPts val="0"/>
              </a:spcBef>
              <a:spcAft>
                <a:spcPts val="0"/>
              </a:spcAft>
              <a:buSzPts val="5200"/>
              <a:buNone/>
              <a:defRPr sz="5200"/>
            </a:lvl4pPr>
            <a:lvl5pPr lvl="4" algn="ctr">
              <a:lnSpc>
                <a:spcPct val="100000"/>
              </a:lnSpc>
              <a:spcBef>
                <a:spcPts val="0"/>
              </a:spcBef>
              <a:spcAft>
                <a:spcPts val="0"/>
              </a:spcAft>
              <a:buSzPts val="5200"/>
              <a:buNone/>
              <a:defRPr sz="5200"/>
            </a:lvl5pPr>
            <a:lvl6pPr lvl="5" algn="ctr">
              <a:lnSpc>
                <a:spcPct val="100000"/>
              </a:lnSpc>
              <a:spcBef>
                <a:spcPts val="0"/>
              </a:spcBef>
              <a:spcAft>
                <a:spcPts val="0"/>
              </a:spcAft>
              <a:buSzPts val="5200"/>
              <a:buNone/>
              <a:defRPr sz="5200"/>
            </a:lvl6pPr>
            <a:lvl7pPr lvl="6" algn="ctr">
              <a:lnSpc>
                <a:spcPct val="100000"/>
              </a:lnSpc>
              <a:spcBef>
                <a:spcPts val="0"/>
              </a:spcBef>
              <a:spcAft>
                <a:spcPts val="0"/>
              </a:spcAft>
              <a:buSzPts val="5200"/>
              <a:buNone/>
              <a:defRPr sz="5200"/>
            </a:lvl7pPr>
            <a:lvl8pPr lvl="7" algn="ctr">
              <a:lnSpc>
                <a:spcPct val="100000"/>
              </a:lnSpc>
              <a:spcBef>
                <a:spcPts val="0"/>
              </a:spcBef>
              <a:spcAft>
                <a:spcPts val="0"/>
              </a:spcAft>
              <a:buSzPts val="5200"/>
              <a:buNone/>
              <a:defRPr sz="5200"/>
            </a:lvl8pPr>
            <a:lvl9pPr lvl="8" algn="ctr">
              <a:lnSpc>
                <a:spcPct val="100000"/>
              </a:lnSpc>
              <a:spcBef>
                <a:spcPts val="0"/>
              </a:spcBef>
              <a:spcAft>
                <a:spcPts val="0"/>
              </a:spcAft>
              <a:buSzPts val="5200"/>
              <a:buNone/>
              <a:defRPr sz="5200"/>
            </a:lvl9pPr>
          </a:lstStyle>
          <a:p/>
        </p:txBody>
      </p:sp>
      <p:sp>
        <p:nvSpPr>
          <p:cNvPr id="72" name="Google Shape;72;p67"/>
          <p:cNvSpPr txBox="1"/>
          <p:nvPr>
            <p:ph idx="1" type="subTitle"/>
          </p:nvPr>
        </p:nvSpPr>
        <p:spPr>
          <a:xfrm>
            <a:off x="4011025" y="1546325"/>
            <a:ext cx="3655200" cy="1039200"/>
          </a:xfrm>
          <a:prstGeom prst="rect">
            <a:avLst/>
          </a:prstGeom>
          <a:noFill/>
          <a:ln>
            <a:noFill/>
          </a:ln>
        </p:spPr>
        <p:txBody>
          <a:bodyPr anchorCtr="0" anchor="t" bIns="91425" lIns="91425" spcFirstLastPara="1" rIns="91425" wrap="square" tIns="91425">
            <a:noAutofit/>
          </a:bodyPr>
          <a:lstStyle>
            <a:lvl1pPr lvl="0" algn="r">
              <a:lnSpc>
                <a:spcPct val="100000"/>
              </a:lnSpc>
              <a:spcBef>
                <a:spcPts val="0"/>
              </a:spcBef>
              <a:spcAft>
                <a:spcPts val="0"/>
              </a:spcAft>
              <a:buSzPts val="1200"/>
              <a:buNone/>
              <a:defRPr sz="1400"/>
            </a:lvl1pPr>
            <a:lvl2pPr lvl="1" algn="ctr">
              <a:lnSpc>
                <a:spcPct val="100000"/>
              </a:lnSpc>
              <a:spcBef>
                <a:spcPts val="0"/>
              </a:spcBef>
              <a:spcAft>
                <a:spcPts val="0"/>
              </a:spcAft>
              <a:buSzPts val="1200"/>
              <a:buNone/>
              <a:defRPr/>
            </a:lvl2pPr>
            <a:lvl3pPr lvl="2" algn="ctr">
              <a:lnSpc>
                <a:spcPct val="100000"/>
              </a:lnSpc>
              <a:spcBef>
                <a:spcPts val="0"/>
              </a:spcBef>
              <a:spcAft>
                <a:spcPts val="0"/>
              </a:spcAft>
              <a:buSzPts val="1200"/>
              <a:buNone/>
              <a:defRPr/>
            </a:lvl3pPr>
            <a:lvl4pPr lvl="3" algn="ctr">
              <a:lnSpc>
                <a:spcPct val="100000"/>
              </a:lnSpc>
              <a:spcBef>
                <a:spcPts val="0"/>
              </a:spcBef>
              <a:spcAft>
                <a:spcPts val="0"/>
              </a:spcAft>
              <a:buSzPts val="1200"/>
              <a:buNone/>
              <a:defRPr/>
            </a:lvl4pPr>
            <a:lvl5pPr lvl="4" algn="ctr">
              <a:lnSpc>
                <a:spcPct val="100000"/>
              </a:lnSpc>
              <a:spcBef>
                <a:spcPts val="0"/>
              </a:spcBef>
              <a:spcAft>
                <a:spcPts val="0"/>
              </a:spcAft>
              <a:buSzPts val="1200"/>
              <a:buNone/>
              <a:defRPr/>
            </a:lvl5pPr>
            <a:lvl6pPr lvl="5" algn="ctr">
              <a:lnSpc>
                <a:spcPct val="100000"/>
              </a:lnSpc>
              <a:spcBef>
                <a:spcPts val="0"/>
              </a:spcBef>
              <a:spcAft>
                <a:spcPts val="0"/>
              </a:spcAft>
              <a:buSzPts val="1200"/>
              <a:buNone/>
              <a:defRPr/>
            </a:lvl6pPr>
            <a:lvl7pPr lvl="6" algn="ctr">
              <a:lnSpc>
                <a:spcPct val="100000"/>
              </a:lnSpc>
              <a:spcBef>
                <a:spcPts val="0"/>
              </a:spcBef>
              <a:spcAft>
                <a:spcPts val="0"/>
              </a:spcAft>
              <a:buSzPts val="1200"/>
              <a:buNone/>
              <a:defRPr/>
            </a:lvl7pPr>
            <a:lvl8pPr lvl="7" algn="ctr">
              <a:lnSpc>
                <a:spcPct val="100000"/>
              </a:lnSpc>
              <a:spcBef>
                <a:spcPts val="0"/>
              </a:spcBef>
              <a:spcAft>
                <a:spcPts val="0"/>
              </a:spcAft>
              <a:buSzPts val="1200"/>
              <a:buNone/>
              <a:defRPr/>
            </a:lvl8pPr>
            <a:lvl9pPr lvl="8" algn="ctr">
              <a:lnSpc>
                <a:spcPct val="100000"/>
              </a:lnSpc>
              <a:spcBef>
                <a:spcPts val="0"/>
              </a:spcBef>
              <a:spcAft>
                <a:spcPts val="0"/>
              </a:spcAft>
              <a:buSzPts val="1200"/>
              <a:buNone/>
              <a:defRPr/>
            </a:lvl9pPr>
          </a:lstStyle>
          <a:p/>
        </p:txBody>
      </p:sp>
      <p:sp>
        <p:nvSpPr>
          <p:cNvPr id="73" name="Google Shape;73;p67"/>
          <p:cNvSpPr/>
          <p:nvPr>
            <p:ph idx="2" type="pic"/>
          </p:nvPr>
        </p:nvSpPr>
        <p:spPr>
          <a:xfrm>
            <a:off x="610450" y="125"/>
            <a:ext cx="2344800" cy="5143500"/>
          </a:xfrm>
          <a:prstGeom prst="rect">
            <a:avLst/>
          </a:prstGeom>
          <a:noFill/>
          <a:ln>
            <a:noFill/>
          </a:ln>
        </p:spPr>
      </p:sp>
      <p:sp>
        <p:nvSpPr>
          <p:cNvPr id="74" name="Google Shape;74;p67"/>
          <p:cNvSpPr/>
          <p:nvPr/>
        </p:nvSpPr>
        <p:spPr>
          <a:xfrm flipH="1">
            <a:off x="8746800" y="982800"/>
            <a:ext cx="397200" cy="4160700"/>
          </a:xfrm>
          <a:prstGeom prst="rtTriangle">
            <a:avLst/>
          </a:pr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 name="Google Shape;75;p67"/>
          <p:cNvSpPr txBox="1"/>
          <p:nvPr/>
        </p:nvSpPr>
        <p:spPr>
          <a:xfrm>
            <a:off x="4247234" y="3442416"/>
            <a:ext cx="3418800" cy="615600"/>
          </a:xfrm>
          <a:prstGeom prst="rect">
            <a:avLst/>
          </a:prstGeom>
          <a:noFill/>
          <a:ln>
            <a:noFill/>
          </a:ln>
        </p:spPr>
        <p:txBody>
          <a:bodyPr anchorCtr="0" anchor="t" bIns="91425" lIns="91425" spcFirstLastPara="1" rIns="91425" wrap="square" tIns="91425">
            <a:noAutofit/>
          </a:bodyPr>
          <a:lstStyle/>
          <a:p>
            <a:pPr indent="0" lvl="0" marL="0" marR="0" rtl="0" algn="r">
              <a:lnSpc>
                <a:spcPct val="100000"/>
              </a:lnSpc>
              <a:spcBef>
                <a:spcPts val="300"/>
              </a:spcBef>
              <a:spcAft>
                <a:spcPts val="0"/>
              </a:spcAft>
              <a:buClr>
                <a:srgbClr val="000000"/>
              </a:buClr>
              <a:buSzPts val="1000"/>
              <a:buFont typeface="Arial"/>
              <a:buNone/>
            </a:pPr>
            <a:r>
              <a:rPr b="0" i="0" lang="pt-BR" sz="1000" u="none" cap="none" strike="noStrike">
                <a:solidFill>
                  <a:schemeClr val="lt1"/>
                </a:solidFill>
                <a:latin typeface="Work Sans"/>
                <a:ea typeface="Work Sans"/>
                <a:cs typeface="Work Sans"/>
                <a:sym typeface="Work Sans"/>
              </a:rPr>
              <a:t>CREDITS: This presentation template was created by </a:t>
            </a:r>
            <a:r>
              <a:rPr b="1" i="0" lang="pt-BR" sz="1000" u="none" cap="none" strike="noStrike">
                <a:solidFill>
                  <a:schemeClr val="lt1"/>
                </a:solidFill>
                <a:uFill>
                  <a:noFill/>
                </a:uFill>
                <a:latin typeface="Work Sans"/>
                <a:ea typeface="Work Sans"/>
                <a:cs typeface="Work Sans"/>
                <a:sym typeface="Work Sans"/>
                <a:hlinkClick r:id="rId2">
                  <a:extLst>
                    <a:ext uri="{A12FA001-AC4F-418D-AE19-62706E023703}">
                      <ahyp:hlinkClr val="tx"/>
                    </a:ext>
                  </a:extLst>
                </a:hlinkClick>
              </a:rPr>
              <a:t>Slidesgo</a:t>
            </a:r>
            <a:r>
              <a:rPr b="0" i="0" lang="pt-BR" sz="1000" u="none" cap="none" strike="noStrike">
                <a:solidFill>
                  <a:schemeClr val="lt1"/>
                </a:solidFill>
                <a:latin typeface="Work Sans"/>
                <a:ea typeface="Work Sans"/>
                <a:cs typeface="Work Sans"/>
                <a:sym typeface="Work Sans"/>
              </a:rPr>
              <a:t>, including icons by </a:t>
            </a:r>
            <a:r>
              <a:rPr b="1" i="0" lang="pt-BR" sz="1000" u="none" cap="none" strike="noStrike">
                <a:solidFill>
                  <a:schemeClr val="lt1"/>
                </a:solidFill>
                <a:uFill>
                  <a:noFill/>
                </a:uFill>
                <a:latin typeface="Work Sans"/>
                <a:ea typeface="Work Sans"/>
                <a:cs typeface="Work Sans"/>
                <a:sym typeface="Work Sans"/>
                <a:hlinkClick r:id="rId3">
                  <a:extLst>
                    <a:ext uri="{A12FA001-AC4F-418D-AE19-62706E023703}">
                      <ahyp:hlinkClr val="tx"/>
                    </a:ext>
                  </a:extLst>
                </a:hlinkClick>
              </a:rPr>
              <a:t>Flaticon</a:t>
            </a:r>
            <a:r>
              <a:rPr b="1" i="0" lang="pt-BR" sz="1000" u="none" cap="none" strike="noStrike">
                <a:solidFill>
                  <a:schemeClr val="lt1"/>
                </a:solidFill>
                <a:latin typeface="Work Sans"/>
                <a:ea typeface="Work Sans"/>
                <a:cs typeface="Work Sans"/>
                <a:sym typeface="Work Sans"/>
              </a:rPr>
              <a:t> </a:t>
            </a:r>
            <a:r>
              <a:rPr b="0" i="0" lang="pt-BR" sz="1000" u="none" cap="none" strike="noStrike">
                <a:solidFill>
                  <a:schemeClr val="lt1"/>
                </a:solidFill>
                <a:latin typeface="Work Sans"/>
                <a:ea typeface="Work Sans"/>
                <a:cs typeface="Work Sans"/>
                <a:sym typeface="Work Sans"/>
              </a:rPr>
              <a:t>and infographics &amp; images by </a:t>
            </a:r>
            <a:r>
              <a:rPr b="1" i="0" lang="pt-BR" sz="1000" u="none" cap="none" strike="noStrike">
                <a:solidFill>
                  <a:schemeClr val="lt1"/>
                </a:solidFill>
                <a:uFill>
                  <a:noFill/>
                </a:uFill>
                <a:latin typeface="Work Sans"/>
                <a:ea typeface="Work Sans"/>
                <a:cs typeface="Work Sans"/>
                <a:sym typeface="Work Sans"/>
                <a:hlinkClick r:id="rId4">
                  <a:extLst>
                    <a:ext uri="{A12FA001-AC4F-418D-AE19-62706E023703}">
                      <ahyp:hlinkClr val="tx"/>
                    </a:ext>
                  </a:extLst>
                </a:hlinkClick>
              </a:rPr>
              <a:t>Freepik</a:t>
            </a:r>
            <a:endParaRPr b="1" i="0" sz="1000" u="none" cap="none" strike="noStrike">
              <a:solidFill>
                <a:schemeClr val="lt1"/>
              </a:solidFill>
              <a:latin typeface="Work Sans"/>
              <a:ea typeface="Work Sans"/>
              <a:cs typeface="Work Sans"/>
              <a:sym typeface="Work Sans"/>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76" name="Shape 76"/>
        <p:cNvGrpSpPr/>
        <p:nvPr/>
      </p:nvGrpSpPr>
      <p:grpSpPr>
        <a:xfrm>
          <a:off x="0" y="0"/>
          <a:ext cx="0" cy="0"/>
          <a:chOff x="0" y="0"/>
          <a:chExt cx="0" cy="0"/>
        </a:xfrm>
      </p:grpSpPr>
      <p:sp>
        <p:nvSpPr>
          <p:cNvPr id="77" name="Google Shape;77;p68"/>
          <p:cNvSpPr/>
          <p:nvPr>
            <p:ph idx="2" type="pic"/>
          </p:nvPr>
        </p:nvSpPr>
        <p:spPr>
          <a:xfrm>
            <a:off x="-25" y="0"/>
            <a:ext cx="9144000" cy="5143500"/>
          </a:xfrm>
          <a:prstGeom prst="rect">
            <a:avLst/>
          </a:prstGeom>
          <a:noFill/>
          <a:ln>
            <a:noFill/>
          </a:ln>
        </p:spPr>
      </p:sp>
      <p:sp>
        <p:nvSpPr>
          <p:cNvPr id="78" name="Google Shape;78;p68"/>
          <p:cNvSpPr txBox="1"/>
          <p:nvPr>
            <p:ph type="title"/>
          </p:nvPr>
        </p:nvSpPr>
        <p:spPr>
          <a:xfrm>
            <a:off x="1955850" y="932400"/>
            <a:ext cx="5232300" cy="3278700"/>
          </a:xfrm>
          <a:prstGeom prst="rect">
            <a:avLst/>
          </a:prstGeom>
          <a:solidFill>
            <a:schemeClr val="dk2"/>
          </a:solidFill>
          <a:ln>
            <a:noFill/>
          </a:ln>
        </p:spPr>
        <p:txBody>
          <a:bodyPr anchorCtr="0" anchor="ctr" bIns="91425" lIns="91425" spcFirstLastPara="1" rIns="91425" wrap="square" tIns="91425">
            <a:noAutofit/>
          </a:bodyPr>
          <a:lstStyle>
            <a:lvl1pPr lvl="0" algn="ctr">
              <a:lnSpc>
                <a:spcPct val="100000"/>
              </a:lnSpc>
              <a:spcBef>
                <a:spcPts val="0"/>
              </a:spcBef>
              <a:spcAft>
                <a:spcPts val="0"/>
              </a:spcAft>
              <a:buSzPts val="6000"/>
              <a:buNone/>
              <a:defRPr sz="6000"/>
            </a:lvl1pPr>
            <a:lvl2pPr lvl="1" algn="ctr">
              <a:lnSpc>
                <a:spcPct val="100000"/>
              </a:lnSpc>
              <a:spcBef>
                <a:spcPts val="0"/>
              </a:spcBef>
              <a:spcAft>
                <a:spcPts val="0"/>
              </a:spcAft>
              <a:buSzPts val="6000"/>
              <a:buNone/>
              <a:defRPr sz="6000"/>
            </a:lvl2pPr>
            <a:lvl3pPr lvl="2" algn="ctr">
              <a:lnSpc>
                <a:spcPct val="100000"/>
              </a:lnSpc>
              <a:spcBef>
                <a:spcPts val="0"/>
              </a:spcBef>
              <a:spcAft>
                <a:spcPts val="0"/>
              </a:spcAft>
              <a:buSzPts val="6000"/>
              <a:buNone/>
              <a:defRPr sz="6000"/>
            </a:lvl3pPr>
            <a:lvl4pPr lvl="3" algn="ctr">
              <a:lnSpc>
                <a:spcPct val="100000"/>
              </a:lnSpc>
              <a:spcBef>
                <a:spcPts val="0"/>
              </a:spcBef>
              <a:spcAft>
                <a:spcPts val="0"/>
              </a:spcAft>
              <a:buSzPts val="6000"/>
              <a:buNone/>
              <a:defRPr sz="6000"/>
            </a:lvl4pPr>
            <a:lvl5pPr lvl="4" algn="ctr">
              <a:lnSpc>
                <a:spcPct val="100000"/>
              </a:lnSpc>
              <a:spcBef>
                <a:spcPts val="0"/>
              </a:spcBef>
              <a:spcAft>
                <a:spcPts val="0"/>
              </a:spcAft>
              <a:buSzPts val="6000"/>
              <a:buNone/>
              <a:defRPr sz="6000"/>
            </a:lvl5pPr>
            <a:lvl6pPr lvl="5" algn="ctr">
              <a:lnSpc>
                <a:spcPct val="100000"/>
              </a:lnSpc>
              <a:spcBef>
                <a:spcPts val="0"/>
              </a:spcBef>
              <a:spcAft>
                <a:spcPts val="0"/>
              </a:spcAft>
              <a:buSzPts val="6000"/>
              <a:buNone/>
              <a:defRPr sz="6000"/>
            </a:lvl6pPr>
            <a:lvl7pPr lvl="6" algn="ctr">
              <a:lnSpc>
                <a:spcPct val="100000"/>
              </a:lnSpc>
              <a:spcBef>
                <a:spcPts val="0"/>
              </a:spcBef>
              <a:spcAft>
                <a:spcPts val="0"/>
              </a:spcAft>
              <a:buSzPts val="6000"/>
              <a:buNone/>
              <a:defRPr sz="6000"/>
            </a:lvl7pPr>
            <a:lvl8pPr lvl="7" algn="ctr">
              <a:lnSpc>
                <a:spcPct val="100000"/>
              </a:lnSpc>
              <a:spcBef>
                <a:spcPts val="0"/>
              </a:spcBef>
              <a:spcAft>
                <a:spcPts val="0"/>
              </a:spcAft>
              <a:buSzPts val="6000"/>
              <a:buNone/>
              <a:defRPr sz="6000"/>
            </a:lvl8pPr>
            <a:lvl9pPr lvl="8" algn="ctr">
              <a:lnSpc>
                <a:spcPct val="100000"/>
              </a:lnSpc>
              <a:spcBef>
                <a:spcPts val="0"/>
              </a:spcBef>
              <a:spcAft>
                <a:spcPts val="0"/>
              </a:spcAft>
              <a:buSzPts val="6000"/>
              <a:buNone/>
              <a:defRPr sz="6000"/>
            </a:lvl9pPr>
          </a:lstStyle>
          <a:p/>
        </p:txBody>
      </p:sp>
      <p:grpSp>
        <p:nvGrpSpPr>
          <p:cNvPr id="79" name="Google Shape;79;p68"/>
          <p:cNvGrpSpPr/>
          <p:nvPr/>
        </p:nvGrpSpPr>
        <p:grpSpPr>
          <a:xfrm>
            <a:off x="0" y="0"/>
            <a:ext cx="9144000" cy="5143500"/>
            <a:chOff x="0" y="0"/>
            <a:chExt cx="9144000" cy="5143500"/>
          </a:xfrm>
        </p:grpSpPr>
        <p:sp>
          <p:nvSpPr>
            <p:cNvPr id="80" name="Google Shape;80;p68"/>
            <p:cNvSpPr/>
            <p:nvPr/>
          </p:nvSpPr>
          <p:spPr>
            <a:xfrm flipH="1" rot="10800000">
              <a:off x="0" y="0"/>
              <a:ext cx="397200" cy="4160700"/>
            </a:xfrm>
            <a:prstGeom prst="rtTriangle">
              <a:avLst/>
            </a:pr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 name="Google Shape;81;p68"/>
            <p:cNvSpPr/>
            <p:nvPr/>
          </p:nvSpPr>
          <p:spPr>
            <a:xfrm flipH="1">
              <a:off x="8746800" y="982800"/>
              <a:ext cx="397200" cy="4160700"/>
            </a:xfrm>
            <a:prstGeom prst="rtTriangle">
              <a:avLst/>
            </a:pr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82" name="Shape 82"/>
        <p:cNvGrpSpPr/>
        <p:nvPr/>
      </p:nvGrpSpPr>
      <p:grpSpPr>
        <a:xfrm>
          <a:off x="0" y="0"/>
          <a:ext cx="0" cy="0"/>
          <a:chOff x="0" y="0"/>
          <a:chExt cx="0" cy="0"/>
        </a:xfrm>
      </p:grpSpPr>
      <p:sp>
        <p:nvSpPr>
          <p:cNvPr id="83" name="Google Shape;83;p69"/>
          <p:cNvSpPr txBox="1"/>
          <p:nvPr>
            <p:ph type="title"/>
          </p:nvPr>
        </p:nvSpPr>
        <p:spPr>
          <a:xfrm>
            <a:off x="2549400" y="1584300"/>
            <a:ext cx="4045200" cy="739800"/>
          </a:xfrm>
          <a:prstGeom prst="rect">
            <a:avLst/>
          </a:prstGeom>
          <a:noFill/>
          <a:ln>
            <a:noFill/>
          </a:ln>
        </p:spPr>
        <p:txBody>
          <a:bodyPr anchorCtr="0" anchor="b" bIns="91425" lIns="91425" spcFirstLastPara="1" rIns="91425" wrap="square" tIns="91425">
            <a:noAutofit/>
          </a:bodyPr>
          <a:lstStyle>
            <a:lvl1pPr lvl="0" algn="ctr">
              <a:lnSpc>
                <a:spcPct val="100000"/>
              </a:lnSpc>
              <a:spcBef>
                <a:spcPts val="0"/>
              </a:spcBef>
              <a:spcAft>
                <a:spcPts val="0"/>
              </a:spcAft>
              <a:buSzPts val="4200"/>
              <a:buNone/>
              <a:defRPr sz="4200"/>
            </a:lvl1pPr>
            <a:lvl2pPr lvl="1" algn="ctr">
              <a:lnSpc>
                <a:spcPct val="100000"/>
              </a:lnSpc>
              <a:spcBef>
                <a:spcPts val="0"/>
              </a:spcBef>
              <a:spcAft>
                <a:spcPts val="0"/>
              </a:spcAft>
              <a:buSzPts val="4200"/>
              <a:buNone/>
              <a:defRPr sz="4200"/>
            </a:lvl2pPr>
            <a:lvl3pPr lvl="2" algn="ctr">
              <a:lnSpc>
                <a:spcPct val="100000"/>
              </a:lnSpc>
              <a:spcBef>
                <a:spcPts val="0"/>
              </a:spcBef>
              <a:spcAft>
                <a:spcPts val="0"/>
              </a:spcAft>
              <a:buSzPts val="4200"/>
              <a:buNone/>
              <a:defRPr sz="4200"/>
            </a:lvl3pPr>
            <a:lvl4pPr lvl="3" algn="ctr">
              <a:lnSpc>
                <a:spcPct val="100000"/>
              </a:lnSpc>
              <a:spcBef>
                <a:spcPts val="0"/>
              </a:spcBef>
              <a:spcAft>
                <a:spcPts val="0"/>
              </a:spcAft>
              <a:buSzPts val="4200"/>
              <a:buNone/>
              <a:defRPr sz="4200"/>
            </a:lvl4pPr>
            <a:lvl5pPr lvl="4" algn="ctr">
              <a:lnSpc>
                <a:spcPct val="100000"/>
              </a:lnSpc>
              <a:spcBef>
                <a:spcPts val="0"/>
              </a:spcBef>
              <a:spcAft>
                <a:spcPts val="0"/>
              </a:spcAft>
              <a:buSzPts val="4200"/>
              <a:buNone/>
              <a:defRPr sz="4200"/>
            </a:lvl5pPr>
            <a:lvl6pPr lvl="5" algn="ctr">
              <a:lnSpc>
                <a:spcPct val="100000"/>
              </a:lnSpc>
              <a:spcBef>
                <a:spcPts val="0"/>
              </a:spcBef>
              <a:spcAft>
                <a:spcPts val="0"/>
              </a:spcAft>
              <a:buSzPts val="4200"/>
              <a:buNone/>
              <a:defRPr sz="4200"/>
            </a:lvl6pPr>
            <a:lvl7pPr lvl="6" algn="ctr">
              <a:lnSpc>
                <a:spcPct val="100000"/>
              </a:lnSpc>
              <a:spcBef>
                <a:spcPts val="0"/>
              </a:spcBef>
              <a:spcAft>
                <a:spcPts val="0"/>
              </a:spcAft>
              <a:buSzPts val="4200"/>
              <a:buNone/>
              <a:defRPr sz="4200"/>
            </a:lvl7pPr>
            <a:lvl8pPr lvl="7" algn="ctr">
              <a:lnSpc>
                <a:spcPct val="100000"/>
              </a:lnSpc>
              <a:spcBef>
                <a:spcPts val="0"/>
              </a:spcBef>
              <a:spcAft>
                <a:spcPts val="0"/>
              </a:spcAft>
              <a:buSzPts val="4200"/>
              <a:buNone/>
              <a:defRPr sz="4200"/>
            </a:lvl8pPr>
            <a:lvl9pPr lvl="8" algn="ctr">
              <a:lnSpc>
                <a:spcPct val="100000"/>
              </a:lnSpc>
              <a:spcBef>
                <a:spcPts val="0"/>
              </a:spcBef>
              <a:spcAft>
                <a:spcPts val="0"/>
              </a:spcAft>
              <a:buSzPts val="4200"/>
              <a:buNone/>
              <a:defRPr sz="4200"/>
            </a:lvl9pPr>
          </a:lstStyle>
          <a:p/>
        </p:txBody>
      </p:sp>
      <p:sp>
        <p:nvSpPr>
          <p:cNvPr id="84" name="Google Shape;84;p69"/>
          <p:cNvSpPr txBox="1"/>
          <p:nvPr>
            <p:ph idx="1" type="subTitle"/>
          </p:nvPr>
        </p:nvSpPr>
        <p:spPr>
          <a:xfrm>
            <a:off x="2549400" y="2324100"/>
            <a:ext cx="4045200" cy="1235100"/>
          </a:xfrm>
          <a:prstGeom prst="rect">
            <a:avLst/>
          </a:prstGeom>
          <a:noFill/>
          <a:ln>
            <a:noFill/>
          </a:ln>
        </p:spPr>
        <p:txBody>
          <a:bodyPr anchorCtr="0" anchor="t" bIns="91425" lIns="91425" spcFirstLastPara="1" rIns="91425" wrap="square" tIns="91425">
            <a:noAutofit/>
          </a:bodyPr>
          <a:lstStyle>
            <a:lvl1pPr lvl="0" algn="ctr">
              <a:lnSpc>
                <a:spcPct val="100000"/>
              </a:lnSpc>
              <a:spcBef>
                <a:spcPts val="0"/>
              </a:spcBef>
              <a:spcAft>
                <a:spcPts val="0"/>
              </a:spcAft>
              <a:buSzPts val="1500"/>
              <a:buNone/>
              <a:defRPr sz="1500"/>
            </a:lvl1pPr>
            <a:lvl2pPr lvl="1" algn="ctr">
              <a:lnSpc>
                <a:spcPct val="100000"/>
              </a:lnSpc>
              <a:spcBef>
                <a:spcPts val="0"/>
              </a:spcBef>
              <a:spcAft>
                <a:spcPts val="0"/>
              </a:spcAft>
              <a:buSzPts val="1500"/>
              <a:buNone/>
              <a:defRPr sz="1500"/>
            </a:lvl2pPr>
            <a:lvl3pPr lvl="2" algn="ctr">
              <a:lnSpc>
                <a:spcPct val="100000"/>
              </a:lnSpc>
              <a:spcBef>
                <a:spcPts val="0"/>
              </a:spcBef>
              <a:spcAft>
                <a:spcPts val="0"/>
              </a:spcAft>
              <a:buSzPts val="1500"/>
              <a:buNone/>
              <a:defRPr sz="1500"/>
            </a:lvl3pPr>
            <a:lvl4pPr lvl="3" algn="ctr">
              <a:lnSpc>
                <a:spcPct val="100000"/>
              </a:lnSpc>
              <a:spcBef>
                <a:spcPts val="0"/>
              </a:spcBef>
              <a:spcAft>
                <a:spcPts val="0"/>
              </a:spcAft>
              <a:buSzPts val="1500"/>
              <a:buNone/>
              <a:defRPr sz="1500"/>
            </a:lvl4pPr>
            <a:lvl5pPr lvl="4" algn="ctr">
              <a:lnSpc>
                <a:spcPct val="100000"/>
              </a:lnSpc>
              <a:spcBef>
                <a:spcPts val="0"/>
              </a:spcBef>
              <a:spcAft>
                <a:spcPts val="0"/>
              </a:spcAft>
              <a:buSzPts val="1500"/>
              <a:buNone/>
              <a:defRPr sz="1500"/>
            </a:lvl5pPr>
            <a:lvl6pPr lvl="5" algn="ctr">
              <a:lnSpc>
                <a:spcPct val="100000"/>
              </a:lnSpc>
              <a:spcBef>
                <a:spcPts val="0"/>
              </a:spcBef>
              <a:spcAft>
                <a:spcPts val="0"/>
              </a:spcAft>
              <a:buSzPts val="1500"/>
              <a:buNone/>
              <a:defRPr sz="1500"/>
            </a:lvl6pPr>
            <a:lvl7pPr lvl="6" algn="ctr">
              <a:lnSpc>
                <a:spcPct val="100000"/>
              </a:lnSpc>
              <a:spcBef>
                <a:spcPts val="0"/>
              </a:spcBef>
              <a:spcAft>
                <a:spcPts val="0"/>
              </a:spcAft>
              <a:buSzPts val="1500"/>
              <a:buNone/>
              <a:defRPr sz="1500"/>
            </a:lvl7pPr>
            <a:lvl8pPr lvl="7" algn="ctr">
              <a:lnSpc>
                <a:spcPct val="100000"/>
              </a:lnSpc>
              <a:spcBef>
                <a:spcPts val="0"/>
              </a:spcBef>
              <a:spcAft>
                <a:spcPts val="0"/>
              </a:spcAft>
              <a:buSzPts val="1500"/>
              <a:buNone/>
              <a:defRPr sz="1500"/>
            </a:lvl8pPr>
            <a:lvl9pPr lvl="8" algn="ctr">
              <a:lnSpc>
                <a:spcPct val="100000"/>
              </a:lnSpc>
              <a:spcBef>
                <a:spcPts val="0"/>
              </a:spcBef>
              <a:spcAft>
                <a:spcPts val="0"/>
              </a:spcAft>
              <a:buSzPts val="1500"/>
              <a:buNone/>
              <a:defRPr sz="1500"/>
            </a:lvl9pPr>
          </a:lstStyle>
          <a:p/>
        </p:txBody>
      </p:sp>
      <p:grpSp>
        <p:nvGrpSpPr>
          <p:cNvPr id="85" name="Google Shape;85;p69"/>
          <p:cNvGrpSpPr/>
          <p:nvPr/>
        </p:nvGrpSpPr>
        <p:grpSpPr>
          <a:xfrm flipH="1">
            <a:off x="0" y="0"/>
            <a:ext cx="9144000" cy="5143500"/>
            <a:chOff x="0" y="0"/>
            <a:chExt cx="9144000" cy="5143500"/>
          </a:xfrm>
        </p:grpSpPr>
        <p:sp>
          <p:nvSpPr>
            <p:cNvPr id="86" name="Google Shape;86;p69"/>
            <p:cNvSpPr/>
            <p:nvPr/>
          </p:nvSpPr>
          <p:spPr>
            <a:xfrm flipH="1" rot="10800000">
              <a:off x="0" y="0"/>
              <a:ext cx="397200" cy="4160700"/>
            </a:xfrm>
            <a:prstGeom prst="rtTriangle">
              <a:avLst/>
            </a:pr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 name="Google Shape;87;p69"/>
            <p:cNvSpPr/>
            <p:nvPr/>
          </p:nvSpPr>
          <p:spPr>
            <a:xfrm flipH="1">
              <a:off x="8746800" y="982800"/>
              <a:ext cx="397200" cy="4160700"/>
            </a:xfrm>
            <a:prstGeom prst="rtTriangle">
              <a:avLst/>
            </a:pr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bg>
      <p:bgPr>
        <a:solidFill>
          <a:srgbClr val="FFFFFF"/>
        </a:solidFill>
      </p:bgPr>
    </p:bg>
    <p:spTree>
      <p:nvGrpSpPr>
        <p:cNvPr id="88" name="Shape 88"/>
        <p:cNvGrpSpPr/>
        <p:nvPr/>
      </p:nvGrpSpPr>
      <p:grpSpPr>
        <a:xfrm>
          <a:off x="0" y="0"/>
          <a:ext cx="0" cy="0"/>
          <a:chOff x="0" y="0"/>
          <a:chExt cx="0" cy="0"/>
        </a:xfrm>
      </p:grpSpPr>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ackground">
  <p:cSld name="CUSTOM_7">
    <p:spTree>
      <p:nvGrpSpPr>
        <p:cNvPr id="89" name="Shape 89"/>
        <p:cNvGrpSpPr/>
        <p:nvPr/>
      </p:nvGrpSpPr>
      <p:grpSpPr>
        <a:xfrm>
          <a:off x="0" y="0"/>
          <a:ext cx="0" cy="0"/>
          <a:chOff x="0" y="0"/>
          <a:chExt cx="0" cy="0"/>
        </a:xfrm>
      </p:grpSpPr>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ackground 1">
  <p:cSld name="CUSTOM_7_1">
    <p:spTree>
      <p:nvGrpSpPr>
        <p:cNvPr id="90" name="Shape 90"/>
        <p:cNvGrpSpPr/>
        <p:nvPr/>
      </p:nvGrpSpPr>
      <p:grpSpPr>
        <a:xfrm>
          <a:off x="0" y="0"/>
          <a:ext cx="0" cy="0"/>
          <a:chOff x="0" y="0"/>
          <a:chExt cx="0" cy="0"/>
        </a:xfrm>
      </p:grpSpPr>
      <p:sp>
        <p:nvSpPr>
          <p:cNvPr id="91" name="Google Shape;91;p72"/>
          <p:cNvSpPr/>
          <p:nvPr/>
        </p:nvSpPr>
        <p:spPr>
          <a:xfrm flipH="1" rot="10800000">
            <a:off x="0" y="0"/>
            <a:ext cx="397200" cy="4160700"/>
          </a:xfrm>
          <a:prstGeom prst="rtTriangle">
            <a:avLst/>
          </a:pr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2" name="Google Shape;92;p72"/>
          <p:cNvSpPr/>
          <p:nvPr/>
        </p:nvSpPr>
        <p:spPr>
          <a:xfrm flipH="1">
            <a:off x="8746800" y="982800"/>
            <a:ext cx="397200" cy="4160700"/>
          </a:xfrm>
          <a:prstGeom prst="rtTriangle">
            <a:avLst/>
          </a:pr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ackground 2">
  <p:cSld name="CUSTOM_7_1_1">
    <p:spTree>
      <p:nvGrpSpPr>
        <p:cNvPr id="93" name="Shape 93"/>
        <p:cNvGrpSpPr/>
        <p:nvPr/>
      </p:nvGrpSpPr>
      <p:grpSpPr>
        <a:xfrm>
          <a:off x="0" y="0"/>
          <a:ext cx="0" cy="0"/>
          <a:chOff x="0" y="0"/>
          <a:chExt cx="0" cy="0"/>
        </a:xfrm>
      </p:grpSpPr>
      <p:sp>
        <p:nvSpPr>
          <p:cNvPr id="94" name="Google Shape;94;p73"/>
          <p:cNvSpPr/>
          <p:nvPr/>
        </p:nvSpPr>
        <p:spPr>
          <a:xfrm>
            <a:off x="0" y="982800"/>
            <a:ext cx="397200" cy="4160700"/>
          </a:xfrm>
          <a:prstGeom prst="rtTriangle">
            <a:avLst/>
          </a:pr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5" name="Google Shape;95;p73"/>
          <p:cNvSpPr/>
          <p:nvPr/>
        </p:nvSpPr>
        <p:spPr>
          <a:xfrm rot="10800000">
            <a:off x="8746800" y="0"/>
            <a:ext cx="397200" cy="4160700"/>
          </a:xfrm>
          <a:prstGeom prst="rtTriangle">
            <a:avLst/>
          </a:pr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Tree>
  </p:cSld>
  <p:clrMapOvr>
    <a:masterClrMapping/>
  </p:clrMapOvr>
</p:sldLayout>
</file>

<file path=ppt/slideMasters/_rels/slideMaster1.xml.rels><?xml version="1.0" encoding="UTF-8" standalone="yes"?><Relationships xmlns="http://schemas.openxmlformats.org/package/2006/relationships"><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7" Type="http://schemas.openxmlformats.org/officeDocument/2006/relationships/theme" Target="../theme/theme2.xml"/><Relationship Id="rId16" Type="http://schemas.openxmlformats.org/officeDocument/2006/relationships/slideLayout" Target="../slideLayouts/slideLayout16.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rgbClr val="FFFFFF"/>
        </a:solidFill>
      </p:bgPr>
    </p:bg>
    <p:spTree>
      <p:nvGrpSpPr>
        <p:cNvPr id="5" name="Shape 5"/>
        <p:cNvGrpSpPr/>
        <p:nvPr/>
      </p:nvGrpSpPr>
      <p:grpSpPr>
        <a:xfrm>
          <a:off x="0" y="0"/>
          <a:ext cx="0" cy="0"/>
          <a:chOff x="0" y="0"/>
          <a:chExt cx="0" cy="0"/>
        </a:xfrm>
      </p:grpSpPr>
      <p:sp>
        <p:nvSpPr>
          <p:cNvPr id="6" name="Google Shape;6;p57"/>
          <p:cNvSpPr txBox="1"/>
          <p:nvPr>
            <p:ph type="title"/>
          </p:nvPr>
        </p:nvSpPr>
        <p:spPr>
          <a:xfrm>
            <a:off x="722375" y="384048"/>
            <a:ext cx="7699200" cy="572700"/>
          </a:xfrm>
          <a:prstGeom prst="rect">
            <a:avLst/>
          </a:prstGeom>
          <a:noFill/>
          <a:ln>
            <a:noFill/>
          </a:ln>
        </p:spPr>
        <p:txBody>
          <a:bodyPr anchorCtr="0" anchor="t" bIns="91425" lIns="91425" spcFirstLastPara="1" rIns="91425" wrap="square" tIns="91425">
            <a:noAutofit/>
          </a:bodyPr>
          <a:lstStyle>
            <a:lvl1pPr lvl="0" marR="0" rtl="0" algn="l">
              <a:lnSpc>
                <a:spcPct val="100000"/>
              </a:lnSpc>
              <a:spcBef>
                <a:spcPts val="0"/>
              </a:spcBef>
              <a:spcAft>
                <a:spcPts val="0"/>
              </a:spcAft>
              <a:buClr>
                <a:schemeClr val="dk1"/>
              </a:buClr>
              <a:buSzPts val="3000"/>
              <a:buFont typeface="Kanit"/>
              <a:buNone/>
              <a:defRPr b="1" i="0" sz="3000" u="none" cap="none" strike="noStrike">
                <a:solidFill>
                  <a:schemeClr val="dk1"/>
                </a:solidFill>
                <a:latin typeface="Kanit"/>
                <a:ea typeface="Kanit"/>
                <a:cs typeface="Kanit"/>
                <a:sym typeface="Kanit"/>
              </a:defRPr>
            </a:lvl1pPr>
            <a:lvl2pPr lvl="1" marR="0" rtl="0" algn="l">
              <a:lnSpc>
                <a:spcPct val="100000"/>
              </a:lnSpc>
              <a:spcBef>
                <a:spcPts val="0"/>
              </a:spcBef>
              <a:spcAft>
                <a:spcPts val="0"/>
              </a:spcAft>
              <a:buClr>
                <a:schemeClr val="dk1"/>
              </a:buClr>
              <a:buSzPts val="3000"/>
              <a:buFont typeface="Kanit"/>
              <a:buNone/>
              <a:defRPr b="1" i="0" sz="3000" u="none" cap="none" strike="noStrike">
                <a:solidFill>
                  <a:schemeClr val="dk1"/>
                </a:solidFill>
                <a:latin typeface="Kanit"/>
                <a:ea typeface="Kanit"/>
                <a:cs typeface="Kanit"/>
                <a:sym typeface="Kanit"/>
              </a:defRPr>
            </a:lvl2pPr>
            <a:lvl3pPr lvl="2" marR="0" rtl="0" algn="l">
              <a:lnSpc>
                <a:spcPct val="100000"/>
              </a:lnSpc>
              <a:spcBef>
                <a:spcPts val="0"/>
              </a:spcBef>
              <a:spcAft>
                <a:spcPts val="0"/>
              </a:spcAft>
              <a:buClr>
                <a:schemeClr val="dk1"/>
              </a:buClr>
              <a:buSzPts val="3000"/>
              <a:buFont typeface="Kanit"/>
              <a:buNone/>
              <a:defRPr b="1" i="0" sz="3000" u="none" cap="none" strike="noStrike">
                <a:solidFill>
                  <a:schemeClr val="dk1"/>
                </a:solidFill>
                <a:latin typeface="Kanit"/>
                <a:ea typeface="Kanit"/>
                <a:cs typeface="Kanit"/>
                <a:sym typeface="Kanit"/>
              </a:defRPr>
            </a:lvl3pPr>
            <a:lvl4pPr lvl="3" marR="0" rtl="0" algn="l">
              <a:lnSpc>
                <a:spcPct val="100000"/>
              </a:lnSpc>
              <a:spcBef>
                <a:spcPts val="0"/>
              </a:spcBef>
              <a:spcAft>
                <a:spcPts val="0"/>
              </a:spcAft>
              <a:buClr>
                <a:schemeClr val="dk1"/>
              </a:buClr>
              <a:buSzPts val="3000"/>
              <a:buFont typeface="Kanit"/>
              <a:buNone/>
              <a:defRPr b="1" i="0" sz="3000" u="none" cap="none" strike="noStrike">
                <a:solidFill>
                  <a:schemeClr val="dk1"/>
                </a:solidFill>
                <a:latin typeface="Kanit"/>
                <a:ea typeface="Kanit"/>
                <a:cs typeface="Kanit"/>
                <a:sym typeface="Kanit"/>
              </a:defRPr>
            </a:lvl4pPr>
            <a:lvl5pPr lvl="4" marR="0" rtl="0" algn="l">
              <a:lnSpc>
                <a:spcPct val="100000"/>
              </a:lnSpc>
              <a:spcBef>
                <a:spcPts val="0"/>
              </a:spcBef>
              <a:spcAft>
                <a:spcPts val="0"/>
              </a:spcAft>
              <a:buClr>
                <a:schemeClr val="dk1"/>
              </a:buClr>
              <a:buSzPts val="3000"/>
              <a:buFont typeface="Kanit"/>
              <a:buNone/>
              <a:defRPr b="1" i="0" sz="3000" u="none" cap="none" strike="noStrike">
                <a:solidFill>
                  <a:schemeClr val="dk1"/>
                </a:solidFill>
                <a:latin typeface="Kanit"/>
                <a:ea typeface="Kanit"/>
                <a:cs typeface="Kanit"/>
                <a:sym typeface="Kanit"/>
              </a:defRPr>
            </a:lvl5pPr>
            <a:lvl6pPr lvl="5" marR="0" rtl="0" algn="l">
              <a:lnSpc>
                <a:spcPct val="100000"/>
              </a:lnSpc>
              <a:spcBef>
                <a:spcPts val="0"/>
              </a:spcBef>
              <a:spcAft>
                <a:spcPts val="0"/>
              </a:spcAft>
              <a:buClr>
                <a:schemeClr val="dk1"/>
              </a:buClr>
              <a:buSzPts val="3000"/>
              <a:buFont typeface="Kanit"/>
              <a:buNone/>
              <a:defRPr b="1" i="0" sz="3000" u="none" cap="none" strike="noStrike">
                <a:solidFill>
                  <a:schemeClr val="dk1"/>
                </a:solidFill>
                <a:latin typeface="Kanit"/>
                <a:ea typeface="Kanit"/>
                <a:cs typeface="Kanit"/>
                <a:sym typeface="Kanit"/>
              </a:defRPr>
            </a:lvl6pPr>
            <a:lvl7pPr lvl="6" marR="0" rtl="0" algn="l">
              <a:lnSpc>
                <a:spcPct val="100000"/>
              </a:lnSpc>
              <a:spcBef>
                <a:spcPts val="0"/>
              </a:spcBef>
              <a:spcAft>
                <a:spcPts val="0"/>
              </a:spcAft>
              <a:buClr>
                <a:schemeClr val="dk1"/>
              </a:buClr>
              <a:buSzPts val="3000"/>
              <a:buFont typeface="Kanit"/>
              <a:buNone/>
              <a:defRPr b="1" i="0" sz="3000" u="none" cap="none" strike="noStrike">
                <a:solidFill>
                  <a:schemeClr val="dk1"/>
                </a:solidFill>
                <a:latin typeface="Kanit"/>
                <a:ea typeface="Kanit"/>
                <a:cs typeface="Kanit"/>
                <a:sym typeface="Kanit"/>
              </a:defRPr>
            </a:lvl7pPr>
            <a:lvl8pPr lvl="7" marR="0" rtl="0" algn="l">
              <a:lnSpc>
                <a:spcPct val="100000"/>
              </a:lnSpc>
              <a:spcBef>
                <a:spcPts val="0"/>
              </a:spcBef>
              <a:spcAft>
                <a:spcPts val="0"/>
              </a:spcAft>
              <a:buClr>
                <a:schemeClr val="dk1"/>
              </a:buClr>
              <a:buSzPts val="3000"/>
              <a:buFont typeface="Kanit"/>
              <a:buNone/>
              <a:defRPr b="1" i="0" sz="3000" u="none" cap="none" strike="noStrike">
                <a:solidFill>
                  <a:schemeClr val="dk1"/>
                </a:solidFill>
                <a:latin typeface="Kanit"/>
                <a:ea typeface="Kanit"/>
                <a:cs typeface="Kanit"/>
                <a:sym typeface="Kanit"/>
              </a:defRPr>
            </a:lvl8pPr>
            <a:lvl9pPr lvl="8" marR="0" rtl="0" algn="l">
              <a:lnSpc>
                <a:spcPct val="100000"/>
              </a:lnSpc>
              <a:spcBef>
                <a:spcPts val="0"/>
              </a:spcBef>
              <a:spcAft>
                <a:spcPts val="0"/>
              </a:spcAft>
              <a:buClr>
                <a:schemeClr val="dk1"/>
              </a:buClr>
              <a:buSzPts val="3000"/>
              <a:buFont typeface="Kanit"/>
              <a:buNone/>
              <a:defRPr b="1" i="0" sz="3000" u="none" cap="none" strike="noStrike">
                <a:solidFill>
                  <a:schemeClr val="dk1"/>
                </a:solidFill>
                <a:latin typeface="Kanit"/>
                <a:ea typeface="Kanit"/>
                <a:cs typeface="Kanit"/>
                <a:sym typeface="Kanit"/>
              </a:defRPr>
            </a:lvl9pPr>
          </a:lstStyle>
          <a:p/>
        </p:txBody>
      </p:sp>
      <p:sp>
        <p:nvSpPr>
          <p:cNvPr id="7" name="Google Shape;7;p57"/>
          <p:cNvSpPr txBox="1"/>
          <p:nvPr>
            <p:ph idx="1" type="body"/>
          </p:nvPr>
        </p:nvSpPr>
        <p:spPr>
          <a:xfrm>
            <a:off x="722375" y="1187600"/>
            <a:ext cx="7699200" cy="3416400"/>
          </a:xfrm>
          <a:prstGeom prst="rect">
            <a:avLst/>
          </a:prstGeom>
          <a:noFill/>
          <a:ln>
            <a:noFill/>
          </a:ln>
        </p:spPr>
        <p:txBody>
          <a:bodyPr anchorCtr="0" anchor="t" bIns="91425" lIns="91425" spcFirstLastPara="1" rIns="91425" wrap="square" tIns="91425">
            <a:noAutofit/>
          </a:bodyPr>
          <a:lstStyle>
            <a:lvl1pPr indent="-304800" lvl="0" marL="457200" marR="0" rtl="0" algn="l">
              <a:lnSpc>
                <a:spcPct val="100000"/>
              </a:lnSpc>
              <a:spcBef>
                <a:spcPts val="0"/>
              </a:spcBef>
              <a:spcAft>
                <a:spcPts val="0"/>
              </a:spcAft>
              <a:buClr>
                <a:schemeClr val="lt1"/>
              </a:buClr>
              <a:buSzPts val="1200"/>
              <a:buFont typeface="Work Sans"/>
              <a:buChar char="●"/>
              <a:defRPr b="0" i="0" sz="1200" u="none" cap="none" strike="noStrike">
                <a:solidFill>
                  <a:schemeClr val="lt1"/>
                </a:solidFill>
                <a:latin typeface="Work Sans"/>
                <a:ea typeface="Work Sans"/>
                <a:cs typeface="Work Sans"/>
                <a:sym typeface="Work Sans"/>
              </a:defRPr>
            </a:lvl1pPr>
            <a:lvl2pPr indent="-304800" lvl="1" marL="914400" marR="0" rtl="0" algn="l">
              <a:lnSpc>
                <a:spcPct val="100000"/>
              </a:lnSpc>
              <a:spcBef>
                <a:spcPts val="0"/>
              </a:spcBef>
              <a:spcAft>
                <a:spcPts val="0"/>
              </a:spcAft>
              <a:buClr>
                <a:schemeClr val="lt1"/>
              </a:buClr>
              <a:buSzPts val="1200"/>
              <a:buFont typeface="Work Sans"/>
              <a:buChar char="○"/>
              <a:defRPr b="0" i="0" sz="1200" u="none" cap="none" strike="noStrike">
                <a:solidFill>
                  <a:schemeClr val="lt1"/>
                </a:solidFill>
                <a:latin typeface="Work Sans"/>
                <a:ea typeface="Work Sans"/>
                <a:cs typeface="Work Sans"/>
                <a:sym typeface="Work Sans"/>
              </a:defRPr>
            </a:lvl2pPr>
            <a:lvl3pPr indent="-304800" lvl="2" marL="1371600" marR="0" rtl="0" algn="l">
              <a:lnSpc>
                <a:spcPct val="100000"/>
              </a:lnSpc>
              <a:spcBef>
                <a:spcPts val="0"/>
              </a:spcBef>
              <a:spcAft>
                <a:spcPts val="0"/>
              </a:spcAft>
              <a:buClr>
                <a:schemeClr val="lt1"/>
              </a:buClr>
              <a:buSzPts val="1200"/>
              <a:buFont typeface="Work Sans"/>
              <a:buChar char="■"/>
              <a:defRPr b="0" i="0" sz="1200" u="none" cap="none" strike="noStrike">
                <a:solidFill>
                  <a:schemeClr val="lt1"/>
                </a:solidFill>
                <a:latin typeface="Work Sans"/>
                <a:ea typeface="Work Sans"/>
                <a:cs typeface="Work Sans"/>
                <a:sym typeface="Work Sans"/>
              </a:defRPr>
            </a:lvl3pPr>
            <a:lvl4pPr indent="-304800" lvl="3" marL="1828800" marR="0" rtl="0" algn="l">
              <a:lnSpc>
                <a:spcPct val="100000"/>
              </a:lnSpc>
              <a:spcBef>
                <a:spcPts val="0"/>
              </a:spcBef>
              <a:spcAft>
                <a:spcPts val="0"/>
              </a:spcAft>
              <a:buClr>
                <a:schemeClr val="lt1"/>
              </a:buClr>
              <a:buSzPts val="1200"/>
              <a:buFont typeface="Work Sans"/>
              <a:buChar char="●"/>
              <a:defRPr b="0" i="0" sz="1200" u="none" cap="none" strike="noStrike">
                <a:solidFill>
                  <a:schemeClr val="lt1"/>
                </a:solidFill>
                <a:latin typeface="Work Sans"/>
                <a:ea typeface="Work Sans"/>
                <a:cs typeface="Work Sans"/>
                <a:sym typeface="Work Sans"/>
              </a:defRPr>
            </a:lvl4pPr>
            <a:lvl5pPr indent="-304800" lvl="4" marL="2286000" marR="0" rtl="0" algn="l">
              <a:lnSpc>
                <a:spcPct val="100000"/>
              </a:lnSpc>
              <a:spcBef>
                <a:spcPts val="0"/>
              </a:spcBef>
              <a:spcAft>
                <a:spcPts val="0"/>
              </a:spcAft>
              <a:buClr>
                <a:schemeClr val="lt1"/>
              </a:buClr>
              <a:buSzPts val="1200"/>
              <a:buFont typeface="Work Sans"/>
              <a:buChar char="○"/>
              <a:defRPr b="0" i="0" sz="1200" u="none" cap="none" strike="noStrike">
                <a:solidFill>
                  <a:schemeClr val="lt1"/>
                </a:solidFill>
                <a:latin typeface="Work Sans"/>
                <a:ea typeface="Work Sans"/>
                <a:cs typeface="Work Sans"/>
                <a:sym typeface="Work Sans"/>
              </a:defRPr>
            </a:lvl5pPr>
            <a:lvl6pPr indent="-304800" lvl="5" marL="2743200" marR="0" rtl="0" algn="l">
              <a:lnSpc>
                <a:spcPct val="100000"/>
              </a:lnSpc>
              <a:spcBef>
                <a:spcPts val="0"/>
              </a:spcBef>
              <a:spcAft>
                <a:spcPts val="0"/>
              </a:spcAft>
              <a:buClr>
                <a:schemeClr val="lt1"/>
              </a:buClr>
              <a:buSzPts val="1200"/>
              <a:buFont typeface="Work Sans"/>
              <a:buChar char="■"/>
              <a:defRPr b="0" i="0" sz="1200" u="none" cap="none" strike="noStrike">
                <a:solidFill>
                  <a:schemeClr val="lt1"/>
                </a:solidFill>
                <a:latin typeface="Work Sans"/>
                <a:ea typeface="Work Sans"/>
                <a:cs typeface="Work Sans"/>
                <a:sym typeface="Work Sans"/>
              </a:defRPr>
            </a:lvl6pPr>
            <a:lvl7pPr indent="-304800" lvl="6" marL="3200400" marR="0" rtl="0" algn="l">
              <a:lnSpc>
                <a:spcPct val="100000"/>
              </a:lnSpc>
              <a:spcBef>
                <a:spcPts val="0"/>
              </a:spcBef>
              <a:spcAft>
                <a:spcPts val="0"/>
              </a:spcAft>
              <a:buClr>
                <a:schemeClr val="lt1"/>
              </a:buClr>
              <a:buSzPts val="1200"/>
              <a:buFont typeface="Work Sans"/>
              <a:buChar char="●"/>
              <a:defRPr b="0" i="0" sz="1200" u="none" cap="none" strike="noStrike">
                <a:solidFill>
                  <a:schemeClr val="lt1"/>
                </a:solidFill>
                <a:latin typeface="Work Sans"/>
                <a:ea typeface="Work Sans"/>
                <a:cs typeface="Work Sans"/>
                <a:sym typeface="Work Sans"/>
              </a:defRPr>
            </a:lvl7pPr>
            <a:lvl8pPr indent="-304800" lvl="7" marL="3657600" marR="0" rtl="0" algn="l">
              <a:lnSpc>
                <a:spcPct val="100000"/>
              </a:lnSpc>
              <a:spcBef>
                <a:spcPts val="0"/>
              </a:spcBef>
              <a:spcAft>
                <a:spcPts val="0"/>
              </a:spcAft>
              <a:buClr>
                <a:schemeClr val="lt1"/>
              </a:buClr>
              <a:buSzPts val="1200"/>
              <a:buFont typeface="Work Sans"/>
              <a:buChar char="○"/>
              <a:defRPr b="0" i="0" sz="1200" u="none" cap="none" strike="noStrike">
                <a:solidFill>
                  <a:schemeClr val="lt1"/>
                </a:solidFill>
                <a:latin typeface="Work Sans"/>
                <a:ea typeface="Work Sans"/>
                <a:cs typeface="Work Sans"/>
                <a:sym typeface="Work Sans"/>
              </a:defRPr>
            </a:lvl8pPr>
            <a:lvl9pPr indent="-304800" lvl="8" marL="4114800" marR="0" rtl="0" algn="l">
              <a:lnSpc>
                <a:spcPct val="100000"/>
              </a:lnSpc>
              <a:spcBef>
                <a:spcPts val="0"/>
              </a:spcBef>
              <a:spcAft>
                <a:spcPts val="0"/>
              </a:spcAft>
              <a:buClr>
                <a:schemeClr val="lt1"/>
              </a:buClr>
              <a:buSzPts val="1200"/>
              <a:buFont typeface="Work Sans"/>
              <a:buChar char="■"/>
              <a:defRPr b="0" i="0" sz="1200" u="none" cap="none" strike="noStrike">
                <a:solidFill>
                  <a:schemeClr val="lt1"/>
                </a:solidFill>
                <a:latin typeface="Work Sans"/>
                <a:ea typeface="Work Sans"/>
                <a:cs typeface="Work Sans"/>
                <a:sym typeface="Work Sans"/>
              </a:defRPr>
            </a:lvl9pPr>
          </a:lstStyle>
          <a:p/>
        </p:txBody>
      </p:sp>
    </p:spTree>
  </p:cSld>
  <p:clrMap accent1="accent1" accent2="accent2" accent3="accent3" accent4="accent4" accent5="accent5" accent6="accent6" bg1="lt1" bg2="dk2" tx1="dk1" tx2="lt2" folHlink="folHlink" hlink="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 id="2147483662" r:id="rId14"/>
    <p:sldLayoutId id="2147483663" r:id="rId15"/>
    <p:sldLayoutId id="2147483664" r:id="rId16"/>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5.png"/><Relationship Id="rId4" Type="http://schemas.openxmlformats.org/officeDocument/2006/relationships/image" Target="../media/image2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 Id="rId3" Type="http://schemas.openxmlformats.org/officeDocument/2006/relationships/image" Target="../media/image6.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xml"/><Relationship Id="rId3" Type="http://schemas.openxmlformats.org/officeDocument/2006/relationships/image" Target="../media/image2.png"/><Relationship Id="rId4" Type="http://schemas.openxmlformats.org/officeDocument/2006/relationships/image" Target="../media/image22.png"/><Relationship Id="rId5" Type="http://schemas.openxmlformats.org/officeDocument/2006/relationships/image" Target="../media/image36.png"/><Relationship Id="rId6"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 Id="rId3" Type="http://schemas.openxmlformats.org/officeDocument/2006/relationships/image" Target="../media/image5.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7.xml"/><Relationship Id="rId3" Type="http://schemas.openxmlformats.org/officeDocument/2006/relationships/image" Target="../media/image2.png"/><Relationship Id="rId4" Type="http://schemas.openxmlformats.org/officeDocument/2006/relationships/image" Target="../media/image22.png"/><Relationship Id="rId5" Type="http://schemas.openxmlformats.org/officeDocument/2006/relationships/image" Target="../media/image36.png"/><Relationship Id="rId6"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 Id="rId3" Type="http://schemas.openxmlformats.org/officeDocument/2006/relationships/image" Target="../media/image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 Id="rId3" Type="http://schemas.openxmlformats.org/officeDocument/2006/relationships/image" Target="../media/image1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xml"/><Relationship Id="rId3" Type="http://schemas.openxmlformats.org/officeDocument/2006/relationships/image" Target="../media/image8.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2.xml"/><Relationship Id="rId3" Type="http://schemas.openxmlformats.org/officeDocument/2006/relationships/image" Target="../media/image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6.xml"/><Relationship Id="rId3" Type="http://schemas.openxmlformats.org/officeDocument/2006/relationships/image" Target="../media/image20.png"/><Relationship Id="rId4" Type="http://schemas.openxmlformats.org/officeDocument/2006/relationships/image" Target="../media/image61.png"/><Relationship Id="rId5" Type="http://schemas.openxmlformats.org/officeDocument/2006/relationships/image" Target="../media/image9.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7.xml"/><Relationship Id="rId3" Type="http://schemas.openxmlformats.org/officeDocument/2006/relationships/image" Target="../media/image10.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8.xml"/><Relationship Id="rId3" Type="http://schemas.openxmlformats.org/officeDocument/2006/relationships/image" Target="../media/image47.png"/><Relationship Id="rId4" Type="http://schemas.openxmlformats.org/officeDocument/2006/relationships/image" Target="../media/image25.png"/><Relationship Id="rId5" Type="http://schemas.openxmlformats.org/officeDocument/2006/relationships/image" Target="../media/image43.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9.xml"/><Relationship Id="rId3" Type="http://schemas.openxmlformats.org/officeDocument/2006/relationships/image" Target="../media/image25.png"/><Relationship Id="rId4" Type="http://schemas.openxmlformats.org/officeDocument/2006/relationships/image" Target="../media/image14.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20.xml"/><Relationship Id="rId3" Type="http://schemas.openxmlformats.org/officeDocument/2006/relationships/image" Target="../media/image44.png"/><Relationship Id="rId4" Type="http://schemas.openxmlformats.org/officeDocument/2006/relationships/image" Target="../media/image13.png"/><Relationship Id="rId5" Type="http://schemas.openxmlformats.org/officeDocument/2006/relationships/image" Target="../media/image17.png"/><Relationship Id="rId6" Type="http://schemas.openxmlformats.org/officeDocument/2006/relationships/image" Target="../media/image27.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3.xml"/><Relationship Id="rId3" Type="http://schemas.openxmlformats.org/officeDocument/2006/relationships/image" Target="../media/image34.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4.xml"/><Relationship Id="rId3" Type="http://schemas.openxmlformats.org/officeDocument/2006/relationships/image" Target="../media/image12.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5.xml"/><Relationship Id="rId3" Type="http://schemas.openxmlformats.org/officeDocument/2006/relationships/image" Target="../media/image13.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7.xml"/><Relationship Id="rId3" Type="http://schemas.openxmlformats.org/officeDocument/2006/relationships/image" Target="../media/image3.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8.xml"/><Relationship Id="rId3" Type="http://schemas.openxmlformats.org/officeDocument/2006/relationships/image" Target="../media/image24.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9.xml"/><Relationship Id="rId3" Type="http://schemas.openxmlformats.org/officeDocument/2006/relationships/image" Target="../media/image60.jp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2.xml"/><Relationship Id="rId3" Type="http://schemas.openxmlformats.org/officeDocument/2006/relationships/image" Target="../media/image2.png"/><Relationship Id="rId4" Type="http://schemas.openxmlformats.org/officeDocument/2006/relationships/image" Target="../media/image30.png"/><Relationship Id="rId5" Type="http://schemas.openxmlformats.org/officeDocument/2006/relationships/image" Target="../media/image29.png"/><Relationship Id="rId6" Type="http://schemas.openxmlformats.org/officeDocument/2006/relationships/image" Target="../media/image26.png"/><Relationship Id="rId7" Type="http://schemas.openxmlformats.org/officeDocument/2006/relationships/image" Target="../media/image3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3.xml"/><Relationship Id="rId3" Type="http://schemas.openxmlformats.org/officeDocument/2006/relationships/image" Target="../media/image30.png"/><Relationship Id="rId4" Type="http://schemas.openxmlformats.org/officeDocument/2006/relationships/image" Target="../media/image31.png"/><Relationship Id="rId9" Type="http://schemas.openxmlformats.org/officeDocument/2006/relationships/image" Target="../media/image42.png"/><Relationship Id="rId5" Type="http://schemas.openxmlformats.org/officeDocument/2006/relationships/image" Target="../media/image38.png"/><Relationship Id="rId6" Type="http://schemas.openxmlformats.org/officeDocument/2006/relationships/image" Target="../media/image62.png"/><Relationship Id="rId7" Type="http://schemas.openxmlformats.org/officeDocument/2006/relationships/image" Target="../media/image37.png"/><Relationship Id="rId8" Type="http://schemas.openxmlformats.org/officeDocument/2006/relationships/image" Target="../media/image35.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4.xml"/><Relationship Id="rId3" Type="http://schemas.openxmlformats.org/officeDocument/2006/relationships/image" Target="../media/image31.png"/><Relationship Id="rId4" Type="http://schemas.openxmlformats.org/officeDocument/2006/relationships/image" Target="../media/image40.png"/><Relationship Id="rId5" Type="http://schemas.openxmlformats.org/officeDocument/2006/relationships/image" Target="../media/image65.png"/><Relationship Id="rId6" Type="http://schemas.openxmlformats.org/officeDocument/2006/relationships/image" Target="../media/image5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5.xml"/><Relationship Id="rId3" Type="http://schemas.openxmlformats.org/officeDocument/2006/relationships/image" Target="../media/image40.png"/><Relationship Id="rId4" Type="http://schemas.openxmlformats.org/officeDocument/2006/relationships/image" Target="../media/image56.png"/><Relationship Id="rId5" Type="http://schemas.openxmlformats.org/officeDocument/2006/relationships/image" Target="../media/image52.png"/><Relationship Id="rId6" Type="http://schemas.openxmlformats.org/officeDocument/2006/relationships/image" Target="../media/image41.png"/><Relationship Id="rId7" Type="http://schemas.openxmlformats.org/officeDocument/2006/relationships/image" Target="../media/image75.png"/></Relationships>
</file>

<file path=ppt/slides/_rels/slide36.xml.rels><?xml version="1.0" encoding="UTF-8" standalone="yes"?><Relationships xmlns="http://schemas.openxmlformats.org/package/2006/relationships"><Relationship Id="rId10" Type="http://schemas.openxmlformats.org/officeDocument/2006/relationships/image" Target="../media/image50.png"/><Relationship Id="rId1" Type="http://schemas.openxmlformats.org/officeDocument/2006/relationships/slideLayout" Target="../slideLayouts/slideLayout5.xml"/><Relationship Id="rId2" Type="http://schemas.openxmlformats.org/officeDocument/2006/relationships/notesSlide" Target="../notesSlides/notesSlide36.xml"/><Relationship Id="rId3" Type="http://schemas.openxmlformats.org/officeDocument/2006/relationships/image" Target="../media/image40.png"/><Relationship Id="rId4" Type="http://schemas.openxmlformats.org/officeDocument/2006/relationships/image" Target="../media/image48.png"/><Relationship Id="rId9" Type="http://schemas.openxmlformats.org/officeDocument/2006/relationships/image" Target="../media/image70.png"/><Relationship Id="rId5" Type="http://schemas.openxmlformats.org/officeDocument/2006/relationships/image" Target="../media/image45.png"/><Relationship Id="rId6" Type="http://schemas.openxmlformats.org/officeDocument/2006/relationships/image" Target="../media/image55.png"/><Relationship Id="rId7" Type="http://schemas.openxmlformats.org/officeDocument/2006/relationships/image" Target="../media/image46.png"/><Relationship Id="rId8" Type="http://schemas.openxmlformats.org/officeDocument/2006/relationships/image" Target="../media/image49.png"/></Relationships>
</file>

<file path=ppt/slides/_rels/slide37.xml.rels><?xml version="1.0" encoding="UTF-8" standalone="yes"?><Relationships xmlns="http://schemas.openxmlformats.org/package/2006/relationships"><Relationship Id="rId10" Type="http://schemas.openxmlformats.org/officeDocument/2006/relationships/image" Target="../media/image57.png"/><Relationship Id="rId1" Type="http://schemas.openxmlformats.org/officeDocument/2006/relationships/slideLayout" Target="../slideLayouts/slideLayout5.xml"/><Relationship Id="rId2" Type="http://schemas.openxmlformats.org/officeDocument/2006/relationships/notesSlide" Target="../notesSlides/notesSlide37.xml"/><Relationship Id="rId3" Type="http://schemas.openxmlformats.org/officeDocument/2006/relationships/image" Target="../media/image40.png"/><Relationship Id="rId4" Type="http://schemas.openxmlformats.org/officeDocument/2006/relationships/image" Target="../media/image91.png"/><Relationship Id="rId9" Type="http://schemas.openxmlformats.org/officeDocument/2006/relationships/image" Target="../media/image63.png"/><Relationship Id="rId5" Type="http://schemas.openxmlformats.org/officeDocument/2006/relationships/image" Target="../media/image94.png"/><Relationship Id="rId6" Type="http://schemas.openxmlformats.org/officeDocument/2006/relationships/image" Target="../media/image53.png"/><Relationship Id="rId7" Type="http://schemas.openxmlformats.org/officeDocument/2006/relationships/image" Target="../media/image75.png"/><Relationship Id="rId8" Type="http://schemas.openxmlformats.org/officeDocument/2006/relationships/image" Target="../media/image58.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8.xml"/><Relationship Id="rId3" Type="http://schemas.openxmlformats.org/officeDocument/2006/relationships/image" Target="../media/image40.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9.xml"/><Relationship Id="rId3" Type="http://schemas.openxmlformats.org/officeDocument/2006/relationships/image" Target="../media/image40.png"/><Relationship Id="rId4" Type="http://schemas.openxmlformats.org/officeDocument/2006/relationships/image" Target="../media/image59.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0.xml"/><Relationship Id="rId3" Type="http://schemas.openxmlformats.org/officeDocument/2006/relationships/image" Target="../media/image40.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1.xml"/><Relationship Id="rId3" Type="http://schemas.openxmlformats.org/officeDocument/2006/relationships/image" Target="../media/image40.png"/><Relationship Id="rId4" Type="http://schemas.openxmlformats.org/officeDocument/2006/relationships/image" Target="../media/image86.png"/><Relationship Id="rId5" Type="http://schemas.openxmlformats.org/officeDocument/2006/relationships/image" Target="../media/image69.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2.xml"/><Relationship Id="rId3" Type="http://schemas.openxmlformats.org/officeDocument/2006/relationships/image" Target="../media/image40.png"/><Relationship Id="rId4" Type="http://schemas.openxmlformats.org/officeDocument/2006/relationships/image" Target="../media/image68.png"/><Relationship Id="rId5" Type="http://schemas.openxmlformats.org/officeDocument/2006/relationships/image" Target="../media/image64.png"/><Relationship Id="rId6" Type="http://schemas.openxmlformats.org/officeDocument/2006/relationships/image" Target="../media/image66.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3.xml"/><Relationship Id="rId3" Type="http://schemas.openxmlformats.org/officeDocument/2006/relationships/image" Target="../media/image40.png"/><Relationship Id="rId4" Type="http://schemas.openxmlformats.org/officeDocument/2006/relationships/image" Target="../media/image67.png"/><Relationship Id="rId5" Type="http://schemas.openxmlformats.org/officeDocument/2006/relationships/image" Target="../media/image75.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4.xml"/><Relationship Id="rId3" Type="http://schemas.openxmlformats.org/officeDocument/2006/relationships/image" Target="../media/image40.png"/><Relationship Id="rId4" Type="http://schemas.openxmlformats.org/officeDocument/2006/relationships/image" Target="../media/image95.png"/><Relationship Id="rId5" Type="http://schemas.openxmlformats.org/officeDocument/2006/relationships/image" Target="../media/image85.png"/><Relationship Id="rId6" Type="http://schemas.openxmlformats.org/officeDocument/2006/relationships/image" Target="../media/image97.png"/><Relationship Id="rId7" Type="http://schemas.openxmlformats.org/officeDocument/2006/relationships/image" Target="../media/image110.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5.xml"/><Relationship Id="rId3" Type="http://schemas.openxmlformats.org/officeDocument/2006/relationships/image" Target="../media/image40.png"/><Relationship Id="rId4" Type="http://schemas.openxmlformats.org/officeDocument/2006/relationships/image" Target="../media/image90.png"/><Relationship Id="rId5" Type="http://schemas.openxmlformats.org/officeDocument/2006/relationships/image" Target="../media/image73.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6.xml"/><Relationship Id="rId3" Type="http://schemas.openxmlformats.org/officeDocument/2006/relationships/image" Target="../media/image40.png"/><Relationship Id="rId4" Type="http://schemas.openxmlformats.org/officeDocument/2006/relationships/image" Target="../media/image73.png"/><Relationship Id="rId5" Type="http://schemas.openxmlformats.org/officeDocument/2006/relationships/image" Target="../media/image104.png"/><Relationship Id="rId6" Type="http://schemas.openxmlformats.org/officeDocument/2006/relationships/image" Target="../media/image78.png"/></Relationships>
</file>

<file path=ppt/slides/_rels/slide47.xml.rels><?xml version="1.0" encoding="UTF-8" standalone="yes"?><Relationships xmlns="http://schemas.openxmlformats.org/package/2006/relationships"><Relationship Id="rId11" Type="http://schemas.openxmlformats.org/officeDocument/2006/relationships/image" Target="../media/image80.png"/><Relationship Id="rId10" Type="http://schemas.openxmlformats.org/officeDocument/2006/relationships/image" Target="../media/image123.png"/><Relationship Id="rId13" Type="http://schemas.openxmlformats.org/officeDocument/2006/relationships/image" Target="../media/image79.png"/><Relationship Id="rId12" Type="http://schemas.openxmlformats.org/officeDocument/2006/relationships/image" Target="../media/image92.png"/><Relationship Id="rId1" Type="http://schemas.openxmlformats.org/officeDocument/2006/relationships/slideLayout" Target="../slideLayouts/slideLayout5.xml"/><Relationship Id="rId2" Type="http://schemas.openxmlformats.org/officeDocument/2006/relationships/notesSlide" Target="../notesSlides/notesSlide47.xml"/><Relationship Id="rId3" Type="http://schemas.openxmlformats.org/officeDocument/2006/relationships/image" Target="../media/image30.png"/><Relationship Id="rId4" Type="http://schemas.openxmlformats.org/officeDocument/2006/relationships/image" Target="../media/image31.png"/><Relationship Id="rId9" Type="http://schemas.openxmlformats.org/officeDocument/2006/relationships/image" Target="../media/image83.png"/><Relationship Id="rId5" Type="http://schemas.openxmlformats.org/officeDocument/2006/relationships/image" Target="../media/image26.png"/><Relationship Id="rId6" Type="http://schemas.openxmlformats.org/officeDocument/2006/relationships/image" Target="../media/image74.png"/><Relationship Id="rId7" Type="http://schemas.openxmlformats.org/officeDocument/2006/relationships/image" Target="../media/image82.png"/><Relationship Id="rId8" Type="http://schemas.openxmlformats.org/officeDocument/2006/relationships/image" Target="../media/image77.png"/></Relationships>
</file>

<file path=ppt/slides/_rels/slide48.xml.rels><?xml version="1.0" encoding="UTF-8" standalone="yes"?><Relationships xmlns="http://schemas.openxmlformats.org/package/2006/relationships"><Relationship Id="rId11" Type="http://schemas.openxmlformats.org/officeDocument/2006/relationships/image" Target="../media/image101.png"/><Relationship Id="rId10" Type="http://schemas.openxmlformats.org/officeDocument/2006/relationships/image" Target="../media/image107.png"/><Relationship Id="rId12" Type="http://schemas.openxmlformats.org/officeDocument/2006/relationships/image" Target="../media/image88.png"/><Relationship Id="rId1" Type="http://schemas.openxmlformats.org/officeDocument/2006/relationships/slideLayout" Target="../slideLayouts/slideLayout5.xml"/><Relationship Id="rId2" Type="http://schemas.openxmlformats.org/officeDocument/2006/relationships/notesSlide" Target="../notesSlides/notesSlide48.xml"/><Relationship Id="rId3" Type="http://schemas.openxmlformats.org/officeDocument/2006/relationships/image" Target="../media/image40.png"/><Relationship Id="rId4" Type="http://schemas.openxmlformats.org/officeDocument/2006/relationships/image" Target="../media/image89.png"/><Relationship Id="rId9" Type="http://schemas.openxmlformats.org/officeDocument/2006/relationships/image" Target="../media/image141.png"/><Relationship Id="rId5" Type="http://schemas.openxmlformats.org/officeDocument/2006/relationships/image" Target="../media/image81.png"/><Relationship Id="rId6" Type="http://schemas.openxmlformats.org/officeDocument/2006/relationships/image" Target="../media/image100.png"/><Relationship Id="rId7" Type="http://schemas.openxmlformats.org/officeDocument/2006/relationships/image" Target="../media/image84.png"/><Relationship Id="rId8" Type="http://schemas.openxmlformats.org/officeDocument/2006/relationships/image" Target="../media/image87.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9.xml"/><Relationship Id="rId3" Type="http://schemas.openxmlformats.org/officeDocument/2006/relationships/image" Target="../media/image40.png"/><Relationship Id="rId4" Type="http://schemas.openxmlformats.org/officeDocument/2006/relationships/image" Target="../media/image75.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0.xml"/><Relationship Id="rId3" Type="http://schemas.openxmlformats.org/officeDocument/2006/relationships/image" Target="../media/image40.png"/></Relationships>
</file>

<file path=ppt/slides/_rels/slide51.xml.rels><?xml version="1.0" encoding="UTF-8" standalone="yes"?><Relationships xmlns="http://schemas.openxmlformats.org/package/2006/relationships"><Relationship Id="rId11" Type="http://schemas.openxmlformats.org/officeDocument/2006/relationships/image" Target="../media/image118.png"/><Relationship Id="rId10" Type="http://schemas.openxmlformats.org/officeDocument/2006/relationships/image" Target="../media/image125.png"/><Relationship Id="rId13" Type="http://schemas.openxmlformats.org/officeDocument/2006/relationships/image" Target="../media/image140.png"/><Relationship Id="rId12" Type="http://schemas.openxmlformats.org/officeDocument/2006/relationships/image" Target="../media/image75.png"/><Relationship Id="rId1" Type="http://schemas.openxmlformats.org/officeDocument/2006/relationships/slideLayout" Target="../slideLayouts/slideLayout5.xml"/><Relationship Id="rId2" Type="http://schemas.openxmlformats.org/officeDocument/2006/relationships/notesSlide" Target="../notesSlides/notesSlide51.xml"/><Relationship Id="rId3" Type="http://schemas.openxmlformats.org/officeDocument/2006/relationships/image" Target="../media/image40.png"/><Relationship Id="rId4" Type="http://schemas.openxmlformats.org/officeDocument/2006/relationships/image" Target="../media/image93.png"/><Relationship Id="rId9" Type="http://schemas.openxmlformats.org/officeDocument/2006/relationships/image" Target="../media/image98.png"/><Relationship Id="rId14" Type="http://schemas.openxmlformats.org/officeDocument/2006/relationships/image" Target="../media/image99.png"/><Relationship Id="rId5" Type="http://schemas.openxmlformats.org/officeDocument/2006/relationships/image" Target="../media/image103.png"/><Relationship Id="rId6" Type="http://schemas.openxmlformats.org/officeDocument/2006/relationships/image" Target="../media/image96.png"/><Relationship Id="rId7" Type="http://schemas.openxmlformats.org/officeDocument/2006/relationships/image" Target="../media/image143.png"/><Relationship Id="rId8" Type="http://schemas.openxmlformats.org/officeDocument/2006/relationships/image" Target="../media/image111.png"/></Relationships>
</file>

<file path=ppt/slides/_rels/slide52.xml.rels><?xml version="1.0" encoding="UTF-8" standalone="yes"?><Relationships xmlns="http://schemas.openxmlformats.org/package/2006/relationships"><Relationship Id="rId11" Type="http://schemas.openxmlformats.org/officeDocument/2006/relationships/image" Target="../media/image106.png"/><Relationship Id="rId10" Type="http://schemas.openxmlformats.org/officeDocument/2006/relationships/image" Target="../media/image145.png"/><Relationship Id="rId12" Type="http://schemas.openxmlformats.org/officeDocument/2006/relationships/image" Target="../media/image121.png"/><Relationship Id="rId1" Type="http://schemas.openxmlformats.org/officeDocument/2006/relationships/slideLayout" Target="../slideLayouts/slideLayout5.xml"/><Relationship Id="rId2" Type="http://schemas.openxmlformats.org/officeDocument/2006/relationships/notesSlide" Target="../notesSlides/notesSlide52.xml"/><Relationship Id="rId3" Type="http://schemas.openxmlformats.org/officeDocument/2006/relationships/image" Target="../media/image30.png"/><Relationship Id="rId4" Type="http://schemas.openxmlformats.org/officeDocument/2006/relationships/image" Target="../media/image31.png"/><Relationship Id="rId9" Type="http://schemas.openxmlformats.org/officeDocument/2006/relationships/image" Target="../media/image117.png"/><Relationship Id="rId5" Type="http://schemas.openxmlformats.org/officeDocument/2006/relationships/image" Target="../media/image74.png"/><Relationship Id="rId6" Type="http://schemas.openxmlformats.org/officeDocument/2006/relationships/image" Target="../media/image82.png"/><Relationship Id="rId7" Type="http://schemas.openxmlformats.org/officeDocument/2006/relationships/image" Target="../media/image29.png"/><Relationship Id="rId8" Type="http://schemas.openxmlformats.org/officeDocument/2006/relationships/image" Target="../media/image132.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3.xml"/><Relationship Id="rId3" Type="http://schemas.openxmlformats.org/officeDocument/2006/relationships/image" Target="../media/image40.png"/><Relationship Id="rId4" Type="http://schemas.openxmlformats.org/officeDocument/2006/relationships/image" Target="../media/image108.jpg"/><Relationship Id="rId5" Type="http://schemas.openxmlformats.org/officeDocument/2006/relationships/image" Target="../media/image115.jpg"/><Relationship Id="rId6" Type="http://schemas.openxmlformats.org/officeDocument/2006/relationships/image" Target="../media/image112.png"/><Relationship Id="rId7" Type="http://schemas.openxmlformats.org/officeDocument/2006/relationships/image" Target="../media/image109.png"/><Relationship Id="rId8" Type="http://schemas.openxmlformats.org/officeDocument/2006/relationships/image" Target="../media/image114.jp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4.xml"/><Relationship Id="rId3" Type="http://schemas.openxmlformats.org/officeDocument/2006/relationships/image" Target="../media/image116.png"/><Relationship Id="rId4" Type="http://schemas.openxmlformats.org/officeDocument/2006/relationships/image" Target="../media/image144.png"/><Relationship Id="rId5" Type="http://schemas.openxmlformats.org/officeDocument/2006/relationships/image" Target="../media/image128.png"/><Relationship Id="rId6" Type="http://schemas.openxmlformats.org/officeDocument/2006/relationships/image" Target="../media/image135.png"/><Relationship Id="rId7" Type="http://schemas.openxmlformats.org/officeDocument/2006/relationships/image" Target="../media/image120.png"/></Relationships>
</file>

<file path=ppt/slides/_rels/slide55.xml.rels><?xml version="1.0" encoding="UTF-8" standalone="yes"?><Relationships xmlns="http://schemas.openxmlformats.org/package/2006/relationships"><Relationship Id="rId11" Type="http://schemas.openxmlformats.org/officeDocument/2006/relationships/image" Target="../media/image136.png"/><Relationship Id="rId10" Type="http://schemas.openxmlformats.org/officeDocument/2006/relationships/image" Target="../media/image124.png"/><Relationship Id="rId13" Type="http://schemas.openxmlformats.org/officeDocument/2006/relationships/image" Target="../media/image75.png"/><Relationship Id="rId12" Type="http://schemas.openxmlformats.org/officeDocument/2006/relationships/image" Target="../media/image127.png"/><Relationship Id="rId1" Type="http://schemas.openxmlformats.org/officeDocument/2006/relationships/slideLayout" Target="../slideLayouts/slideLayout5.xml"/><Relationship Id="rId2" Type="http://schemas.openxmlformats.org/officeDocument/2006/relationships/notesSlide" Target="../notesSlides/notesSlide55.xml"/><Relationship Id="rId3" Type="http://schemas.openxmlformats.org/officeDocument/2006/relationships/image" Target="../media/image119.png"/><Relationship Id="rId4" Type="http://schemas.openxmlformats.org/officeDocument/2006/relationships/image" Target="../media/image122.png"/><Relationship Id="rId9" Type="http://schemas.openxmlformats.org/officeDocument/2006/relationships/image" Target="../media/image146.png"/><Relationship Id="rId5" Type="http://schemas.openxmlformats.org/officeDocument/2006/relationships/image" Target="../media/image134.png"/><Relationship Id="rId6" Type="http://schemas.openxmlformats.org/officeDocument/2006/relationships/image" Target="../media/image133.png"/><Relationship Id="rId7" Type="http://schemas.openxmlformats.org/officeDocument/2006/relationships/image" Target="../media/image126.png"/><Relationship Id="rId8" Type="http://schemas.openxmlformats.org/officeDocument/2006/relationships/image" Target="../media/image138.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6.xml"/><Relationship Id="rId3" Type="http://schemas.openxmlformats.org/officeDocument/2006/relationships/image" Target="../media/image3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57.xml"/><Relationship Id="rId3" Type="http://schemas.openxmlformats.org/officeDocument/2006/relationships/image" Target="../media/image129.png"/><Relationship Id="rId4" Type="http://schemas.openxmlformats.org/officeDocument/2006/relationships/image" Target="../media/image137.png"/><Relationship Id="rId9" Type="http://schemas.openxmlformats.org/officeDocument/2006/relationships/image" Target="../media/image21.png"/><Relationship Id="rId5" Type="http://schemas.openxmlformats.org/officeDocument/2006/relationships/image" Target="../media/image142.png"/><Relationship Id="rId6" Type="http://schemas.openxmlformats.org/officeDocument/2006/relationships/image" Target="../media/image130.png"/><Relationship Id="rId7" Type="http://schemas.openxmlformats.org/officeDocument/2006/relationships/hyperlink" Target="mailto:equipeccu@gmail.com" TargetMode="External"/><Relationship Id="rId8"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9" name="Shape 99"/>
        <p:cNvGrpSpPr/>
        <p:nvPr/>
      </p:nvGrpSpPr>
      <p:grpSpPr>
        <a:xfrm>
          <a:off x="0" y="0"/>
          <a:ext cx="0" cy="0"/>
          <a:chOff x="0" y="0"/>
          <a:chExt cx="0" cy="0"/>
        </a:xfrm>
      </p:grpSpPr>
      <p:sp>
        <p:nvSpPr>
          <p:cNvPr id="100" name="Google Shape;100;p1"/>
          <p:cNvSpPr/>
          <p:nvPr/>
        </p:nvSpPr>
        <p:spPr>
          <a:xfrm>
            <a:off x="-64294" y="-57150"/>
            <a:ext cx="9279732" cy="5250656"/>
          </a:xfrm>
          <a:prstGeom prst="rect">
            <a:avLst/>
          </a:prstGeom>
          <a:solidFill>
            <a:schemeClr val="lt1"/>
          </a:solidFill>
          <a:ln cap="flat" cmpd="sng" w="25400">
            <a:solidFill>
              <a:schemeClr val="accent6"/>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chemeClr val="dk1"/>
              </a:solidFill>
              <a:latin typeface="Arial"/>
              <a:ea typeface="Arial"/>
              <a:cs typeface="Arial"/>
              <a:sym typeface="Arial"/>
            </a:endParaRPr>
          </a:p>
        </p:txBody>
      </p:sp>
      <p:sp>
        <p:nvSpPr>
          <p:cNvPr id="101" name="Google Shape;101;p1"/>
          <p:cNvSpPr txBox="1"/>
          <p:nvPr>
            <p:ph type="ctrTitle"/>
          </p:nvPr>
        </p:nvSpPr>
        <p:spPr>
          <a:xfrm>
            <a:off x="307140" y="2262214"/>
            <a:ext cx="8074859" cy="1392052"/>
          </a:xfrm>
          <a:prstGeom prst="rect">
            <a:avLst/>
          </a:prstGeom>
          <a:noFill/>
          <a:ln>
            <a:noFill/>
          </a:ln>
        </p:spPr>
        <p:txBody>
          <a:bodyPr anchorCtr="0" anchor="b" bIns="91425" lIns="91425" spcFirstLastPara="1" rIns="91425" wrap="square" tIns="91425">
            <a:noAutofit/>
          </a:bodyPr>
          <a:lstStyle/>
          <a:p>
            <a:pPr indent="0" lvl="0" marL="0" rtl="0" algn="l">
              <a:lnSpc>
                <a:spcPct val="100000"/>
              </a:lnSpc>
              <a:spcBef>
                <a:spcPts val="0"/>
              </a:spcBef>
              <a:spcAft>
                <a:spcPts val="0"/>
              </a:spcAft>
              <a:buSzPts val="5200"/>
              <a:buNone/>
            </a:pPr>
            <a:r>
              <a:rPr lang="pt-BR" sz="4000">
                <a:solidFill>
                  <a:srgbClr val="C1272D"/>
                </a:solidFill>
              </a:rPr>
              <a:t>GMAT: ESTRUTURA DA PROVA</a:t>
            </a:r>
            <a:br>
              <a:rPr lang="pt-BR" sz="4000"/>
            </a:br>
            <a:r>
              <a:rPr b="0" lang="pt-BR" sz="2000">
                <a:solidFill>
                  <a:schemeClr val="lt2"/>
                </a:solidFill>
              </a:rPr>
              <a:t>Módulo 03</a:t>
            </a:r>
            <a:endParaRPr b="0" sz="2000">
              <a:solidFill>
                <a:schemeClr val="lt2"/>
              </a:solidFill>
            </a:endParaRPr>
          </a:p>
        </p:txBody>
      </p:sp>
      <p:pic>
        <p:nvPicPr>
          <p:cNvPr id="102" name="Google Shape;102;p1"/>
          <p:cNvPicPr preferRelativeResize="0"/>
          <p:nvPr/>
        </p:nvPicPr>
        <p:blipFill rotWithShape="1">
          <a:blip r:embed="rId3">
            <a:alphaModFix/>
          </a:blip>
          <a:srcRect b="0" l="0" r="0" t="0"/>
          <a:stretch/>
        </p:blipFill>
        <p:spPr>
          <a:xfrm>
            <a:off x="405981" y="393873"/>
            <a:ext cx="3511815" cy="1671378"/>
          </a:xfrm>
          <a:prstGeom prst="rect">
            <a:avLst/>
          </a:prstGeom>
          <a:noFill/>
          <a:ln>
            <a:noFill/>
          </a:ln>
        </p:spPr>
      </p:pic>
      <p:pic>
        <p:nvPicPr>
          <p:cNvPr id="103" name="Google Shape;103;p1"/>
          <p:cNvPicPr preferRelativeResize="0"/>
          <p:nvPr/>
        </p:nvPicPr>
        <p:blipFill rotWithShape="1">
          <a:blip r:embed="rId4">
            <a:alphaModFix/>
          </a:blip>
          <a:srcRect b="0" l="0" r="0" t="0"/>
          <a:stretch/>
        </p:blipFill>
        <p:spPr>
          <a:xfrm>
            <a:off x="405981" y="4550167"/>
            <a:ext cx="2387225" cy="298920"/>
          </a:xfrm>
          <a:prstGeom prst="rect">
            <a:avLst/>
          </a:prstGeom>
          <a:noFill/>
          <a:ln>
            <a:noFill/>
          </a:ln>
        </p:spPr>
      </p:pic>
      <p:sp>
        <p:nvSpPr>
          <p:cNvPr id="104" name="Google Shape;104;p1"/>
          <p:cNvSpPr txBox="1"/>
          <p:nvPr/>
        </p:nvSpPr>
        <p:spPr>
          <a:xfrm>
            <a:off x="294680" y="3697310"/>
            <a:ext cx="4654152" cy="52322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0" i="0" lang="pt-BR" sz="1400" u="none" cap="none" strike="noStrike">
                <a:solidFill>
                  <a:schemeClr val="lt2"/>
                </a:solidFill>
                <a:latin typeface="Arial"/>
                <a:ea typeface="Arial"/>
                <a:cs typeface="Arial"/>
                <a:sym typeface="Arial"/>
              </a:rPr>
              <a:t>Ana Beatriz Tardivel – Presidente </a:t>
            </a:r>
            <a:endParaRPr b="0" i="0" sz="1400" u="none" cap="none" strike="noStrike">
              <a:solidFill>
                <a:schemeClr val="lt2"/>
              </a:solidFill>
              <a:latin typeface="Arial"/>
              <a:ea typeface="Arial"/>
              <a:cs typeface="Arial"/>
              <a:sym typeface="Arial"/>
            </a:endParaRPr>
          </a:p>
          <a:p>
            <a:pPr indent="0" lvl="0" marL="0" marR="0" rtl="0" algn="l">
              <a:lnSpc>
                <a:spcPct val="100000"/>
              </a:lnSpc>
              <a:spcBef>
                <a:spcPts val="0"/>
              </a:spcBef>
              <a:spcAft>
                <a:spcPts val="0"/>
              </a:spcAft>
              <a:buNone/>
            </a:pPr>
            <a:r>
              <a:rPr b="0" i="0" lang="pt-BR" sz="1400" u="none" cap="none" strike="noStrike">
                <a:solidFill>
                  <a:schemeClr val="lt2"/>
                </a:solidFill>
                <a:latin typeface="Arial"/>
                <a:ea typeface="Arial"/>
                <a:cs typeface="Arial"/>
                <a:sym typeface="Arial"/>
              </a:rPr>
              <a:t>Marcos de Almeida – Membro</a:t>
            </a:r>
            <a:endParaRPr/>
          </a:p>
        </p:txBody>
      </p:sp>
      <p:sp>
        <p:nvSpPr>
          <p:cNvPr id="105" name="Google Shape;105;p1"/>
          <p:cNvSpPr txBox="1"/>
          <p:nvPr/>
        </p:nvSpPr>
        <p:spPr>
          <a:xfrm>
            <a:off x="4281900" y="4825425"/>
            <a:ext cx="4862100" cy="276900"/>
          </a:xfrm>
          <a:prstGeom prst="rect">
            <a:avLst/>
          </a:prstGeom>
          <a:noFill/>
          <a:ln>
            <a:noFill/>
          </a:ln>
        </p:spPr>
        <p:txBody>
          <a:bodyPr anchorCtr="0" anchor="t" bIns="68550" lIns="137125" spcFirstLastPara="1" rIns="137125" wrap="square" tIns="68550">
            <a:spAutoFit/>
          </a:bodyPr>
          <a:lstStyle/>
          <a:p>
            <a:pPr indent="0" lvl="0" marL="0" marR="0" rtl="0" algn="r">
              <a:lnSpc>
                <a:spcPct val="100000"/>
              </a:lnSpc>
              <a:spcBef>
                <a:spcPts val="0"/>
              </a:spcBef>
              <a:spcAft>
                <a:spcPts val="0"/>
              </a:spcAft>
              <a:buClr>
                <a:srgbClr val="000000"/>
              </a:buClr>
              <a:buSzPts val="900"/>
              <a:buFont typeface="Arial"/>
              <a:buNone/>
            </a:pPr>
            <a:r>
              <a:rPr b="0" i="0" lang="pt-BR" sz="900" u="none" cap="none" strike="noStrike">
                <a:solidFill>
                  <a:srgbClr val="FFFFFF"/>
                </a:solidFill>
                <a:latin typeface="Arial"/>
                <a:ea typeface="Arial"/>
                <a:cs typeface="Arial"/>
                <a:sym typeface="Arial"/>
              </a:rPr>
              <a:t>Copyright © 2026 Clube de Consultoria Universitário. All rights reserved.</a:t>
            </a:r>
            <a:endParaRPr b="0" i="0" sz="900" u="none" cap="none" strike="noStrike">
              <a:solidFill>
                <a:srgbClr val="FFFFFF"/>
              </a:solidFill>
              <a:latin typeface="Arial"/>
              <a:ea typeface="Arial"/>
              <a:cs typeface="Arial"/>
              <a:sym typeface="Arial"/>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FEFEF"/>
        </a:solidFill>
      </p:bgPr>
    </p:bg>
    <p:spTree>
      <p:nvGrpSpPr>
        <p:cNvPr id="109" name="Shape 109"/>
        <p:cNvGrpSpPr/>
        <p:nvPr/>
      </p:nvGrpSpPr>
      <p:grpSpPr>
        <a:xfrm>
          <a:off x="0" y="0"/>
          <a:ext cx="0" cy="0"/>
          <a:chOff x="0" y="0"/>
          <a:chExt cx="0" cy="0"/>
        </a:xfrm>
      </p:grpSpPr>
      <p:sp>
        <p:nvSpPr>
          <p:cNvPr id="110" name="Google Shape;110;p2"/>
          <p:cNvSpPr txBox="1"/>
          <p:nvPr>
            <p:ph type="title"/>
          </p:nvPr>
        </p:nvSpPr>
        <p:spPr>
          <a:xfrm>
            <a:off x="610450" y="383528"/>
            <a:ext cx="5121000" cy="572700"/>
          </a:xfrm>
          <a:prstGeom prst="rect">
            <a:avLst/>
          </a:prstGeom>
          <a:noFill/>
          <a:ln>
            <a:noFill/>
          </a:ln>
        </p:spPr>
        <p:txBody>
          <a:bodyPr anchorCtr="0" anchor="t" bIns="91425" lIns="91425" spcFirstLastPara="1" rIns="91425" wrap="square" tIns="91425">
            <a:noAutofit/>
          </a:bodyPr>
          <a:lstStyle/>
          <a:p>
            <a:pPr indent="0" lvl="0" marL="0" rtl="0" algn="ctr">
              <a:lnSpc>
                <a:spcPct val="100000"/>
              </a:lnSpc>
              <a:spcBef>
                <a:spcPts val="0"/>
              </a:spcBef>
              <a:spcAft>
                <a:spcPts val="0"/>
              </a:spcAft>
              <a:buSzPts val="2800"/>
              <a:buNone/>
            </a:pPr>
            <a:r>
              <a:rPr lang="pt-BR">
                <a:solidFill>
                  <a:srgbClr val="C1272D"/>
                </a:solidFill>
              </a:rPr>
              <a:t>VISÃO GERAL DO MÓDULO</a:t>
            </a:r>
            <a:endParaRPr>
              <a:solidFill>
                <a:srgbClr val="C1272D"/>
              </a:solidFill>
            </a:endParaRPr>
          </a:p>
        </p:txBody>
      </p:sp>
      <p:sp>
        <p:nvSpPr>
          <p:cNvPr id="111" name="Google Shape;111;p2"/>
          <p:cNvSpPr txBox="1"/>
          <p:nvPr>
            <p:ph idx="2" type="title"/>
          </p:nvPr>
        </p:nvSpPr>
        <p:spPr>
          <a:xfrm>
            <a:off x="900072" y="1300699"/>
            <a:ext cx="482224" cy="416375"/>
          </a:xfrm>
          <a:prstGeom prst="rect">
            <a:avLst/>
          </a:prstGeom>
          <a:solidFill>
            <a:srgbClr val="C1272D"/>
          </a:solidFill>
          <a:ln>
            <a:noFill/>
          </a:ln>
        </p:spPr>
        <p:txBody>
          <a:bodyPr anchorCtr="0" anchor="ctr" bIns="91425" lIns="91425" spcFirstLastPara="1" rIns="91425" wrap="square" tIns="91425">
            <a:noAutofit/>
          </a:bodyPr>
          <a:lstStyle/>
          <a:p>
            <a:pPr indent="0" lvl="0" marL="0" rtl="0" algn="ctr">
              <a:lnSpc>
                <a:spcPct val="100000"/>
              </a:lnSpc>
              <a:spcBef>
                <a:spcPts val="0"/>
              </a:spcBef>
              <a:spcAft>
                <a:spcPts val="0"/>
              </a:spcAft>
              <a:buSzPts val="2400"/>
              <a:buNone/>
            </a:pPr>
            <a:r>
              <a:rPr lang="pt-BR" sz="1400"/>
              <a:t>01</a:t>
            </a:r>
            <a:r>
              <a:rPr lang="pt-BR" sz="2400"/>
              <a:t>.</a:t>
            </a:r>
            <a:endParaRPr sz="2400"/>
          </a:p>
        </p:txBody>
      </p:sp>
      <p:sp>
        <p:nvSpPr>
          <p:cNvPr id="112" name="Google Shape;112;p2"/>
          <p:cNvSpPr txBox="1"/>
          <p:nvPr>
            <p:ph idx="1" type="subTitle"/>
          </p:nvPr>
        </p:nvSpPr>
        <p:spPr>
          <a:xfrm>
            <a:off x="1382296" y="1313606"/>
            <a:ext cx="2548805" cy="6516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200"/>
              <a:buNone/>
            </a:pPr>
            <a:r>
              <a:rPr lang="pt-BR"/>
              <a:t>O QUE É GMAT?</a:t>
            </a:r>
            <a:endParaRPr/>
          </a:p>
        </p:txBody>
      </p:sp>
      <p:sp>
        <p:nvSpPr>
          <p:cNvPr id="113" name="Google Shape;113;p2"/>
          <p:cNvSpPr txBox="1"/>
          <p:nvPr/>
        </p:nvSpPr>
        <p:spPr>
          <a:xfrm>
            <a:off x="909598" y="1960309"/>
            <a:ext cx="472698" cy="416375"/>
          </a:xfrm>
          <a:prstGeom prst="rect">
            <a:avLst/>
          </a:prstGeom>
          <a:solidFill>
            <a:srgbClr val="C1272D"/>
          </a:solidFill>
          <a:ln>
            <a:noFill/>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chemeClr val="dk1"/>
              </a:buClr>
              <a:buSzPts val="2400"/>
              <a:buFont typeface="Kanit"/>
              <a:buNone/>
            </a:pPr>
            <a:r>
              <a:rPr b="0" i="0" lang="pt-BR" sz="1400" u="none" cap="none" strike="noStrike">
                <a:solidFill>
                  <a:schemeClr val="dk2"/>
                </a:solidFill>
                <a:latin typeface="Kanit"/>
                <a:ea typeface="Kanit"/>
                <a:cs typeface="Kanit"/>
                <a:sym typeface="Kanit"/>
              </a:rPr>
              <a:t>02</a:t>
            </a:r>
            <a:r>
              <a:rPr b="0" i="0" lang="pt-BR" sz="2400" u="none" cap="none" strike="noStrike">
                <a:solidFill>
                  <a:schemeClr val="dk2"/>
                </a:solidFill>
                <a:latin typeface="Kanit"/>
                <a:ea typeface="Kanit"/>
                <a:cs typeface="Kanit"/>
                <a:sym typeface="Kanit"/>
              </a:rPr>
              <a:t>.</a:t>
            </a:r>
            <a:endParaRPr b="0" i="0" sz="3000" u="none" cap="none" strike="noStrike">
              <a:solidFill>
                <a:schemeClr val="dk2"/>
              </a:solidFill>
              <a:latin typeface="Kanit"/>
              <a:ea typeface="Kanit"/>
              <a:cs typeface="Kanit"/>
              <a:sym typeface="Kanit"/>
            </a:endParaRPr>
          </a:p>
        </p:txBody>
      </p:sp>
      <p:sp>
        <p:nvSpPr>
          <p:cNvPr id="114" name="Google Shape;114;p2"/>
          <p:cNvSpPr txBox="1"/>
          <p:nvPr/>
        </p:nvSpPr>
        <p:spPr>
          <a:xfrm>
            <a:off x="1391822" y="2009638"/>
            <a:ext cx="4064098" cy="6516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lt1"/>
              </a:buClr>
              <a:buSzPts val="1200"/>
              <a:buFont typeface="Work Sans"/>
              <a:buNone/>
            </a:pPr>
            <a:r>
              <a:rPr b="0" i="0" lang="pt-BR" sz="1800" u="none" cap="none" strike="noStrike">
                <a:solidFill>
                  <a:schemeClr val="lt1"/>
                </a:solidFill>
                <a:latin typeface="Kanit SemiBold"/>
                <a:ea typeface="Kanit SemiBold"/>
                <a:cs typeface="Kanit SemiBold"/>
                <a:sym typeface="Kanit SemiBold"/>
              </a:rPr>
              <a:t>ASPECTOS IMPORTANTES DA PROVA</a:t>
            </a:r>
            <a:endParaRPr/>
          </a:p>
        </p:txBody>
      </p:sp>
      <p:sp>
        <p:nvSpPr>
          <p:cNvPr id="115" name="Google Shape;115;p2"/>
          <p:cNvSpPr txBox="1"/>
          <p:nvPr/>
        </p:nvSpPr>
        <p:spPr>
          <a:xfrm>
            <a:off x="900072" y="2611909"/>
            <a:ext cx="482224" cy="416375"/>
          </a:xfrm>
          <a:prstGeom prst="rect">
            <a:avLst/>
          </a:prstGeom>
          <a:solidFill>
            <a:srgbClr val="C1272D"/>
          </a:solidFill>
          <a:ln>
            <a:noFill/>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chemeClr val="dk1"/>
              </a:buClr>
              <a:buSzPts val="2400"/>
              <a:buFont typeface="Kanit"/>
              <a:buNone/>
            </a:pPr>
            <a:r>
              <a:rPr b="0" i="0" lang="pt-BR" sz="1400" u="none" cap="none" strike="noStrike">
                <a:solidFill>
                  <a:schemeClr val="dk2"/>
                </a:solidFill>
                <a:latin typeface="Kanit"/>
                <a:ea typeface="Kanit"/>
                <a:cs typeface="Kanit"/>
                <a:sym typeface="Kanit"/>
              </a:rPr>
              <a:t>03</a:t>
            </a:r>
            <a:r>
              <a:rPr b="0" i="0" lang="pt-BR" sz="2400" u="none" cap="none" strike="noStrike">
                <a:solidFill>
                  <a:schemeClr val="dk2"/>
                </a:solidFill>
                <a:latin typeface="Kanit"/>
                <a:ea typeface="Kanit"/>
                <a:cs typeface="Kanit"/>
                <a:sym typeface="Kanit"/>
              </a:rPr>
              <a:t>.</a:t>
            </a:r>
            <a:endParaRPr b="0" i="0" sz="1400" u="none" cap="none" strike="noStrike">
              <a:solidFill>
                <a:schemeClr val="dk2"/>
              </a:solidFill>
              <a:latin typeface="Kanit"/>
              <a:ea typeface="Kanit"/>
              <a:cs typeface="Kanit"/>
              <a:sym typeface="Kanit"/>
            </a:endParaRPr>
          </a:p>
        </p:txBody>
      </p:sp>
      <p:sp>
        <p:nvSpPr>
          <p:cNvPr id="116" name="Google Shape;116;p2"/>
          <p:cNvSpPr txBox="1"/>
          <p:nvPr/>
        </p:nvSpPr>
        <p:spPr>
          <a:xfrm>
            <a:off x="1401819" y="2668768"/>
            <a:ext cx="3071121" cy="6516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lt1"/>
              </a:buClr>
              <a:buSzPts val="1200"/>
              <a:buFont typeface="Work Sans"/>
              <a:buNone/>
            </a:pPr>
            <a:r>
              <a:rPr b="0" i="0" lang="pt-BR" sz="1800" u="none" cap="none" strike="noStrike">
                <a:solidFill>
                  <a:schemeClr val="lt1"/>
                </a:solidFill>
                <a:latin typeface="Kanit SemiBold"/>
                <a:ea typeface="Kanit SemiBold"/>
                <a:cs typeface="Kanit SemiBold"/>
                <a:sym typeface="Kanit SemiBold"/>
              </a:rPr>
              <a:t>REVISÃO DE MATEMÁTICA</a:t>
            </a:r>
            <a:endParaRPr/>
          </a:p>
        </p:txBody>
      </p:sp>
      <p:sp>
        <p:nvSpPr>
          <p:cNvPr id="117" name="Google Shape;117;p2"/>
          <p:cNvSpPr txBox="1"/>
          <p:nvPr/>
        </p:nvSpPr>
        <p:spPr>
          <a:xfrm>
            <a:off x="0" y="4825425"/>
            <a:ext cx="4862100" cy="276900"/>
          </a:xfrm>
          <a:prstGeom prst="rect">
            <a:avLst/>
          </a:prstGeom>
          <a:noFill/>
          <a:ln>
            <a:noFill/>
          </a:ln>
        </p:spPr>
        <p:txBody>
          <a:bodyPr anchorCtr="0" anchor="t" bIns="68550" lIns="137125" spcFirstLastPara="1" rIns="137125" wrap="square" tIns="68550">
            <a:spAutoFit/>
          </a:bodyPr>
          <a:lstStyle/>
          <a:p>
            <a:pPr indent="0" lvl="0" marL="0" marR="0" rtl="0" algn="l">
              <a:lnSpc>
                <a:spcPct val="100000"/>
              </a:lnSpc>
              <a:spcBef>
                <a:spcPts val="0"/>
              </a:spcBef>
              <a:spcAft>
                <a:spcPts val="0"/>
              </a:spcAft>
              <a:buClr>
                <a:srgbClr val="000000"/>
              </a:buClr>
              <a:buSzPts val="900"/>
              <a:buFont typeface="Arial"/>
              <a:buNone/>
            </a:pPr>
            <a:r>
              <a:rPr b="1" i="0" lang="pt-BR" sz="900" u="none" cap="none" strike="noStrike">
                <a:solidFill>
                  <a:srgbClr val="000000"/>
                </a:solidFill>
                <a:latin typeface="Arial"/>
                <a:ea typeface="Arial"/>
                <a:cs typeface="Arial"/>
                <a:sym typeface="Arial"/>
              </a:rPr>
              <a:t>Prep4Consulting 2026.</a:t>
            </a:r>
            <a:r>
              <a:rPr b="1" lang="pt-BR" sz="900"/>
              <a:t>2 </a:t>
            </a:r>
            <a:r>
              <a:rPr b="1" i="0" lang="pt-BR" sz="900" u="none" cap="none" strike="noStrike">
                <a:solidFill>
                  <a:srgbClr val="000000"/>
                </a:solidFill>
                <a:latin typeface="Arial"/>
                <a:ea typeface="Arial"/>
                <a:cs typeface="Arial"/>
                <a:sym typeface="Arial"/>
              </a:rPr>
              <a:t> </a:t>
            </a:r>
            <a:r>
              <a:rPr b="0" i="0" lang="pt-BR" sz="900" u="none" cap="none" strike="noStrike">
                <a:solidFill>
                  <a:srgbClr val="000000"/>
                </a:solidFill>
                <a:latin typeface="Arial"/>
                <a:ea typeface="Arial"/>
                <a:cs typeface="Arial"/>
                <a:sym typeface="Arial"/>
              </a:rPr>
              <a:t>| GMAT: Estrutura da Prova</a:t>
            </a:r>
            <a:endParaRPr b="0" i="0" sz="900" u="none" cap="none" strike="noStrike">
              <a:solidFill>
                <a:srgbClr val="000000"/>
              </a:solidFill>
              <a:latin typeface="Arial"/>
              <a:ea typeface="Arial"/>
              <a:cs typeface="Arial"/>
              <a:sym typeface="Arial"/>
            </a:endParaRPr>
          </a:p>
        </p:txBody>
      </p:sp>
      <p:sp>
        <p:nvSpPr>
          <p:cNvPr id="118" name="Google Shape;118;p2"/>
          <p:cNvSpPr txBox="1"/>
          <p:nvPr/>
        </p:nvSpPr>
        <p:spPr>
          <a:xfrm>
            <a:off x="4281900" y="4825425"/>
            <a:ext cx="4862100" cy="276900"/>
          </a:xfrm>
          <a:prstGeom prst="rect">
            <a:avLst/>
          </a:prstGeom>
          <a:noFill/>
          <a:ln>
            <a:noFill/>
          </a:ln>
        </p:spPr>
        <p:txBody>
          <a:bodyPr anchorCtr="0" anchor="t" bIns="68550" lIns="137125" spcFirstLastPara="1" rIns="137125" wrap="square" tIns="68550">
            <a:spAutoFit/>
          </a:bodyPr>
          <a:lstStyle/>
          <a:p>
            <a:pPr indent="0" lvl="0" marL="0" marR="0" rtl="0" algn="r">
              <a:lnSpc>
                <a:spcPct val="100000"/>
              </a:lnSpc>
              <a:spcBef>
                <a:spcPts val="0"/>
              </a:spcBef>
              <a:spcAft>
                <a:spcPts val="0"/>
              </a:spcAft>
              <a:buClr>
                <a:srgbClr val="000000"/>
              </a:buClr>
              <a:buSzPts val="900"/>
              <a:buFont typeface="Arial"/>
              <a:buNone/>
            </a:pPr>
            <a:r>
              <a:rPr b="0" i="0" lang="pt-BR" sz="900" u="none" cap="none" strike="noStrike">
                <a:solidFill>
                  <a:srgbClr val="000000"/>
                </a:solidFill>
                <a:latin typeface="Arial"/>
                <a:ea typeface="Arial"/>
                <a:cs typeface="Arial"/>
                <a:sym typeface="Arial"/>
              </a:rPr>
              <a:t>Copyright © 2026 Clube de Consultoria Universitário. All rights reserved.</a:t>
            </a:r>
            <a:endParaRPr b="0" i="0" sz="900" u="none" cap="none" strike="noStrike">
              <a:solidFill>
                <a:srgbClr val="000000"/>
              </a:solidFill>
              <a:latin typeface="Arial"/>
              <a:ea typeface="Arial"/>
              <a:cs typeface="Arial"/>
              <a:sym typeface="Arial"/>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2" name="Shape 122"/>
        <p:cNvGrpSpPr/>
        <p:nvPr/>
      </p:nvGrpSpPr>
      <p:grpSpPr>
        <a:xfrm>
          <a:off x="0" y="0"/>
          <a:ext cx="0" cy="0"/>
          <a:chOff x="0" y="0"/>
          <a:chExt cx="0" cy="0"/>
        </a:xfrm>
      </p:grpSpPr>
      <p:sp>
        <p:nvSpPr>
          <p:cNvPr id="123" name="Google Shape;123;p3"/>
          <p:cNvSpPr txBox="1"/>
          <p:nvPr>
            <p:ph type="title"/>
          </p:nvPr>
        </p:nvSpPr>
        <p:spPr>
          <a:xfrm>
            <a:off x="4685400" y="2959400"/>
            <a:ext cx="3582900" cy="1644600"/>
          </a:xfrm>
          <a:prstGeom prst="rect">
            <a:avLst/>
          </a:prstGeom>
          <a:noFill/>
          <a:ln>
            <a:noFill/>
          </a:ln>
        </p:spPr>
        <p:txBody>
          <a:bodyPr anchorCtr="0" anchor="t" bIns="91425" lIns="91425" spcFirstLastPara="1" rIns="91425" wrap="square" tIns="91425">
            <a:noAutofit/>
          </a:bodyPr>
          <a:lstStyle/>
          <a:p>
            <a:pPr indent="0" lvl="0" marL="0" rtl="0" algn="r">
              <a:lnSpc>
                <a:spcPct val="100000"/>
              </a:lnSpc>
              <a:spcBef>
                <a:spcPts val="0"/>
              </a:spcBef>
              <a:spcAft>
                <a:spcPts val="0"/>
              </a:spcAft>
              <a:buSzPts val="3600"/>
              <a:buNone/>
            </a:pPr>
            <a:r>
              <a:rPr lang="pt-BR">
                <a:solidFill>
                  <a:srgbClr val="C1272D"/>
                </a:solidFill>
              </a:rPr>
              <a:t>O QUE É</a:t>
            </a:r>
            <a:r>
              <a:rPr lang="pt-BR">
                <a:solidFill>
                  <a:schemeClr val="lt1"/>
                </a:solidFill>
              </a:rPr>
              <a:t> GMAT? </a:t>
            </a:r>
            <a:endParaRPr>
              <a:solidFill>
                <a:schemeClr val="lt1"/>
              </a:solidFill>
            </a:endParaRPr>
          </a:p>
        </p:txBody>
      </p:sp>
      <p:sp>
        <p:nvSpPr>
          <p:cNvPr id="124" name="Google Shape;124;p3"/>
          <p:cNvSpPr txBox="1"/>
          <p:nvPr>
            <p:ph idx="3" type="title"/>
          </p:nvPr>
        </p:nvSpPr>
        <p:spPr>
          <a:xfrm>
            <a:off x="7008600" y="1601400"/>
            <a:ext cx="1259700" cy="1259700"/>
          </a:xfrm>
          <a:prstGeom prst="rect">
            <a:avLst/>
          </a:prstGeom>
          <a:solidFill>
            <a:srgbClr val="C1272D"/>
          </a:solidFill>
          <a:ln>
            <a:noFill/>
          </a:ln>
        </p:spPr>
        <p:txBody>
          <a:bodyPr anchorCtr="0" anchor="ctr" bIns="91425" lIns="91425" spcFirstLastPara="1" rIns="91425" wrap="square" tIns="91425">
            <a:noAutofit/>
          </a:bodyPr>
          <a:lstStyle/>
          <a:p>
            <a:pPr indent="0" lvl="0" marL="0" rtl="0" algn="r">
              <a:lnSpc>
                <a:spcPct val="100000"/>
              </a:lnSpc>
              <a:spcBef>
                <a:spcPts val="0"/>
              </a:spcBef>
              <a:spcAft>
                <a:spcPts val="0"/>
              </a:spcAft>
              <a:buSzPts val="12000"/>
              <a:buNone/>
            </a:pPr>
            <a:r>
              <a:rPr lang="pt-BR"/>
              <a:t>01.</a:t>
            </a:r>
            <a:endParaRPr/>
          </a:p>
        </p:txBody>
      </p:sp>
      <p:sp>
        <p:nvSpPr>
          <p:cNvPr id="125" name="Google Shape;125;p3"/>
          <p:cNvSpPr txBox="1"/>
          <p:nvPr/>
        </p:nvSpPr>
        <p:spPr>
          <a:xfrm>
            <a:off x="0" y="4825425"/>
            <a:ext cx="4862100" cy="276900"/>
          </a:xfrm>
          <a:prstGeom prst="rect">
            <a:avLst/>
          </a:prstGeom>
          <a:noFill/>
          <a:ln>
            <a:noFill/>
          </a:ln>
        </p:spPr>
        <p:txBody>
          <a:bodyPr anchorCtr="0" anchor="t" bIns="68550" lIns="137125" spcFirstLastPara="1" rIns="137125" wrap="square" tIns="68550">
            <a:spAutoFit/>
          </a:bodyPr>
          <a:lstStyle/>
          <a:p>
            <a:pPr indent="0" lvl="0" marL="0" marR="0" rtl="0" algn="l">
              <a:lnSpc>
                <a:spcPct val="100000"/>
              </a:lnSpc>
              <a:spcBef>
                <a:spcPts val="0"/>
              </a:spcBef>
              <a:spcAft>
                <a:spcPts val="0"/>
              </a:spcAft>
              <a:buClr>
                <a:srgbClr val="000000"/>
              </a:buClr>
              <a:buSzPts val="900"/>
              <a:buFont typeface="Arial"/>
              <a:buNone/>
            </a:pPr>
            <a:r>
              <a:rPr b="1" i="0" lang="pt-BR" sz="900" u="none" cap="none" strike="noStrike">
                <a:solidFill>
                  <a:srgbClr val="000000"/>
                </a:solidFill>
                <a:latin typeface="Arial"/>
                <a:ea typeface="Arial"/>
                <a:cs typeface="Arial"/>
                <a:sym typeface="Arial"/>
              </a:rPr>
              <a:t>Prep4Consulting 2026.</a:t>
            </a:r>
            <a:r>
              <a:rPr b="1" lang="pt-BR" sz="900"/>
              <a:t>2</a:t>
            </a:r>
            <a:r>
              <a:rPr b="1" i="0" lang="pt-BR" sz="900" u="none" cap="none" strike="noStrike">
                <a:solidFill>
                  <a:srgbClr val="000000"/>
                </a:solidFill>
                <a:latin typeface="Arial"/>
                <a:ea typeface="Arial"/>
                <a:cs typeface="Arial"/>
                <a:sym typeface="Arial"/>
              </a:rPr>
              <a:t> </a:t>
            </a:r>
            <a:r>
              <a:rPr b="0" i="0" lang="pt-BR" sz="900" u="none" cap="none" strike="noStrike">
                <a:solidFill>
                  <a:srgbClr val="000000"/>
                </a:solidFill>
                <a:latin typeface="Arial"/>
                <a:ea typeface="Arial"/>
                <a:cs typeface="Arial"/>
                <a:sym typeface="Arial"/>
              </a:rPr>
              <a:t>| GMAT: Estrutura da Prova</a:t>
            </a:r>
            <a:endParaRPr b="0" i="0" sz="900" u="none" cap="none" strike="noStrike">
              <a:solidFill>
                <a:srgbClr val="000000"/>
              </a:solidFill>
              <a:latin typeface="Arial"/>
              <a:ea typeface="Arial"/>
              <a:cs typeface="Arial"/>
              <a:sym typeface="Arial"/>
            </a:endParaRPr>
          </a:p>
        </p:txBody>
      </p:sp>
      <p:sp>
        <p:nvSpPr>
          <p:cNvPr id="126" name="Google Shape;126;p3"/>
          <p:cNvSpPr txBox="1"/>
          <p:nvPr/>
        </p:nvSpPr>
        <p:spPr>
          <a:xfrm>
            <a:off x="4281900" y="4825425"/>
            <a:ext cx="4862100" cy="276900"/>
          </a:xfrm>
          <a:prstGeom prst="rect">
            <a:avLst/>
          </a:prstGeom>
          <a:noFill/>
          <a:ln>
            <a:noFill/>
          </a:ln>
        </p:spPr>
        <p:txBody>
          <a:bodyPr anchorCtr="0" anchor="t" bIns="68550" lIns="137125" spcFirstLastPara="1" rIns="137125" wrap="square" tIns="68550">
            <a:spAutoFit/>
          </a:bodyPr>
          <a:lstStyle/>
          <a:p>
            <a:pPr indent="0" lvl="0" marL="0" marR="0" rtl="0" algn="r">
              <a:lnSpc>
                <a:spcPct val="100000"/>
              </a:lnSpc>
              <a:spcBef>
                <a:spcPts val="0"/>
              </a:spcBef>
              <a:spcAft>
                <a:spcPts val="0"/>
              </a:spcAft>
              <a:buClr>
                <a:srgbClr val="000000"/>
              </a:buClr>
              <a:buSzPts val="900"/>
              <a:buFont typeface="Arial"/>
              <a:buNone/>
            </a:pPr>
            <a:r>
              <a:rPr b="0" i="0" lang="pt-BR" sz="900" u="none" cap="none" strike="noStrike">
                <a:solidFill>
                  <a:srgbClr val="000000"/>
                </a:solidFill>
                <a:latin typeface="Arial"/>
                <a:ea typeface="Arial"/>
                <a:cs typeface="Arial"/>
                <a:sym typeface="Arial"/>
              </a:rPr>
              <a:t>Copyright © 2026 Clube de Consultoria Universitário. All rights reserved.</a:t>
            </a:r>
            <a:endParaRPr b="0" i="0" sz="900" u="none" cap="none" strike="noStrike">
              <a:solidFill>
                <a:srgbClr val="000000"/>
              </a:solidFill>
              <a:latin typeface="Arial"/>
              <a:ea typeface="Arial"/>
              <a:cs typeface="Arial"/>
              <a:sym typeface="Arial"/>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0" name="Shape 130"/>
        <p:cNvGrpSpPr/>
        <p:nvPr/>
      </p:nvGrpSpPr>
      <p:grpSpPr>
        <a:xfrm>
          <a:off x="0" y="0"/>
          <a:ext cx="0" cy="0"/>
          <a:chOff x="0" y="0"/>
          <a:chExt cx="0" cy="0"/>
        </a:xfrm>
      </p:grpSpPr>
      <p:sp>
        <p:nvSpPr>
          <p:cNvPr id="131" name="Google Shape;131;p4"/>
          <p:cNvSpPr txBox="1"/>
          <p:nvPr>
            <p:ph type="title"/>
          </p:nvPr>
        </p:nvSpPr>
        <p:spPr>
          <a:xfrm>
            <a:off x="722375" y="384050"/>
            <a:ext cx="5052900" cy="5760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3000"/>
              <a:buNone/>
            </a:pPr>
            <a:r>
              <a:rPr lang="pt-BR"/>
              <a:t>O QUE É GMAT?</a:t>
            </a:r>
            <a:endParaRPr/>
          </a:p>
        </p:txBody>
      </p:sp>
      <p:pic>
        <p:nvPicPr>
          <p:cNvPr id="132" name="Google Shape;132;p4"/>
          <p:cNvPicPr preferRelativeResize="0"/>
          <p:nvPr/>
        </p:nvPicPr>
        <p:blipFill rotWithShape="1">
          <a:blip r:embed="rId3">
            <a:alphaModFix/>
          </a:blip>
          <a:srcRect b="0" l="0" r="0" t="0"/>
          <a:stretch/>
        </p:blipFill>
        <p:spPr>
          <a:xfrm>
            <a:off x="2001520" y="960050"/>
            <a:ext cx="4665980" cy="3891626"/>
          </a:xfrm>
          <a:prstGeom prst="rect">
            <a:avLst/>
          </a:prstGeom>
          <a:noFill/>
          <a:ln>
            <a:noFill/>
          </a:ln>
        </p:spPr>
      </p:pic>
      <p:sp>
        <p:nvSpPr>
          <p:cNvPr id="133" name="Google Shape;133;p4"/>
          <p:cNvSpPr txBox="1"/>
          <p:nvPr/>
        </p:nvSpPr>
        <p:spPr>
          <a:xfrm>
            <a:off x="5843855" y="1122226"/>
            <a:ext cx="3004200" cy="76901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1"/>
              </a:buClr>
              <a:buSzPts val="1200"/>
              <a:buFont typeface="Work Sans"/>
              <a:buNone/>
            </a:pPr>
            <a:r>
              <a:rPr b="0" i="0" lang="pt-BR" sz="1200" u="none" cap="none" strike="noStrike">
                <a:solidFill>
                  <a:srgbClr val="000000"/>
                </a:solidFill>
                <a:latin typeface="Work Sans"/>
                <a:ea typeface="Work Sans"/>
                <a:cs typeface="Work Sans"/>
                <a:sym typeface="Work Sans"/>
              </a:rPr>
              <a:t>Computer Adaptive Test (CAT) </a:t>
            </a:r>
            <a:endParaRPr/>
          </a:p>
          <a:p>
            <a:pPr indent="0" lvl="0" marL="0" marR="0" rtl="0" algn="l">
              <a:lnSpc>
                <a:spcPct val="100000"/>
              </a:lnSpc>
              <a:spcBef>
                <a:spcPts val="0"/>
              </a:spcBef>
              <a:spcAft>
                <a:spcPts val="0"/>
              </a:spcAft>
              <a:buClr>
                <a:schemeClr val="dk1"/>
              </a:buClr>
              <a:buSzPts val="1200"/>
              <a:buFont typeface="Work Sans"/>
              <a:buNone/>
            </a:pPr>
            <a:r>
              <a:t/>
            </a:r>
            <a:endParaRPr b="0" i="0" sz="1200" u="none" cap="none" strike="noStrike">
              <a:solidFill>
                <a:srgbClr val="000000"/>
              </a:solidFill>
              <a:latin typeface="Work Sans"/>
              <a:ea typeface="Work Sans"/>
              <a:cs typeface="Work Sans"/>
              <a:sym typeface="Work Sans"/>
            </a:endParaRPr>
          </a:p>
          <a:p>
            <a:pPr indent="0" lvl="0" marL="0" marR="0" rtl="0" algn="l">
              <a:lnSpc>
                <a:spcPct val="100000"/>
              </a:lnSpc>
              <a:spcBef>
                <a:spcPts val="0"/>
              </a:spcBef>
              <a:spcAft>
                <a:spcPts val="0"/>
              </a:spcAft>
              <a:buClr>
                <a:schemeClr val="dk1"/>
              </a:buClr>
              <a:buSzPts val="1200"/>
              <a:buFont typeface="Work Sans"/>
              <a:buNone/>
            </a:pPr>
            <a:r>
              <a:rPr b="0" i="0" lang="pt-BR" sz="1200" u="none" cap="none" strike="noStrike">
                <a:solidFill>
                  <a:srgbClr val="000000"/>
                </a:solidFill>
                <a:latin typeface="Work Sans"/>
                <a:ea typeface="Work Sans"/>
                <a:cs typeface="Work Sans"/>
                <a:sym typeface="Work Sans"/>
              </a:rPr>
              <a:t>Prova padronizada</a:t>
            </a:r>
            <a:endParaRPr/>
          </a:p>
          <a:p>
            <a:pPr indent="0" lvl="0" marL="0" marR="0" rtl="0" algn="l">
              <a:lnSpc>
                <a:spcPct val="100000"/>
              </a:lnSpc>
              <a:spcBef>
                <a:spcPts val="0"/>
              </a:spcBef>
              <a:spcAft>
                <a:spcPts val="0"/>
              </a:spcAft>
              <a:buClr>
                <a:schemeClr val="dk1"/>
              </a:buClr>
              <a:buSzPts val="1200"/>
              <a:buFont typeface="Work Sans"/>
              <a:buNone/>
            </a:pPr>
            <a:r>
              <a:t/>
            </a:r>
            <a:endParaRPr b="0" i="0" sz="1200" u="none" cap="none" strike="noStrike">
              <a:solidFill>
                <a:schemeClr val="lt1"/>
              </a:solidFill>
              <a:latin typeface="Work Sans"/>
              <a:ea typeface="Work Sans"/>
              <a:cs typeface="Work Sans"/>
              <a:sym typeface="Work Sans"/>
            </a:endParaRPr>
          </a:p>
        </p:txBody>
      </p:sp>
      <p:sp>
        <p:nvSpPr>
          <p:cNvPr id="134" name="Google Shape;134;p4"/>
          <p:cNvSpPr txBox="1"/>
          <p:nvPr/>
        </p:nvSpPr>
        <p:spPr>
          <a:xfrm>
            <a:off x="6221388" y="3798945"/>
            <a:ext cx="3004200" cy="76901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1"/>
              </a:buClr>
              <a:buSzPts val="1200"/>
              <a:buFont typeface="Work Sans"/>
              <a:buNone/>
            </a:pPr>
            <a:r>
              <a:rPr b="0" i="0" lang="pt-BR" sz="1200" u="none" cap="none" strike="noStrike">
                <a:solidFill>
                  <a:schemeClr val="lt1"/>
                </a:solidFill>
                <a:latin typeface="Work Sans"/>
                <a:ea typeface="Work Sans"/>
                <a:cs typeface="Work Sans"/>
                <a:sym typeface="Work Sans"/>
              </a:rPr>
              <a:t>Questões avaliam a capacidade de raciocínio do candidato</a:t>
            </a:r>
            <a:endParaRPr/>
          </a:p>
          <a:p>
            <a:pPr indent="0" lvl="0" marL="0" marR="0" rtl="0" algn="l">
              <a:lnSpc>
                <a:spcPct val="100000"/>
              </a:lnSpc>
              <a:spcBef>
                <a:spcPts val="0"/>
              </a:spcBef>
              <a:spcAft>
                <a:spcPts val="0"/>
              </a:spcAft>
              <a:buClr>
                <a:schemeClr val="dk1"/>
              </a:buClr>
              <a:buSzPts val="1200"/>
              <a:buFont typeface="Work Sans"/>
              <a:buNone/>
            </a:pPr>
            <a:r>
              <a:t/>
            </a:r>
            <a:endParaRPr b="0" i="0" sz="1200" u="none" cap="none" strike="noStrike">
              <a:solidFill>
                <a:schemeClr val="lt1"/>
              </a:solidFill>
              <a:latin typeface="Work Sans"/>
              <a:ea typeface="Work Sans"/>
              <a:cs typeface="Work Sans"/>
              <a:sym typeface="Work Sans"/>
            </a:endParaRPr>
          </a:p>
          <a:p>
            <a:pPr indent="0" lvl="0" marL="0" marR="0" rtl="0" algn="l">
              <a:lnSpc>
                <a:spcPct val="100000"/>
              </a:lnSpc>
              <a:spcBef>
                <a:spcPts val="0"/>
              </a:spcBef>
              <a:spcAft>
                <a:spcPts val="0"/>
              </a:spcAft>
              <a:buClr>
                <a:schemeClr val="dk1"/>
              </a:buClr>
              <a:buSzPts val="1200"/>
              <a:buFont typeface="Work Sans"/>
              <a:buNone/>
            </a:pPr>
            <a:r>
              <a:rPr b="0" i="0" lang="pt-BR" sz="1200" u="none" cap="none" strike="noStrike">
                <a:solidFill>
                  <a:schemeClr val="lt1"/>
                </a:solidFill>
                <a:latin typeface="Work Sans"/>
                <a:ea typeface="Work Sans"/>
                <a:cs typeface="Work Sans"/>
                <a:sym typeface="Work Sans"/>
              </a:rPr>
              <a:t>Valoriza a velocidade do raciocínio</a:t>
            </a:r>
            <a:endParaRPr b="0" i="0" sz="1200" u="none" cap="none" strike="noStrike">
              <a:solidFill>
                <a:schemeClr val="lt1"/>
              </a:solidFill>
              <a:latin typeface="Work Sans"/>
              <a:ea typeface="Work Sans"/>
              <a:cs typeface="Work Sans"/>
              <a:sym typeface="Work Sans"/>
            </a:endParaRPr>
          </a:p>
        </p:txBody>
      </p:sp>
      <p:sp>
        <p:nvSpPr>
          <p:cNvPr id="135" name="Google Shape;135;p4"/>
          <p:cNvSpPr txBox="1"/>
          <p:nvPr/>
        </p:nvSpPr>
        <p:spPr>
          <a:xfrm>
            <a:off x="180229" y="1901928"/>
            <a:ext cx="2363438" cy="2007870"/>
          </a:xfrm>
          <a:prstGeom prst="rect">
            <a:avLst/>
          </a:prstGeom>
          <a:noFill/>
          <a:ln>
            <a:noFill/>
          </a:ln>
        </p:spPr>
        <p:txBody>
          <a:bodyPr anchorCtr="0" anchor="t" bIns="91425" lIns="91425" spcFirstLastPara="1" rIns="91425" wrap="square" tIns="91425">
            <a:noAutofit/>
          </a:bodyPr>
          <a:lstStyle/>
          <a:p>
            <a:pPr indent="0" lvl="0" marL="0" marR="0" rtl="0" algn="r">
              <a:lnSpc>
                <a:spcPct val="100000"/>
              </a:lnSpc>
              <a:spcBef>
                <a:spcPts val="0"/>
              </a:spcBef>
              <a:spcAft>
                <a:spcPts val="0"/>
              </a:spcAft>
              <a:buClr>
                <a:schemeClr val="dk1"/>
              </a:buClr>
              <a:buSzPts val="1200"/>
              <a:buFont typeface="Work Sans"/>
              <a:buNone/>
            </a:pPr>
            <a:r>
              <a:rPr b="0" i="0" lang="pt-BR" sz="1200" u="none" cap="none" strike="noStrike">
                <a:solidFill>
                  <a:schemeClr val="lt1"/>
                </a:solidFill>
                <a:latin typeface="Work Sans"/>
                <a:ea typeface="Work Sans"/>
                <a:cs typeface="Work Sans"/>
                <a:sym typeface="Work Sans"/>
              </a:rPr>
              <a:t>Criada para auxiliar na seleção de candidatos de escolas de negócios</a:t>
            </a:r>
            <a:endParaRPr/>
          </a:p>
          <a:p>
            <a:pPr indent="0" lvl="0" marL="0" marR="0" rtl="0" algn="r">
              <a:lnSpc>
                <a:spcPct val="100000"/>
              </a:lnSpc>
              <a:spcBef>
                <a:spcPts val="0"/>
              </a:spcBef>
              <a:spcAft>
                <a:spcPts val="0"/>
              </a:spcAft>
              <a:buClr>
                <a:schemeClr val="dk1"/>
              </a:buClr>
              <a:buSzPts val="1200"/>
              <a:buFont typeface="Work Sans"/>
              <a:buNone/>
            </a:pPr>
            <a:r>
              <a:t/>
            </a:r>
            <a:endParaRPr b="0" i="0" sz="1200" u="none" cap="none" strike="noStrike">
              <a:solidFill>
                <a:schemeClr val="lt1"/>
              </a:solidFill>
              <a:latin typeface="Work Sans"/>
              <a:ea typeface="Work Sans"/>
              <a:cs typeface="Work Sans"/>
              <a:sym typeface="Work Sans"/>
            </a:endParaRPr>
          </a:p>
          <a:p>
            <a:pPr indent="0" lvl="0" marL="0" marR="0" rtl="0" algn="r">
              <a:lnSpc>
                <a:spcPct val="100000"/>
              </a:lnSpc>
              <a:spcBef>
                <a:spcPts val="0"/>
              </a:spcBef>
              <a:spcAft>
                <a:spcPts val="0"/>
              </a:spcAft>
              <a:buClr>
                <a:schemeClr val="dk1"/>
              </a:buClr>
              <a:buSzPts val="1200"/>
              <a:buFont typeface="Work Sans"/>
              <a:buNone/>
            </a:pPr>
            <a:r>
              <a:rPr b="0" i="0" lang="pt-BR" sz="1200" u="none" cap="none" strike="noStrike">
                <a:solidFill>
                  <a:schemeClr val="lt1"/>
                </a:solidFill>
                <a:latin typeface="Work Sans"/>
                <a:ea typeface="Work Sans"/>
                <a:cs typeface="Work Sans"/>
                <a:sym typeface="Work Sans"/>
              </a:rPr>
              <a:t>Procura prever desempenho do aluno no MBA</a:t>
            </a:r>
            <a:endParaRPr/>
          </a:p>
          <a:p>
            <a:pPr indent="0" lvl="0" marL="0" marR="0" rtl="0" algn="r">
              <a:lnSpc>
                <a:spcPct val="100000"/>
              </a:lnSpc>
              <a:spcBef>
                <a:spcPts val="0"/>
              </a:spcBef>
              <a:spcAft>
                <a:spcPts val="0"/>
              </a:spcAft>
              <a:buClr>
                <a:schemeClr val="dk1"/>
              </a:buClr>
              <a:buSzPts val="1200"/>
              <a:buFont typeface="Work Sans"/>
              <a:buNone/>
            </a:pPr>
            <a:r>
              <a:t/>
            </a:r>
            <a:endParaRPr b="0" i="0" sz="1200" u="none" cap="none" strike="noStrike">
              <a:solidFill>
                <a:schemeClr val="lt1"/>
              </a:solidFill>
              <a:latin typeface="Work Sans"/>
              <a:ea typeface="Work Sans"/>
              <a:cs typeface="Work Sans"/>
              <a:sym typeface="Work Sans"/>
            </a:endParaRPr>
          </a:p>
          <a:p>
            <a:pPr indent="0" lvl="0" marL="0" marR="0" rtl="0" algn="r">
              <a:lnSpc>
                <a:spcPct val="100000"/>
              </a:lnSpc>
              <a:spcBef>
                <a:spcPts val="0"/>
              </a:spcBef>
              <a:spcAft>
                <a:spcPts val="0"/>
              </a:spcAft>
              <a:buClr>
                <a:schemeClr val="dk1"/>
              </a:buClr>
              <a:buSzPts val="1200"/>
              <a:buFont typeface="Work Sans"/>
              <a:buNone/>
            </a:pPr>
            <a:r>
              <a:rPr b="0" i="0" lang="pt-BR" sz="1200" u="none" cap="none" strike="noStrike">
                <a:solidFill>
                  <a:schemeClr val="lt1"/>
                </a:solidFill>
                <a:latin typeface="Work Sans"/>
                <a:ea typeface="Work Sans"/>
                <a:cs typeface="Work Sans"/>
                <a:sym typeface="Work Sans"/>
              </a:rPr>
              <a:t>Mede aptidão do aluno para realizar o MBA</a:t>
            </a:r>
            <a:endParaRPr/>
          </a:p>
          <a:p>
            <a:pPr indent="0" lvl="0" marL="0" marR="0" rtl="0" algn="r">
              <a:lnSpc>
                <a:spcPct val="100000"/>
              </a:lnSpc>
              <a:spcBef>
                <a:spcPts val="0"/>
              </a:spcBef>
              <a:spcAft>
                <a:spcPts val="0"/>
              </a:spcAft>
              <a:buClr>
                <a:schemeClr val="dk1"/>
              </a:buClr>
              <a:buSzPts val="1200"/>
              <a:buFont typeface="Work Sans"/>
              <a:buNone/>
            </a:pPr>
            <a:r>
              <a:t/>
            </a:r>
            <a:endParaRPr b="0" i="0" sz="1200" u="none" cap="none" strike="noStrike">
              <a:solidFill>
                <a:schemeClr val="lt1"/>
              </a:solidFill>
              <a:latin typeface="Work Sans"/>
              <a:ea typeface="Work Sans"/>
              <a:cs typeface="Work Sans"/>
              <a:sym typeface="Work Sans"/>
            </a:endParaRPr>
          </a:p>
          <a:p>
            <a:pPr indent="0" lvl="0" marL="0" marR="0" rtl="0" algn="r">
              <a:lnSpc>
                <a:spcPct val="100000"/>
              </a:lnSpc>
              <a:spcBef>
                <a:spcPts val="0"/>
              </a:spcBef>
              <a:spcAft>
                <a:spcPts val="0"/>
              </a:spcAft>
              <a:buClr>
                <a:schemeClr val="dk1"/>
              </a:buClr>
              <a:buSzPts val="1200"/>
              <a:buFont typeface="Work Sans"/>
              <a:buNone/>
            </a:pPr>
            <a:r>
              <a:t/>
            </a:r>
            <a:endParaRPr b="0" i="0" sz="1200" u="none" cap="none" strike="noStrike">
              <a:solidFill>
                <a:schemeClr val="lt1"/>
              </a:solidFill>
              <a:latin typeface="Work Sans"/>
              <a:ea typeface="Work Sans"/>
              <a:cs typeface="Work Sans"/>
              <a:sym typeface="Work Sans"/>
            </a:endParaRPr>
          </a:p>
        </p:txBody>
      </p:sp>
      <p:sp>
        <p:nvSpPr>
          <p:cNvPr id="136" name="Google Shape;136;p4"/>
          <p:cNvSpPr txBox="1"/>
          <p:nvPr/>
        </p:nvSpPr>
        <p:spPr>
          <a:xfrm>
            <a:off x="0" y="4825425"/>
            <a:ext cx="4862100" cy="276900"/>
          </a:xfrm>
          <a:prstGeom prst="rect">
            <a:avLst/>
          </a:prstGeom>
          <a:noFill/>
          <a:ln>
            <a:noFill/>
          </a:ln>
        </p:spPr>
        <p:txBody>
          <a:bodyPr anchorCtr="0" anchor="t" bIns="68550" lIns="137125" spcFirstLastPara="1" rIns="137125" wrap="square" tIns="68550">
            <a:spAutoFit/>
          </a:bodyPr>
          <a:lstStyle/>
          <a:p>
            <a:pPr indent="0" lvl="0" marL="0" marR="0" rtl="0" algn="l">
              <a:lnSpc>
                <a:spcPct val="100000"/>
              </a:lnSpc>
              <a:spcBef>
                <a:spcPts val="0"/>
              </a:spcBef>
              <a:spcAft>
                <a:spcPts val="0"/>
              </a:spcAft>
              <a:buClr>
                <a:srgbClr val="000000"/>
              </a:buClr>
              <a:buSzPts val="900"/>
              <a:buFont typeface="Arial"/>
              <a:buNone/>
            </a:pPr>
            <a:r>
              <a:rPr b="1" i="0" lang="pt-BR" sz="900" u="none" cap="none" strike="noStrike">
                <a:solidFill>
                  <a:srgbClr val="000000"/>
                </a:solidFill>
                <a:latin typeface="Arial"/>
                <a:ea typeface="Arial"/>
                <a:cs typeface="Arial"/>
                <a:sym typeface="Arial"/>
              </a:rPr>
              <a:t>Prep4Consulting 2026.</a:t>
            </a:r>
            <a:r>
              <a:rPr b="1" lang="pt-BR" sz="900"/>
              <a:t>2</a:t>
            </a:r>
            <a:r>
              <a:rPr b="1" i="0" lang="pt-BR" sz="900" u="none" cap="none" strike="noStrike">
                <a:solidFill>
                  <a:srgbClr val="000000"/>
                </a:solidFill>
                <a:latin typeface="Arial"/>
                <a:ea typeface="Arial"/>
                <a:cs typeface="Arial"/>
                <a:sym typeface="Arial"/>
              </a:rPr>
              <a:t> </a:t>
            </a:r>
            <a:r>
              <a:rPr b="0" i="0" lang="pt-BR" sz="900" u="none" cap="none" strike="noStrike">
                <a:solidFill>
                  <a:srgbClr val="000000"/>
                </a:solidFill>
                <a:latin typeface="Arial"/>
                <a:ea typeface="Arial"/>
                <a:cs typeface="Arial"/>
                <a:sym typeface="Arial"/>
              </a:rPr>
              <a:t>| GMAT: Estrutura da Prova</a:t>
            </a:r>
            <a:endParaRPr b="0" i="0" sz="900" u="none" cap="none" strike="noStrike">
              <a:solidFill>
                <a:srgbClr val="000000"/>
              </a:solidFill>
              <a:latin typeface="Arial"/>
              <a:ea typeface="Arial"/>
              <a:cs typeface="Arial"/>
              <a:sym typeface="Arial"/>
            </a:endParaRPr>
          </a:p>
        </p:txBody>
      </p:sp>
      <p:sp>
        <p:nvSpPr>
          <p:cNvPr id="137" name="Google Shape;137;p4"/>
          <p:cNvSpPr txBox="1"/>
          <p:nvPr/>
        </p:nvSpPr>
        <p:spPr>
          <a:xfrm>
            <a:off x="4281900" y="4825425"/>
            <a:ext cx="4862100" cy="276900"/>
          </a:xfrm>
          <a:prstGeom prst="rect">
            <a:avLst/>
          </a:prstGeom>
          <a:noFill/>
          <a:ln>
            <a:noFill/>
          </a:ln>
        </p:spPr>
        <p:txBody>
          <a:bodyPr anchorCtr="0" anchor="t" bIns="68550" lIns="137125" spcFirstLastPara="1" rIns="137125" wrap="square" tIns="68550">
            <a:spAutoFit/>
          </a:bodyPr>
          <a:lstStyle/>
          <a:p>
            <a:pPr indent="0" lvl="0" marL="0" marR="0" rtl="0" algn="r">
              <a:lnSpc>
                <a:spcPct val="100000"/>
              </a:lnSpc>
              <a:spcBef>
                <a:spcPts val="0"/>
              </a:spcBef>
              <a:spcAft>
                <a:spcPts val="0"/>
              </a:spcAft>
              <a:buClr>
                <a:srgbClr val="000000"/>
              </a:buClr>
              <a:buSzPts val="900"/>
              <a:buFont typeface="Arial"/>
              <a:buNone/>
            </a:pPr>
            <a:r>
              <a:rPr b="0" i="0" lang="pt-BR" sz="900" u="none" cap="none" strike="noStrike">
                <a:solidFill>
                  <a:srgbClr val="000000"/>
                </a:solidFill>
                <a:latin typeface="Arial"/>
                <a:ea typeface="Arial"/>
                <a:cs typeface="Arial"/>
                <a:sym typeface="Arial"/>
              </a:rPr>
              <a:t>Copyright © 2026 Clube de Consultoria Universitário. All rights reserved.</a:t>
            </a:r>
            <a:endParaRPr b="0" i="0" sz="900" u="none" cap="none" strike="noStrike">
              <a:solidFill>
                <a:srgbClr val="000000"/>
              </a:solidFill>
              <a:latin typeface="Arial"/>
              <a:ea typeface="Arial"/>
              <a:cs typeface="Arial"/>
              <a:sym typeface="Arial"/>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1" name="Shape 141"/>
        <p:cNvGrpSpPr/>
        <p:nvPr/>
      </p:nvGrpSpPr>
      <p:grpSpPr>
        <a:xfrm>
          <a:off x="0" y="0"/>
          <a:ext cx="0" cy="0"/>
          <a:chOff x="0" y="0"/>
          <a:chExt cx="0" cy="0"/>
        </a:xfrm>
      </p:grpSpPr>
      <p:sp>
        <p:nvSpPr>
          <p:cNvPr id="142" name="Google Shape;142;p5"/>
          <p:cNvSpPr txBox="1"/>
          <p:nvPr/>
        </p:nvSpPr>
        <p:spPr>
          <a:xfrm>
            <a:off x="790102" y="3444491"/>
            <a:ext cx="1764000" cy="621727"/>
          </a:xfrm>
          <a:prstGeom prst="rect">
            <a:avLst/>
          </a:prstGeom>
          <a:noFill/>
          <a:ln>
            <a:noFill/>
          </a:ln>
        </p:spPr>
        <p:txBody>
          <a:bodyPr anchorCtr="0" anchor="t" bIns="91425" lIns="91425" spcFirstLastPara="1" rIns="91425" wrap="square" tIns="91425">
            <a:noAutofit/>
          </a:bodyPr>
          <a:lstStyle/>
          <a:p>
            <a:pPr indent="-180000" lvl="0" marL="285750" marR="0" rtl="0" algn="l">
              <a:lnSpc>
                <a:spcPct val="100000"/>
              </a:lnSpc>
              <a:spcBef>
                <a:spcPts val="0"/>
              </a:spcBef>
              <a:spcAft>
                <a:spcPts val="0"/>
              </a:spcAft>
              <a:buClr>
                <a:schemeClr val="dk1"/>
              </a:buClr>
              <a:buSzPts val="1400"/>
              <a:buFont typeface="Arial"/>
              <a:buChar char="•"/>
            </a:pPr>
            <a:r>
              <a:rPr b="0" i="0" lang="pt-BR" sz="1050" u="none" cap="none" strike="noStrike">
                <a:solidFill>
                  <a:schemeClr val="lt1"/>
                </a:solidFill>
                <a:latin typeface="Work Sans"/>
                <a:ea typeface="Work Sans"/>
                <a:cs typeface="Work Sans"/>
                <a:sym typeface="Work Sans"/>
              </a:rPr>
              <a:t>Problem Solving</a:t>
            </a:r>
            <a:endParaRPr b="0" i="0" sz="1050" u="none" cap="none" strike="noStrike">
              <a:solidFill>
                <a:schemeClr val="lt1"/>
              </a:solidFill>
              <a:latin typeface="Work Sans"/>
              <a:ea typeface="Work Sans"/>
              <a:cs typeface="Work Sans"/>
              <a:sym typeface="Work Sans"/>
            </a:endParaRPr>
          </a:p>
          <a:p>
            <a:pPr indent="-180000" lvl="0" marL="285750" marR="0" rtl="0" algn="l">
              <a:lnSpc>
                <a:spcPct val="100000"/>
              </a:lnSpc>
              <a:spcBef>
                <a:spcPts val="0"/>
              </a:spcBef>
              <a:spcAft>
                <a:spcPts val="0"/>
              </a:spcAft>
              <a:buClr>
                <a:schemeClr val="dk1"/>
              </a:buClr>
              <a:buSzPts val="1400"/>
              <a:buFont typeface="Arial"/>
              <a:buChar char="•"/>
            </a:pPr>
            <a:r>
              <a:rPr b="0" i="0" lang="pt-BR" sz="1050" u="none" cap="none" strike="noStrike">
                <a:solidFill>
                  <a:schemeClr val="lt1"/>
                </a:solidFill>
                <a:latin typeface="Work Sans"/>
                <a:ea typeface="Work Sans"/>
                <a:cs typeface="Work Sans"/>
                <a:sym typeface="Work Sans"/>
              </a:rPr>
              <a:t>Data Sufficiency</a:t>
            </a:r>
            <a:endParaRPr b="0" i="0" sz="1050" u="none" cap="none" strike="noStrike">
              <a:solidFill>
                <a:schemeClr val="lt1"/>
              </a:solidFill>
              <a:latin typeface="Work Sans"/>
              <a:ea typeface="Work Sans"/>
              <a:cs typeface="Work Sans"/>
              <a:sym typeface="Work Sans"/>
            </a:endParaRPr>
          </a:p>
          <a:p>
            <a:pPr indent="0" lvl="0" marL="0" marR="0" rtl="0" algn="ctr">
              <a:lnSpc>
                <a:spcPct val="100000"/>
              </a:lnSpc>
              <a:spcBef>
                <a:spcPts val="0"/>
              </a:spcBef>
              <a:spcAft>
                <a:spcPts val="0"/>
              </a:spcAft>
              <a:buClr>
                <a:srgbClr val="000000"/>
              </a:buClr>
              <a:buSzPts val="1050"/>
              <a:buFont typeface="Arial"/>
              <a:buNone/>
            </a:pPr>
            <a:r>
              <a:t/>
            </a:r>
            <a:endParaRPr b="0" i="0" sz="1050" u="none" cap="none" strike="noStrike">
              <a:solidFill>
                <a:schemeClr val="lt1"/>
              </a:solidFill>
              <a:latin typeface="Work Sans"/>
              <a:ea typeface="Work Sans"/>
              <a:cs typeface="Work Sans"/>
              <a:sym typeface="Work Sans"/>
            </a:endParaRPr>
          </a:p>
        </p:txBody>
      </p:sp>
      <p:sp>
        <p:nvSpPr>
          <p:cNvPr id="143" name="Google Shape;143;p5"/>
          <p:cNvSpPr txBox="1"/>
          <p:nvPr/>
        </p:nvSpPr>
        <p:spPr>
          <a:xfrm>
            <a:off x="790102" y="2961613"/>
            <a:ext cx="1764000" cy="516300"/>
          </a:xfrm>
          <a:prstGeom prst="rect">
            <a:avLst/>
          </a:prstGeom>
          <a:noFill/>
          <a:ln>
            <a:noFill/>
          </a:ln>
        </p:spPr>
        <p:txBody>
          <a:bodyPr anchorCtr="0" anchor="b"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600"/>
              <a:buFont typeface="Arial"/>
              <a:buNone/>
            </a:pPr>
            <a:r>
              <a:rPr b="0" i="0" lang="pt-BR" sz="1600" u="none" cap="none" strike="noStrike">
                <a:solidFill>
                  <a:schemeClr val="lt1"/>
                </a:solidFill>
                <a:latin typeface="Kanit SemiBold"/>
                <a:ea typeface="Kanit SemiBold"/>
                <a:cs typeface="Kanit SemiBold"/>
                <a:sym typeface="Kanit SemiBold"/>
              </a:rPr>
              <a:t>QUANTITATIVE REASONING</a:t>
            </a:r>
            <a:endParaRPr b="0" i="0" sz="1600" u="none" cap="none" strike="noStrike">
              <a:solidFill>
                <a:schemeClr val="lt1"/>
              </a:solidFill>
              <a:latin typeface="Kanit SemiBold"/>
              <a:ea typeface="Kanit SemiBold"/>
              <a:cs typeface="Kanit SemiBold"/>
              <a:sym typeface="Kanit SemiBold"/>
            </a:endParaRPr>
          </a:p>
        </p:txBody>
      </p:sp>
      <p:sp>
        <p:nvSpPr>
          <p:cNvPr id="144" name="Google Shape;144;p5"/>
          <p:cNvSpPr txBox="1"/>
          <p:nvPr/>
        </p:nvSpPr>
        <p:spPr>
          <a:xfrm>
            <a:off x="1259359" y="1911934"/>
            <a:ext cx="804600" cy="801600"/>
          </a:xfrm>
          <a:prstGeom prst="rect">
            <a:avLst/>
          </a:prstGeom>
          <a:solidFill>
            <a:schemeClr val="dk1"/>
          </a:solidFill>
          <a:ln>
            <a:noFill/>
          </a:ln>
        </p:spPr>
        <p:txBody>
          <a:bodyPr anchorCtr="0" anchor="ctr" bIns="91425" lIns="0" spcFirstLastPara="1" rIns="0" wrap="square" tIns="91425">
            <a:noAutofit/>
          </a:bodyPr>
          <a:lstStyle/>
          <a:p>
            <a:pPr indent="0" lvl="0" marL="0" marR="0" rtl="0" algn="ctr">
              <a:lnSpc>
                <a:spcPct val="100000"/>
              </a:lnSpc>
              <a:spcBef>
                <a:spcPts val="0"/>
              </a:spcBef>
              <a:spcAft>
                <a:spcPts val="0"/>
              </a:spcAft>
              <a:buClr>
                <a:srgbClr val="000000"/>
              </a:buClr>
              <a:buSzPts val="3000"/>
              <a:buFont typeface="Arial"/>
              <a:buNone/>
            </a:pPr>
            <a:r>
              <a:t/>
            </a:r>
            <a:endParaRPr b="0" i="0" sz="3000" u="none" cap="none" strike="noStrike">
              <a:solidFill>
                <a:srgbClr val="F3F3F3"/>
              </a:solidFill>
              <a:latin typeface="Kanit"/>
              <a:ea typeface="Kanit"/>
              <a:cs typeface="Kanit"/>
              <a:sym typeface="Kanit"/>
            </a:endParaRPr>
          </a:p>
        </p:txBody>
      </p:sp>
      <p:sp>
        <p:nvSpPr>
          <p:cNvPr id="145" name="Google Shape;145;p5"/>
          <p:cNvSpPr txBox="1"/>
          <p:nvPr/>
        </p:nvSpPr>
        <p:spPr>
          <a:xfrm>
            <a:off x="3199584" y="1911934"/>
            <a:ext cx="804600" cy="801600"/>
          </a:xfrm>
          <a:prstGeom prst="rect">
            <a:avLst/>
          </a:prstGeom>
          <a:solidFill>
            <a:schemeClr val="dk1"/>
          </a:solidFill>
          <a:ln>
            <a:noFill/>
          </a:ln>
        </p:spPr>
        <p:txBody>
          <a:bodyPr anchorCtr="0" anchor="ctr" bIns="91425" lIns="0" spcFirstLastPara="1" rIns="0" wrap="square" tIns="91425">
            <a:noAutofit/>
          </a:bodyPr>
          <a:lstStyle/>
          <a:p>
            <a:pPr indent="0" lvl="0" marL="0" marR="0" rtl="0" algn="ctr">
              <a:lnSpc>
                <a:spcPct val="100000"/>
              </a:lnSpc>
              <a:spcBef>
                <a:spcPts val="0"/>
              </a:spcBef>
              <a:spcAft>
                <a:spcPts val="0"/>
              </a:spcAft>
              <a:buClr>
                <a:srgbClr val="000000"/>
              </a:buClr>
              <a:buSzPts val="3000"/>
              <a:buFont typeface="Arial"/>
              <a:buNone/>
            </a:pPr>
            <a:r>
              <a:t/>
            </a:r>
            <a:endParaRPr b="0" i="0" sz="3000" u="none" cap="none" strike="noStrike">
              <a:solidFill>
                <a:srgbClr val="F3F3F3"/>
              </a:solidFill>
              <a:latin typeface="Kanit"/>
              <a:ea typeface="Kanit"/>
              <a:cs typeface="Kanit"/>
              <a:sym typeface="Kanit"/>
            </a:endParaRPr>
          </a:p>
        </p:txBody>
      </p:sp>
      <p:sp>
        <p:nvSpPr>
          <p:cNvPr id="146" name="Google Shape;146;p5"/>
          <p:cNvSpPr txBox="1"/>
          <p:nvPr/>
        </p:nvSpPr>
        <p:spPr>
          <a:xfrm>
            <a:off x="5139809" y="1911934"/>
            <a:ext cx="804600" cy="801600"/>
          </a:xfrm>
          <a:prstGeom prst="rect">
            <a:avLst/>
          </a:prstGeom>
          <a:solidFill>
            <a:schemeClr val="dk1"/>
          </a:solidFill>
          <a:ln>
            <a:noFill/>
          </a:ln>
        </p:spPr>
        <p:txBody>
          <a:bodyPr anchorCtr="0" anchor="ctr" bIns="91425" lIns="0" spcFirstLastPara="1" rIns="0" wrap="square" tIns="91425">
            <a:noAutofit/>
          </a:bodyPr>
          <a:lstStyle/>
          <a:p>
            <a:pPr indent="0" lvl="0" marL="0" marR="0" rtl="0" algn="ctr">
              <a:lnSpc>
                <a:spcPct val="100000"/>
              </a:lnSpc>
              <a:spcBef>
                <a:spcPts val="0"/>
              </a:spcBef>
              <a:spcAft>
                <a:spcPts val="0"/>
              </a:spcAft>
              <a:buClr>
                <a:srgbClr val="000000"/>
              </a:buClr>
              <a:buSzPts val="3000"/>
              <a:buFont typeface="Arial"/>
              <a:buNone/>
            </a:pPr>
            <a:r>
              <a:t/>
            </a:r>
            <a:endParaRPr b="0" i="0" sz="3000" u="none" cap="none" strike="noStrike">
              <a:solidFill>
                <a:srgbClr val="F3F3F3"/>
              </a:solidFill>
              <a:latin typeface="Kanit"/>
              <a:ea typeface="Kanit"/>
              <a:cs typeface="Kanit"/>
              <a:sym typeface="Kanit"/>
            </a:endParaRPr>
          </a:p>
        </p:txBody>
      </p:sp>
      <p:sp>
        <p:nvSpPr>
          <p:cNvPr id="147" name="Google Shape;147;p5"/>
          <p:cNvSpPr txBox="1"/>
          <p:nvPr/>
        </p:nvSpPr>
        <p:spPr>
          <a:xfrm>
            <a:off x="7080034" y="1911934"/>
            <a:ext cx="804600" cy="801600"/>
          </a:xfrm>
          <a:prstGeom prst="rect">
            <a:avLst/>
          </a:prstGeom>
          <a:solidFill>
            <a:schemeClr val="dk1"/>
          </a:solidFill>
          <a:ln>
            <a:noFill/>
          </a:ln>
        </p:spPr>
        <p:txBody>
          <a:bodyPr anchorCtr="0" anchor="ctr" bIns="91425" lIns="0" spcFirstLastPara="1" rIns="0" wrap="square" tIns="91425">
            <a:noAutofit/>
          </a:bodyPr>
          <a:lstStyle/>
          <a:p>
            <a:pPr indent="0" lvl="0" marL="0" marR="0" rtl="0" algn="ctr">
              <a:lnSpc>
                <a:spcPct val="100000"/>
              </a:lnSpc>
              <a:spcBef>
                <a:spcPts val="0"/>
              </a:spcBef>
              <a:spcAft>
                <a:spcPts val="0"/>
              </a:spcAft>
              <a:buClr>
                <a:srgbClr val="000000"/>
              </a:buClr>
              <a:buSzPts val="3000"/>
              <a:buFont typeface="Arial"/>
              <a:buNone/>
            </a:pPr>
            <a:r>
              <a:t/>
            </a:r>
            <a:endParaRPr b="0" i="0" sz="3000" u="none" cap="none" strike="noStrike">
              <a:solidFill>
                <a:srgbClr val="F3F3F3"/>
              </a:solidFill>
              <a:latin typeface="Kanit"/>
              <a:ea typeface="Kanit"/>
              <a:cs typeface="Kanit"/>
              <a:sym typeface="Kanit"/>
            </a:endParaRPr>
          </a:p>
        </p:txBody>
      </p:sp>
      <p:cxnSp>
        <p:nvCxnSpPr>
          <p:cNvPr id="148" name="Google Shape;148;p5"/>
          <p:cNvCxnSpPr>
            <a:stCxn id="144" idx="3"/>
            <a:endCxn id="145" idx="1"/>
          </p:cNvCxnSpPr>
          <p:nvPr/>
        </p:nvCxnSpPr>
        <p:spPr>
          <a:xfrm>
            <a:off x="2063959" y="2312734"/>
            <a:ext cx="1135500" cy="0"/>
          </a:xfrm>
          <a:prstGeom prst="straightConnector1">
            <a:avLst/>
          </a:prstGeom>
          <a:noFill/>
          <a:ln cap="flat" cmpd="sng" w="9525">
            <a:solidFill>
              <a:schemeClr val="dk1"/>
            </a:solidFill>
            <a:prstDash val="solid"/>
            <a:round/>
            <a:headEnd len="sm" w="sm" type="none"/>
            <a:tailEnd len="sm" w="sm" type="none"/>
          </a:ln>
        </p:spPr>
      </p:cxnSp>
      <p:cxnSp>
        <p:nvCxnSpPr>
          <p:cNvPr id="149" name="Google Shape;149;p5"/>
          <p:cNvCxnSpPr>
            <a:stCxn id="145" idx="3"/>
            <a:endCxn id="146" idx="1"/>
          </p:cNvCxnSpPr>
          <p:nvPr/>
        </p:nvCxnSpPr>
        <p:spPr>
          <a:xfrm>
            <a:off x="4004184" y="2312734"/>
            <a:ext cx="1135500" cy="0"/>
          </a:xfrm>
          <a:prstGeom prst="straightConnector1">
            <a:avLst/>
          </a:prstGeom>
          <a:noFill/>
          <a:ln cap="flat" cmpd="sng" w="9525">
            <a:solidFill>
              <a:schemeClr val="dk1"/>
            </a:solidFill>
            <a:prstDash val="solid"/>
            <a:round/>
            <a:headEnd len="sm" w="sm" type="none"/>
            <a:tailEnd len="sm" w="sm" type="none"/>
          </a:ln>
        </p:spPr>
      </p:cxnSp>
      <p:cxnSp>
        <p:nvCxnSpPr>
          <p:cNvPr id="150" name="Google Shape;150;p5"/>
          <p:cNvCxnSpPr>
            <a:stCxn id="146" idx="3"/>
            <a:endCxn id="147" idx="1"/>
          </p:cNvCxnSpPr>
          <p:nvPr/>
        </p:nvCxnSpPr>
        <p:spPr>
          <a:xfrm>
            <a:off x="5944409" y="2312734"/>
            <a:ext cx="1135500" cy="0"/>
          </a:xfrm>
          <a:prstGeom prst="straightConnector1">
            <a:avLst/>
          </a:prstGeom>
          <a:noFill/>
          <a:ln cap="flat" cmpd="sng" w="9525">
            <a:solidFill>
              <a:schemeClr val="dk1"/>
            </a:solidFill>
            <a:prstDash val="solid"/>
            <a:round/>
            <a:headEnd len="sm" w="sm" type="none"/>
            <a:tailEnd len="sm" w="sm" type="none"/>
          </a:ln>
        </p:spPr>
      </p:cxnSp>
      <p:sp>
        <p:nvSpPr>
          <p:cNvPr id="151" name="Google Shape;151;p5"/>
          <p:cNvSpPr txBox="1"/>
          <p:nvPr>
            <p:ph idx="4294967295" type="title"/>
          </p:nvPr>
        </p:nvSpPr>
        <p:spPr>
          <a:xfrm>
            <a:off x="722375" y="384050"/>
            <a:ext cx="5052900" cy="5760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3000"/>
              <a:buNone/>
            </a:pPr>
            <a:r>
              <a:rPr lang="pt-BR"/>
              <a:t>O QUE É GMAT?</a:t>
            </a:r>
            <a:endParaRPr/>
          </a:p>
        </p:txBody>
      </p:sp>
      <p:pic>
        <p:nvPicPr>
          <p:cNvPr id="152" name="Google Shape;152;p5"/>
          <p:cNvPicPr preferRelativeResize="0"/>
          <p:nvPr/>
        </p:nvPicPr>
        <p:blipFill rotWithShape="1">
          <a:blip r:embed="rId3">
            <a:alphaModFix/>
          </a:blip>
          <a:srcRect b="0" l="0" r="0" t="0"/>
          <a:stretch/>
        </p:blipFill>
        <p:spPr>
          <a:xfrm>
            <a:off x="1400410" y="2033997"/>
            <a:ext cx="543384" cy="569036"/>
          </a:xfrm>
          <a:prstGeom prst="rect">
            <a:avLst/>
          </a:prstGeom>
          <a:noFill/>
          <a:ln>
            <a:noFill/>
          </a:ln>
        </p:spPr>
      </p:pic>
      <p:pic>
        <p:nvPicPr>
          <p:cNvPr id="153" name="Google Shape;153;p5"/>
          <p:cNvPicPr preferRelativeResize="0"/>
          <p:nvPr/>
        </p:nvPicPr>
        <p:blipFill rotWithShape="1">
          <a:blip r:embed="rId4">
            <a:alphaModFix/>
          </a:blip>
          <a:srcRect b="0" l="0" r="0" t="0"/>
          <a:stretch/>
        </p:blipFill>
        <p:spPr>
          <a:xfrm>
            <a:off x="3289744" y="2022803"/>
            <a:ext cx="602386" cy="601683"/>
          </a:xfrm>
          <a:prstGeom prst="rect">
            <a:avLst/>
          </a:prstGeom>
          <a:noFill/>
          <a:ln>
            <a:noFill/>
          </a:ln>
        </p:spPr>
      </p:pic>
      <p:pic>
        <p:nvPicPr>
          <p:cNvPr descr="Uma imagem contendo Forma&#10;&#10;Descrição gerada automaticamente" id="154" name="Google Shape;154;p5"/>
          <p:cNvPicPr preferRelativeResize="0"/>
          <p:nvPr/>
        </p:nvPicPr>
        <p:blipFill rotWithShape="1">
          <a:blip r:embed="rId5">
            <a:alphaModFix/>
          </a:blip>
          <a:srcRect b="0" l="0" r="0" t="0"/>
          <a:stretch/>
        </p:blipFill>
        <p:spPr>
          <a:xfrm>
            <a:off x="5302709" y="2055450"/>
            <a:ext cx="485276" cy="516300"/>
          </a:xfrm>
          <a:prstGeom prst="rect">
            <a:avLst/>
          </a:prstGeom>
          <a:noFill/>
          <a:ln>
            <a:noFill/>
          </a:ln>
        </p:spPr>
      </p:pic>
      <p:pic>
        <p:nvPicPr>
          <p:cNvPr id="155" name="Google Shape;155;p5"/>
          <p:cNvPicPr preferRelativeResize="0"/>
          <p:nvPr/>
        </p:nvPicPr>
        <p:blipFill rotWithShape="1">
          <a:blip r:embed="rId6">
            <a:alphaModFix/>
          </a:blip>
          <a:srcRect b="0" l="0" r="0" t="0"/>
          <a:stretch/>
        </p:blipFill>
        <p:spPr>
          <a:xfrm>
            <a:off x="7212661" y="2048868"/>
            <a:ext cx="559434" cy="575618"/>
          </a:xfrm>
          <a:prstGeom prst="rect">
            <a:avLst/>
          </a:prstGeom>
          <a:noFill/>
          <a:ln>
            <a:noFill/>
          </a:ln>
        </p:spPr>
      </p:pic>
      <p:sp>
        <p:nvSpPr>
          <p:cNvPr id="156" name="Google Shape;156;p5"/>
          <p:cNvSpPr txBox="1"/>
          <p:nvPr/>
        </p:nvSpPr>
        <p:spPr>
          <a:xfrm>
            <a:off x="2708937" y="2941047"/>
            <a:ext cx="1764000" cy="516300"/>
          </a:xfrm>
          <a:prstGeom prst="rect">
            <a:avLst/>
          </a:prstGeom>
          <a:noFill/>
          <a:ln>
            <a:noFill/>
          </a:ln>
        </p:spPr>
        <p:txBody>
          <a:bodyPr anchorCtr="0" anchor="b"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600"/>
              <a:buFont typeface="Arial"/>
              <a:buNone/>
            </a:pPr>
            <a:r>
              <a:rPr b="0" i="0" lang="pt-BR" sz="1600" u="none" cap="none" strike="noStrike">
                <a:solidFill>
                  <a:schemeClr val="lt1"/>
                </a:solidFill>
                <a:latin typeface="Kanit SemiBold"/>
                <a:ea typeface="Kanit SemiBold"/>
                <a:cs typeface="Kanit SemiBold"/>
                <a:sym typeface="Kanit SemiBold"/>
              </a:rPr>
              <a:t>VERBAL REASONING</a:t>
            </a:r>
            <a:endParaRPr b="0" i="0" sz="1600" u="none" cap="none" strike="noStrike">
              <a:solidFill>
                <a:schemeClr val="lt1"/>
              </a:solidFill>
              <a:latin typeface="Kanit SemiBold"/>
              <a:ea typeface="Kanit SemiBold"/>
              <a:cs typeface="Kanit SemiBold"/>
              <a:sym typeface="Kanit SemiBold"/>
            </a:endParaRPr>
          </a:p>
        </p:txBody>
      </p:sp>
      <p:sp>
        <p:nvSpPr>
          <p:cNvPr id="157" name="Google Shape;157;p5"/>
          <p:cNvSpPr txBox="1"/>
          <p:nvPr/>
        </p:nvSpPr>
        <p:spPr>
          <a:xfrm>
            <a:off x="4660109" y="2961613"/>
            <a:ext cx="1764000" cy="516300"/>
          </a:xfrm>
          <a:prstGeom prst="rect">
            <a:avLst/>
          </a:prstGeom>
          <a:noFill/>
          <a:ln>
            <a:noFill/>
          </a:ln>
        </p:spPr>
        <p:txBody>
          <a:bodyPr anchorCtr="0" anchor="b"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600"/>
              <a:buFont typeface="Arial"/>
              <a:buNone/>
            </a:pPr>
            <a:r>
              <a:rPr b="0" i="0" lang="pt-BR" sz="1600" u="none" cap="none" strike="noStrike">
                <a:solidFill>
                  <a:schemeClr val="lt1"/>
                </a:solidFill>
                <a:latin typeface="Kanit SemiBold"/>
                <a:ea typeface="Kanit SemiBold"/>
                <a:cs typeface="Kanit SemiBold"/>
                <a:sym typeface="Kanit SemiBold"/>
              </a:rPr>
              <a:t>INTEGRATED REASONING</a:t>
            </a:r>
            <a:endParaRPr b="0" i="0" sz="1600" u="none" cap="none" strike="noStrike">
              <a:solidFill>
                <a:schemeClr val="lt1"/>
              </a:solidFill>
              <a:latin typeface="Kanit SemiBold"/>
              <a:ea typeface="Kanit SemiBold"/>
              <a:cs typeface="Kanit SemiBold"/>
              <a:sym typeface="Kanit SemiBold"/>
            </a:endParaRPr>
          </a:p>
        </p:txBody>
      </p:sp>
      <p:sp>
        <p:nvSpPr>
          <p:cNvPr id="158" name="Google Shape;158;p5"/>
          <p:cNvSpPr txBox="1"/>
          <p:nvPr/>
        </p:nvSpPr>
        <p:spPr>
          <a:xfrm>
            <a:off x="6400245" y="2941047"/>
            <a:ext cx="2184265" cy="516300"/>
          </a:xfrm>
          <a:prstGeom prst="rect">
            <a:avLst/>
          </a:prstGeom>
          <a:noFill/>
          <a:ln>
            <a:noFill/>
          </a:ln>
        </p:spPr>
        <p:txBody>
          <a:bodyPr anchorCtr="0" anchor="b"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600"/>
              <a:buFont typeface="Arial"/>
              <a:buNone/>
            </a:pPr>
            <a:r>
              <a:rPr b="0" i="0" lang="pt-BR" sz="1600" u="none" cap="none" strike="noStrike">
                <a:solidFill>
                  <a:schemeClr val="lt1"/>
                </a:solidFill>
                <a:latin typeface="Kanit SemiBold"/>
                <a:ea typeface="Kanit SemiBold"/>
                <a:cs typeface="Kanit SemiBold"/>
                <a:sym typeface="Kanit SemiBold"/>
              </a:rPr>
              <a:t>ANALYTICAL WRITING REASONING</a:t>
            </a:r>
            <a:endParaRPr b="0" i="0" sz="1600" u="none" cap="none" strike="noStrike">
              <a:solidFill>
                <a:schemeClr val="lt1"/>
              </a:solidFill>
              <a:latin typeface="Kanit SemiBold"/>
              <a:ea typeface="Kanit SemiBold"/>
              <a:cs typeface="Kanit SemiBold"/>
              <a:sym typeface="Kanit SemiBold"/>
            </a:endParaRPr>
          </a:p>
        </p:txBody>
      </p:sp>
      <p:sp>
        <p:nvSpPr>
          <p:cNvPr id="159" name="Google Shape;159;p5"/>
          <p:cNvSpPr txBox="1"/>
          <p:nvPr/>
        </p:nvSpPr>
        <p:spPr>
          <a:xfrm>
            <a:off x="2631709" y="3475051"/>
            <a:ext cx="1970785" cy="738623"/>
          </a:xfrm>
          <a:prstGeom prst="rect">
            <a:avLst/>
          </a:prstGeom>
          <a:noFill/>
          <a:ln>
            <a:noFill/>
          </a:ln>
        </p:spPr>
        <p:txBody>
          <a:bodyPr anchorCtr="0" anchor="t" bIns="45700" lIns="91425" spcFirstLastPara="1" rIns="91425" wrap="square" tIns="45700">
            <a:spAutoFit/>
          </a:bodyPr>
          <a:lstStyle/>
          <a:p>
            <a:pPr indent="-180000" lvl="0" marL="285750" marR="0" rtl="0" algn="l">
              <a:lnSpc>
                <a:spcPct val="100000"/>
              </a:lnSpc>
              <a:spcBef>
                <a:spcPts val="0"/>
              </a:spcBef>
              <a:spcAft>
                <a:spcPts val="0"/>
              </a:spcAft>
              <a:buClr>
                <a:schemeClr val="dk1"/>
              </a:buClr>
              <a:buSzPts val="1400"/>
              <a:buFont typeface="Arial"/>
              <a:buChar char="•"/>
            </a:pPr>
            <a:r>
              <a:rPr b="0" i="0" lang="pt-BR" sz="1050" u="none" cap="none" strike="noStrike">
                <a:solidFill>
                  <a:schemeClr val="lt1"/>
                </a:solidFill>
                <a:latin typeface="Work Sans"/>
                <a:ea typeface="Work Sans"/>
                <a:cs typeface="Work Sans"/>
                <a:sym typeface="Work Sans"/>
              </a:rPr>
              <a:t>Critical Reasoning</a:t>
            </a:r>
            <a:endParaRPr b="0" i="0" sz="1050" u="none" cap="none" strike="noStrike">
              <a:solidFill>
                <a:schemeClr val="lt1"/>
              </a:solidFill>
              <a:latin typeface="Work Sans"/>
              <a:ea typeface="Work Sans"/>
              <a:cs typeface="Work Sans"/>
              <a:sym typeface="Work Sans"/>
            </a:endParaRPr>
          </a:p>
          <a:p>
            <a:pPr indent="-180000" lvl="0" marL="285750" marR="0" rtl="0" algn="l">
              <a:lnSpc>
                <a:spcPct val="100000"/>
              </a:lnSpc>
              <a:spcBef>
                <a:spcPts val="0"/>
              </a:spcBef>
              <a:spcAft>
                <a:spcPts val="0"/>
              </a:spcAft>
              <a:buClr>
                <a:schemeClr val="dk1"/>
              </a:buClr>
              <a:buSzPts val="1400"/>
              <a:buFont typeface="Arial"/>
              <a:buChar char="•"/>
            </a:pPr>
            <a:r>
              <a:rPr b="0" i="0" lang="pt-BR" sz="1050" u="none" cap="none" strike="noStrike">
                <a:solidFill>
                  <a:schemeClr val="lt1"/>
                </a:solidFill>
                <a:latin typeface="Work Sans"/>
                <a:ea typeface="Work Sans"/>
                <a:cs typeface="Work Sans"/>
                <a:sym typeface="Work Sans"/>
              </a:rPr>
              <a:t>Reading Comprehension</a:t>
            </a:r>
            <a:endParaRPr b="0" i="0" sz="1050" u="none" cap="none" strike="noStrike">
              <a:solidFill>
                <a:schemeClr val="lt1"/>
              </a:solidFill>
              <a:latin typeface="Work Sans"/>
              <a:ea typeface="Work Sans"/>
              <a:cs typeface="Work Sans"/>
              <a:sym typeface="Work Sans"/>
            </a:endParaRPr>
          </a:p>
          <a:p>
            <a:pPr indent="-180000" lvl="0" marL="285750" marR="0" rtl="0" algn="l">
              <a:lnSpc>
                <a:spcPct val="100000"/>
              </a:lnSpc>
              <a:spcBef>
                <a:spcPts val="0"/>
              </a:spcBef>
              <a:spcAft>
                <a:spcPts val="0"/>
              </a:spcAft>
              <a:buClr>
                <a:schemeClr val="dk1"/>
              </a:buClr>
              <a:buSzPts val="1400"/>
              <a:buFont typeface="Arial"/>
              <a:buChar char="•"/>
            </a:pPr>
            <a:r>
              <a:rPr b="0" i="0" lang="pt-BR" sz="1050" u="none" cap="none" strike="noStrike">
                <a:solidFill>
                  <a:schemeClr val="lt1"/>
                </a:solidFill>
                <a:latin typeface="Work Sans"/>
                <a:ea typeface="Work Sans"/>
                <a:cs typeface="Work Sans"/>
                <a:sym typeface="Work Sans"/>
              </a:rPr>
              <a:t>Sentence Correction</a:t>
            </a:r>
            <a:endParaRPr b="0" i="0" sz="1050" u="none" cap="none" strike="noStrike">
              <a:solidFill>
                <a:schemeClr val="lt1"/>
              </a:solidFill>
              <a:latin typeface="Work Sans"/>
              <a:ea typeface="Work Sans"/>
              <a:cs typeface="Work Sans"/>
              <a:sym typeface="Work Sans"/>
            </a:endParaRPr>
          </a:p>
        </p:txBody>
      </p:sp>
      <p:sp>
        <p:nvSpPr>
          <p:cNvPr id="160" name="Google Shape;160;p5"/>
          <p:cNvSpPr txBox="1"/>
          <p:nvPr/>
        </p:nvSpPr>
        <p:spPr>
          <a:xfrm>
            <a:off x="4838697" y="3477913"/>
            <a:ext cx="1585412" cy="900206"/>
          </a:xfrm>
          <a:prstGeom prst="rect">
            <a:avLst/>
          </a:prstGeom>
          <a:noFill/>
          <a:ln>
            <a:noFill/>
          </a:ln>
        </p:spPr>
        <p:txBody>
          <a:bodyPr anchorCtr="0" anchor="t" bIns="45700" lIns="91425" spcFirstLastPara="1" rIns="91425" wrap="square" tIns="45700">
            <a:spAutoFit/>
          </a:bodyPr>
          <a:lstStyle/>
          <a:p>
            <a:pPr indent="-180000" lvl="0" marL="285750" marR="0" rtl="0" algn="l">
              <a:lnSpc>
                <a:spcPct val="100000"/>
              </a:lnSpc>
              <a:spcBef>
                <a:spcPts val="0"/>
              </a:spcBef>
              <a:spcAft>
                <a:spcPts val="0"/>
              </a:spcAft>
              <a:buClr>
                <a:schemeClr val="dk1"/>
              </a:buClr>
              <a:buSzPts val="1400"/>
              <a:buFont typeface="Arial"/>
              <a:buChar char="•"/>
            </a:pPr>
            <a:r>
              <a:rPr b="0" i="0" lang="pt-BR" sz="1050" u="none" cap="none" strike="noStrike">
                <a:solidFill>
                  <a:schemeClr val="lt1"/>
                </a:solidFill>
                <a:latin typeface="Work Sans"/>
                <a:ea typeface="Work Sans"/>
                <a:cs typeface="Work Sans"/>
                <a:sym typeface="Work Sans"/>
              </a:rPr>
              <a:t>Table Analysis</a:t>
            </a:r>
            <a:endParaRPr b="0" i="0" sz="1050" u="none" cap="none" strike="noStrike">
              <a:solidFill>
                <a:schemeClr val="lt1"/>
              </a:solidFill>
              <a:latin typeface="Work Sans"/>
              <a:ea typeface="Work Sans"/>
              <a:cs typeface="Work Sans"/>
              <a:sym typeface="Work Sans"/>
            </a:endParaRPr>
          </a:p>
          <a:p>
            <a:pPr indent="-180000" lvl="0" marL="285750" marR="0" rtl="0" algn="l">
              <a:lnSpc>
                <a:spcPct val="100000"/>
              </a:lnSpc>
              <a:spcBef>
                <a:spcPts val="0"/>
              </a:spcBef>
              <a:spcAft>
                <a:spcPts val="0"/>
              </a:spcAft>
              <a:buClr>
                <a:schemeClr val="dk1"/>
              </a:buClr>
              <a:buSzPts val="1400"/>
              <a:buFont typeface="Arial"/>
              <a:buChar char="•"/>
            </a:pPr>
            <a:r>
              <a:rPr b="0" i="0" lang="pt-BR" sz="1050" u="none" cap="none" strike="noStrike">
                <a:solidFill>
                  <a:schemeClr val="lt1"/>
                </a:solidFill>
                <a:latin typeface="Work Sans"/>
                <a:ea typeface="Work Sans"/>
                <a:cs typeface="Work Sans"/>
                <a:sym typeface="Work Sans"/>
              </a:rPr>
              <a:t>Graphics</a:t>
            </a:r>
            <a:endParaRPr b="0" i="0" sz="1050" u="none" cap="none" strike="noStrike">
              <a:solidFill>
                <a:schemeClr val="lt1"/>
              </a:solidFill>
              <a:latin typeface="Work Sans"/>
              <a:ea typeface="Work Sans"/>
              <a:cs typeface="Work Sans"/>
              <a:sym typeface="Work Sans"/>
            </a:endParaRPr>
          </a:p>
          <a:p>
            <a:pPr indent="-180000" lvl="0" marL="285750" marR="0" rtl="0" algn="l">
              <a:lnSpc>
                <a:spcPct val="100000"/>
              </a:lnSpc>
              <a:spcBef>
                <a:spcPts val="0"/>
              </a:spcBef>
              <a:spcAft>
                <a:spcPts val="0"/>
              </a:spcAft>
              <a:buClr>
                <a:schemeClr val="dk1"/>
              </a:buClr>
              <a:buSzPts val="1400"/>
              <a:buFont typeface="Arial"/>
              <a:buChar char="•"/>
            </a:pPr>
            <a:r>
              <a:rPr b="0" i="0" lang="pt-BR" sz="1050" u="none" cap="none" strike="noStrike">
                <a:solidFill>
                  <a:schemeClr val="lt1"/>
                </a:solidFill>
                <a:latin typeface="Work Sans"/>
                <a:ea typeface="Work Sans"/>
                <a:cs typeface="Work Sans"/>
                <a:sym typeface="Work Sans"/>
              </a:rPr>
              <a:t>Multi Source</a:t>
            </a:r>
            <a:endParaRPr b="0" i="0" sz="1050" u="none" cap="none" strike="noStrike">
              <a:solidFill>
                <a:schemeClr val="lt1"/>
              </a:solidFill>
              <a:latin typeface="Work Sans"/>
              <a:ea typeface="Work Sans"/>
              <a:cs typeface="Work Sans"/>
              <a:sym typeface="Work Sans"/>
            </a:endParaRPr>
          </a:p>
          <a:p>
            <a:pPr indent="-180000" lvl="0" marL="285750" marR="0" rtl="0" algn="l">
              <a:lnSpc>
                <a:spcPct val="100000"/>
              </a:lnSpc>
              <a:spcBef>
                <a:spcPts val="0"/>
              </a:spcBef>
              <a:spcAft>
                <a:spcPts val="0"/>
              </a:spcAft>
              <a:buClr>
                <a:schemeClr val="dk1"/>
              </a:buClr>
              <a:buSzPts val="1400"/>
              <a:buFont typeface="Arial"/>
              <a:buChar char="•"/>
            </a:pPr>
            <a:r>
              <a:rPr b="0" i="0" lang="pt-BR" sz="1050" u="none" cap="none" strike="noStrike">
                <a:solidFill>
                  <a:schemeClr val="lt1"/>
                </a:solidFill>
                <a:latin typeface="Work Sans"/>
                <a:ea typeface="Work Sans"/>
                <a:cs typeface="Work Sans"/>
                <a:sym typeface="Work Sans"/>
              </a:rPr>
              <a:t>Two Part Analysis</a:t>
            </a:r>
            <a:endParaRPr b="0" i="0" sz="1050" u="none" cap="none" strike="noStrike">
              <a:solidFill>
                <a:schemeClr val="lt1"/>
              </a:solidFill>
              <a:latin typeface="Work Sans"/>
              <a:ea typeface="Work Sans"/>
              <a:cs typeface="Work Sans"/>
              <a:sym typeface="Work Sans"/>
            </a:endParaRPr>
          </a:p>
        </p:txBody>
      </p:sp>
      <p:sp>
        <p:nvSpPr>
          <p:cNvPr id="161" name="Google Shape;161;p5"/>
          <p:cNvSpPr txBox="1"/>
          <p:nvPr/>
        </p:nvSpPr>
        <p:spPr>
          <a:xfrm>
            <a:off x="6948056" y="3498479"/>
            <a:ext cx="1873156" cy="253875"/>
          </a:xfrm>
          <a:prstGeom prst="rect">
            <a:avLst/>
          </a:prstGeom>
          <a:noFill/>
          <a:ln>
            <a:noFill/>
          </a:ln>
        </p:spPr>
        <p:txBody>
          <a:bodyPr anchorCtr="0" anchor="t" bIns="45700" lIns="91425" spcFirstLastPara="1" rIns="91425" wrap="square" tIns="45700">
            <a:spAutoFit/>
          </a:bodyPr>
          <a:lstStyle/>
          <a:p>
            <a:pPr indent="-180000" lvl="0" marL="285750" marR="0" rtl="0" algn="l">
              <a:lnSpc>
                <a:spcPct val="100000"/>
              </a:lnSpc>
              <a:spcBef>
                <a:spcPts val="0"/>
              </a:spcBef>
              <a:spcAft>
                <a:spcPts val="0"/>
              </a:spcAft>
              <a:buClr>
                <a:schemeClr val="dk1"/>
              </a:buClr>
              <a:buSzPts val="1400"/>
              <a:buFont typeface="Arial"/>
              <a:buChar char="•"/>
            </a:pPr>
            <a:r>
              <a:rPr b="0" i="0" lang="pt-BR" sz="1050" u="none" cap="none" strike="noStrike">
                <a:solidFill>
                  <a:schemeClr val="lt1"/>
                </a:solidFill>
                <a:latin typeface="Work Sans"/>
                <a:ea typeface="Work Sans"/>
                <a:cs typeface="Work Sans"/>
                <a:sym typeface="Work Sans"/>
              </a:rPr>
              <a:t>Writing</a:t>
            </a:r>
            <a:endParaRPr b="0" i="0" sz="1050" u="none" cap="none" strike="noStrike">
              <a:solidFill>
                <a:schemeClr val="lt1"/>
              </a:solidFill>
              <a:latin typeface="Work Sans"/>
              <a:ea typeface="Work Sans"/>
              <a:cs typeface="Work Sans"/>
              <a:sym typeface="Work Sans"/>
            </a:endParaRPr>
          </a:p>
        </p:txBody>
      </p:sp>
      <p:sp>
        <p:nvSpPr>
          <p:cNvPr id="162" name="Google Shape;162;p5"/>
          <p:cNvSpPr txBox="1"/>
          <p:nvPr/>
        </p:nvSpPr>
        <p:spPr>
          <a:xfrm>
            <a:off x="0" y="4825425"/>
            <a:ext cx="4862100" cy="276900"/>
          </a:xfrm>
          <a:prstGeom prst="rect">
            <a:avLst/>
          </a:prstGeom>
          <a:noFill/>
          <a:ln>
            <a:noFill/>
          </a:ln>
        </p:spPr>
        <p:txBody>
          <a:bodyPr anchorCtr="0" anchor="t" bIns="68550" lIns="137125" spcFirstLastPara="1" rIns="137125" wrap="square" tIns="68550">
            <a:spAutoFit/>
          </a:bodyPr>
          <a:lstStyle/>
          <a:p>
            <a:pPr indent="0" lvl="0" marL="0" marR="0" rtl="0" algn="l">
              <a:lnSpc>
                <a:spcPct val="100000"/>
              </a:lnSpc>
              <a:spcBef>
                <a:spcPts val="0"/>
              </a:spcBef>
              <a:spcAft>
                <a:spcPts val="0"/>
              </a:spcAft>
              <a:buClr>
                <a:srgbClr val="000000"/>
              </a:buClr>
              <a:buSzPts val="900"/>
              <a:buFont typeface="Arial"/>
              <a:buNone/>
            </a:pPr>
            <a:r>
              <a:rPr b="1" i="0" lang="pt-BR" sz="900" u="none" cap="none" strike="noStrike">
                <a:solidFill>
                  <a:srgbClr val="000000"/>
                </a:solidFill>
                <a:latin typeface="Arial"/>
                <a:ea typeface="Arial"/>
                <a:cs typeface="Arial"/>
                <a:sym typeface="Arial"/>
              </a:rPr>
              <a:t>Prep4Consulting 2026.</a:t>
            </a:r>
            <a:r>
              <a:rPr b="1" lang="pt-BR" sz="900"/>
              <a:t>2</a:t>
            </a:r>
            <a:r>
              <a:rPr b="1" i="0" lang="pt-BR" sz="900" u="none" cap="none" strike="noStrike">
                <a:solidFill>
                  <a:srgbClr val="000000"/>
                </a:solidFill>
                <a:latin typeface="Arial"/>
                <a:ea typeface="Arial"/>
                <a:cs typeface="Arial"/>
                <a:sym typeface="Arial"/>
              </a:rPr>
              <a:t> </a:t>
            </a:r>
            <a:r>
              <a:rPr b="0" i="0" lang="pt-BR" sz="900" u="none" cap="none" strike="noStrike">
                <a:solidFill>
                  <a:srgbClr val="000000"/>
                </a:solidFill>
                <a:latin typeface="Arial"/>
                <a:ea typeface="Arial"/>
                <a:cs typeface="Arial"/>
                <a:sym typeface="Arial"/>
              </a:rPr>
              <a:t>| GMAT: Estrutura da Prova</a:t>
            </a:r>
            <a:endParaRPr b="0" i="0" sz="900" u="none" cap="none" strike="noStrike">
              <a:solidFill>
                <a:srgbClr val="000000"/>
              </a:solidFill>
              <a:latin typeface="Arial"/>
              <a:ea typeface="Arial"/>
              <a:cs typeface="Arial"/>
              <a:sym typeface="Arial"/>
            </a:endParaRPr>
          </a:p>
        </p:txBody>
      </p:sp>
      <p:sp>
        <p:nvSpPr>
          <p:cNvPr id="163" name="Google Shape;163;p5"/>
          <p:cNvSpPr txBox="1"/>
          <p:nvPr/>
        </p:nvSpPr>
        <p:spPr>
          <a:xfrm>
            <a:off x="4281900" y="4825425"/>
            <a:ext cx="4862100" cy="276900"/>
          </a:xfrm>
          <a:prstGeom prst="rect">
            <a:avLst/>
          </a:prstGeom>
          <a:noFill/>
          <a:ln>
            <a:noFill/>
          </a:ln>
        </p:spPr>
        <p:txBody>
          <a:bodyPr anchorCtr="0" anchor="t" bIns="68550" lIns="137125" spcFirstLastPara="1" rIns="137125" wrap="square" tIns="68550">
            <a:spAutoFit/>
          </a:bodyPr>
          <a:lstStyle/>
          <a:p>
            <a:pPr indent="0" lvl="0" marL="0" marR="0" rtl="0" algn="r">
              <a:lnSpc>
                <a:spcPct val="100000"/>
              </a:lnSpc>
              <a:spcBef>
                <a:spcPts val="0"/>
              </a:spcBef>
              <a:spcAft>
                <a:spcPts val="0"/>
              </a:spcAft>
              <a:buClr>
                <a:srgbClr val="000000"/>
              </a:buClr>
              <a:buSzPts val="900"/>
              <a:buFont typeface="Arial"/>
              <a:buNone/>
            </a:pPr>
            <a:r>
              <a:rPr b="0" i="0" lang="pt-BR" sz="900" u="none" cap="none" strike="noStrike">
                <a:solidFill>
                  <a:srgbClr val="000000"/>
                </a:solidFill>
                <a:latin typeface="Arial"/>
                <a:ea typeface="Arial"/>
                <a:cs typeface="Arial"/>
                <a:sym typeface="Arial"/>
              </a:rPr>
              <a:t>Copyright © 2026 Clube de Consultoria Universitário. All rights reserved.</a:t>
            </a:r>
            <a:endParaRPr b="0" i="0" sz="900" u="none" cap="none" strike="noStrike">
              <a:solidFill>
                <a:srgbClr val="000000"/>
              </a:solidFill>
              <a:latin typeface="Arial"/>
              <a:ea typeface="Arial"/>
              <a:cs typeface="Arial"/>
              <a:sym typeface="Arial"/>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7" name="Shape 167"/>
        <p:cNvGrpSpPr/>
        <p:nvPr/>
      </p:nvGrpSpPr>
      <p:grpSpPr>
        <a:xfrm>
          <a:off x="0" y="0"/>
          <a:ext cx="0" cy="0"/>
          <a:chOff x="0" y="0"/>
          <a:chExt cx="0" cy="0"/>
        </a:xfrm>
      </p:grpSpPr>
      <p:pic>
        <p:nvPicPr>
          <p:cNvPr id="168" name="Google Shape;168;p6"/>
          <p:cNvPicPr preferRelativeResize="0"/>
          <p:nvPr/>
        </p:nvPicPr>
        <p:blipFill rotWithShape="1">
          <a:blip r:embed="rId3">
            <a:alphaModFix/>
          </a:blip>
          <a:srcRect b="20312" l="0" r="0" t="0"/>
          <a:stretch/>
        </p:blipFill>
        <p:spPr>
          <a:xfrm>
            <a:off x="-1" y="-1"/>
            <a:ext cx="9144001" cy="5143501"/>
          </a:xfrm>
          <a:prstGeom prst="rect">
            <a:avLst/>
          </a:prstGeom>
          <a:noFill/>
          <a:ln>
            <a:noFill/>
          </a:ln>
        </p:spPr>
      </p:pic>
      <p:sp>
        <p:nvSpPr>
          <p:cNvPr id="169" name="Google Shape;169;p6"/>
          <p:cNvSpPr txBox="1"/>
          <p:nvPr>
            <p:ph type="title"/>
          </p:nvPr>
        </p:nvSpPr>
        <p:spPr>
          <a:xfrm>
            <a:off x="629525" y="3346125"/>
            <a:ext cx="4180500" cy="951555"/>
          </a:xfrm>
          <a:prstGeom prst="rect">
            <a:avLst/>
          </a:prstGeom>
          <a:solidFill>
            <a:schemeClr val="dk2"/>
          </a:solidFill>
          <a:ln>
            <a:noFill/>
          </a:ln>
        </p:spPr>
        <p:txBody>
          <a:bodyPr anchorCtr="0" anchor="t" bIns="91425" lIns="91425" spcFirstLastPara="1" rIns="91425" wrap="square" tIns="91425">
            <a:noAutofit/>
          </a:bodyPr>
          <a:lstStyle/>
          <a:p>
            <a:pPr indent="0" lvl="0" marL="0" rtl="0" algn="ctr">
              <a:lnSpc>
                <a:spcPct val="100000"/>
              </a:lnSpc>
              <a:spcBef>
                <a:spcPts val="0"/>
              </a:spcBef>
              <a:spcAft>
                <a:spcPts val="0"/>
              </a:spcAft>
              <a:buSzPts val="2800"/>
              <a:buNone/>
            </a:pPr>
            <a:r>
              <a:rPr lang="pt-BR" sz="2400"/>
              <a:t>COMO O GMAT </a:t>
            </a:r>
            <a:r>
              <a:rPr lang="pt-BR" sz="2400">
                <a:solidFill>
                  <a:schemeClr val="lt1"/>
                </a:solidFill>
              </a:rPr>
              <a:t>APARECE EM PS DE CONSULTORIA?</a:t>
            </a:r>
            <a:endParaRPr sz="2400">
              <a:solidFill>
                <a:schemeClr val="lt1"/>
              </a:solidFill>
            </a:endParaRPr>
          </a:p>
        </p:txBody>
      </p:sp>
      <p:grpSp>
        <p:nvGrpSpPr>
          <p:cNvPr id="170" name="Google Shape;170;p6"/>
          <p:cNvGrpSpPr/>
          <p:nvPr/>
        </p:nvGrpSpPr>
        <p:grpSpPr>
          <a:xfrm>
            <a:off x="0" y="0"/>
            <a:ext cx="9144000" cy="5143500"/>
            <a:chOff x="0" y="0"/>
            <a:chExt cx="9144000" cy="5143500"/>
          </a:xfrm>
        </p:grpSpPr>
        <p:sp>
          <p:nvSpPr>
            <p:cNvPr id="171" name="Google Shape;171;p6"/>
            <p:cNvSpPr/>
            <p:nvPr/>
          </p:nvSpPr>
          <p:spPr>
            <a:xfrm flipH="1" rot="10800000">
              <a:off x="0" y="0"/>
              <a:ext cx="397200" cy="4160700"/>
            </a:xfrm>
            <a:prstGeom prst="rtTriangle">
              <a:avLst/>
            </a:pr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2" name="Google Shape;172;p6"/>
            <p:cNvSpPr/>
            <p:nvPr/>
          </p:nvSpPr>
          <p:spPr>
            <a:xfrm flipH="1">
              <a:off x="8746800" y="982800"/>
              <a:ext cx="397200" cy="4160700"/>
            </a:xfrm>
            <a:prstGeom prst="rtTriangle">
              <a:avLst/>
            </a:pr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173" name="Google Shape;173;p6"/>
          <p:cNvSpPr/>
          <p:nvPr/>
        </p:nvSpPr>
        <p:spPr>
          <a:xfrm>
            <a:off x="4419600" y="2419350"/>
            <a:ext cx="3162300" cy="31623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7" name="Shape 177"/>
        <p:cNvGrpSpPr/>
        <p:nvPr/>
      </p:nvGrpSpPr>
      <p:grpSpPr>
        <a:xfrm>
          <a:off x="0" y="0"/>
          <a:ext cx="0" cy="0"/>
          <a:chOff x="0" y="0"/>
          <a:chExt cx="0" cy="0"/>
        </a:xfrm>
      </p:grpSpPr>
      <p:sp>
        <p:nvSpPr>
          <p:cNvPr id="178" name="Google Shape;178;p7"/>
          <p:cNvSpPr txBox="1"/>
          <p:nvPr/>
        </p:nvSpPr>
        <p:spPr>
          <a:xfrm>
            <a:off x="790102" y="3444491"/>
            <a:ext cx="1764000" cy="621727"/>
          </a:xfrm>
          <a:prstGeom prst="rect">
            <a:avLst/>
          </a:prstGeom>
          <a:noFill/>
          <a:ln>
            <a:noFill/>
          </a:ln>
        </p:spPr>
        <p:txBody>
          <a:bodyPr anchorCtr="0" anchor="t" bIns="91425" lIns="91425" spcFirstLastPara="1" rIns="91425" wrap="square" tIns="91425">
            <a:noAutofit/>
          </a:bodyPr>
          <a:lstStyle/>
          <a:p>
            <a:pPr indent="-180000" lvl="0" marL="285750" marR="0" rtl="0" algn="l">
              <a:lnSpc>
                <a:spcPct val="100000"/>
              </a:lnSpc>
              <a:spcBef>
                <a:spcPts val="0"/>
              </a:spcBef>
              <a:spcAft>
                <a:spcPts val="0"/>
              </a:spcAft>
              <a:buClr>
                <a:schemeClr val="dk1"/>
              </a:buClr>
              <a:buSzPts val="1400"/>
              <a:buFont typeface="Arial"/>
              <a:buChar char="•"/>
            </a:pPr>
            <a:r>
              <a:rPr b="1" i="0" lang="pt-BR" sz="1050" u="none" cap="none" strike="noStrike">
                <a:solidFill>
                  <a:srgbClr val="C1272D"/>
                </a:solidFill>
                <a:latin typeface="Work Sans"/>
                <a:ea typeface="Work Sans"/>
                <a:cs typeface="Work Sans"/>
                <a:sym typeface="Work Sans"/>
              </a:rPr>
              <a:t>Problem Solving</a:t>
            </a:r>
            <a:endParaRPr b="1" i="0" sz="1050" u="none" cap="none" strike="noStrike">
              <a:solidFill>
                <a:srgbClr val="C1272D"/>
              </a:solidFill>
              <a:latin typeface="Work Sans"/>
              <a:ea typeface="Work Sans"/>
              <a:cs typeface="Work Sans"/>
              <a:sym typeface="Work Sans"/>
            </a:endParaRPr>
          </a:p>
          <a:p>
            <a:pPr indent="-180000" lvl="0" marL="285750" marR="0" rtl="0" algn="l">
              <a:lnSpc>
                <a:spcPct val="100000"/>
              </a:lnSpc>
              <a:spcBef>
                <a:spcPts val="0"/>
              </a:spcBef>
              <a:spcAft>
                <a:spcPts val="0"/>
              </a:spcAft>
              <a:buClr>
                <a:schemeClr val="dk1"/>
              </a:buClr>
              <a:buSzPts val="1400"/>
              <a:buFont typeface="Arial"/>
              <a:buChar char="•"/>
            </a:pPr>
            <a:r>
              <a:rPr b="1" i="0" lang="pt-BR" sz="1050" u="none" cap="none" strike="noStrike">
                <a:solidFill>
                  <a:srgbClr val="C1272D"/>
                </a:solidFill>
                <a:latin typeface="Work Sans"/>
                <a:ea typeface="Work Sans"/>
                <a:cs typeface="Work Sans"/>
                <a:sym typeface="Work Sans"/>
              </a:rPr>
              <a:t>Data Sufficiency</a:t>
            </a:r>
            <a:endParaRPr b="1" i="0" sz="1050" u="none" cap="none" strike="noStrike">
              <a:solidFill>
                <a:srgbClr val="C1272D"/>
              </a:solidFill>
              <a:latin typeface="Work Sans"/>
              <a:ea typeface="Work Sans"/>
              <a:cs typeface="Work Sans"/>
              <a:sym typeface="Work Sans"/>
            </a:endParaRPr>
          </a:p>
          <a:p>
            <a:pPr indent="0" lvl="0" marL="0" marR="0" rtl="0" algn="ctr">
              <a:lnSpc>
                <a:spcPct val="100000"/>
              </a:lnSpc>
              <a:spcBef>
                <a:spcPts val="0"/>
              </a:spcBef>
              <a:spcAft>
                <a:spcPts val="0"/>
              </a:spcAft>
              <a:buClr>
                <a:srgbClr val="000000"/>
              </a:buClr>
              <a:buSzPts val="1050"/>
              <a:buFont typeface="Arial"/>
              <a:buNone/>
            </a:pPr>
            <a:r>
              <a:t/>
            </a:r>
            <a:endParaRPr b="0" i="0" sz="1050" u="none" cap="none" strike="noStrike">
              <a:solidFill>
                <a:schemeClr val="lt1"/>
              </a:solidFill>
              <a:latin typeface="Work Sans"/>
              <a:ea typeface="Work Sans"/>
              <a:cs typeface="Work Sans"/>
              <a:sym typeface="Work Sans"/>
            </a:endParaRPr>
          </a:p>
        </p:txBody>
      </p:sp>
      <p:sp>
        <p:nvSpPr>
          <p:cNvPr id="179" name="Google Shape;179;p7"/>
          <p:cNvSpPr txBox="1"/>
          <p:nvPr/>
        </p:nvSpPr>
        <p:spPr>
          <a:xfrm>
            <a:off x="790102" y="2961613"/>
            <a:ext cx="1764000" cy="516300"/>
          </a:xfrm>
          <a:prstGeom prst="rect">
            <a:avLst/>
          </a:prstGeom>
          <a:noFill/>
          <a:ln>
            <a:noFill/>
          </a:ln>
        </p:spPr>
        <p:txBody>
          <a:bodyPr anchorCtr="0" anchor="b"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600"/>
              <a:buFont typeface="Arial"/>
              <a:buNone/>
            </a:pPr>
            <a:r>
              <a:rPr b="0" i="0" lang="pt-BR" sz="1600" u="none" cap="none" strike="noStrike">
                <a:solidFill>
                  <a:schemeClr val="lt1"/>
                </a:solidFill>
                <a:latin typeface="Kanit SemiBold"/>
                <a:ea typeface="Kanit SemiBold"/>
                <a:cs typeface="Kanit SemiBold"/>
                <a:sym typeface="Kanit SemiBold"/>
              </a:rPr>
              <a:t>QUANTITATIVE REASONING</a:t>
            </a:r>
            <a:endParaRPr b="0" i="0" sz="1600" u="none" cap="none" strike="noStrike">
              <a:solidFill>
                <a:schemeClr val="lt1"/>
              </a:solidFill>
              <a:latin typeface="Kanit SemiBold"/>
              <a:ea typeface="Kanit SemiBold"/>
              <a:cs typeface="Kanit SemiBold"/>
              <a:sym typeface="Kanit SemiBold"/>
            </a:endParaRPr>
          </a:p>
        </p:txBody>
      </p:sp>
      <p:sp>
        <p:nvSpPr>
          <p:cNvPr id="180" name="Google Shape;180;p7"/>
          <p:cNvSpPr txBox="1"/>
          <p:nvPr/>
        </p:nvSpPr>
        <p:spPr>
          <a:xfrm>
            <a:off x="1259359" y="1911934"/>
            <a:ext cx="804600" cy="801600"/>
          </a:xfrm>
          <a:prstGeom prst="rect">
            <a:avLst/>
          </a:prstGeom>
          <a:solidFill>
            <a:schemeClr val="dk1"/>
          </a:solidFill>
          <a:ln>
            <a:noFill/>
          </a:ln>
        </p:spPr>
        <p:txBody>
          <a:bodyPr anchorCtr="0" anchor="ctr" bIns="91425" lIns="0" spcFirstLastPara="1" rIns="0" wrap="square" tIns="91425">
            <a:noAutofit/>
          </a:bodyPr>
          <a:lstStyle/>
          <a:p>
            <a:pPr indent="0" lvl="0" marL="0" marR="0" rtl="0" algn="ctr">
              <a:lnSpc>
                <a:spcPct val="100000"/>
              </a:lnSpc>
              <a:spcBef>
                <a:spcPts val="0"/>
              </a:spcBef>
              <a:spcAft>
                <a:spcPts val="0"/>
              </a:spcAft>
              <a:buClr>
                <a:srgbClr val="000000"/>
              </a:buClr>
              <a:buSzPts val="3000"/>
              <a:buFont typeface="Arial"/>
              <a:buNone/>
            </a:pPr>
            <a:r>
              <a:t/>
            </a:r>
            <a:endParaRPr b="0" i="0" sz="3000" u="none" cap="none" strike="noStrike">
              <a:solidFill>
                <a:srgbClr val="F3F3F3"/>
              </a:solidFill>
              <a:latin typeface="Kanit"/>
              <a:ea typeface="Kanit"/>
              <a:cs typeface="Kanit"/>
              <a:sym typeface="Kanit"/>
            </a:endParaRPr>
          </a:p>
        </p:txBody>
      </p:sp>
      <p:sp>
        <p:nvSpPr>
          <p:cNvPr id="181" name="Google Shape;181;p7"/>
          <p:cNvSpPr txBox="1"/>
          <p:nvPr/>
        </p:nvSpPr>
        <p:spPr>
          <a:xfrm>
            <a:off x="3199584" y="1911934"/>
            <a:ext cx="804600" cy="801600"/>
          </a:xfrm>
          <a:prstGeom prst="rect">
            <a:avLst/>
          </a:prstGeom>
          <a:solidFill>
            <a:schemeClr val="dk1"/>
          </a:solidFill>
          <a:ln>
            <a:noFill/>
          </a:ln>
        </p:spPr>
        <p:txBody>
          <a:bodyPr anchorCtr="0" anchor="ctr" bIns="91425" lIns="0" spcFirstLastPara="1" rIns="0" wrap="square" tIns="91425">
            <a:noAutofit/>
          </a:bodyPr>
          <a:lstStyle/>
          <a:p>
            <a:pPr indent="0" lvl="0" marL="0" marR="0" rtl="0" algn="ctr">
              <a:lnSpc>
                <a:spcPct val="100000"/>
              </a:lnSpc>
              <a:spcBef>
                <a:spcPts val="0"/>
              </a:spcBef>
              <a:spcAft>
                <a:spcPts val="0"/>
              </a:spcAft>
              <a:buClr>
                <a:srgbClr val="000000"/>
              </a:buClr>
              <a:buSzPts val="3000"/>
              <a:buFont typeface="Arial"/>
              <a:buNone/>
            </a:pPr>
            <a:r>
              <a:t/>
            </a:r>
            <a:endParaRPr b="0" i="0" sz="3000" u="none" cap="none" strike="noStrike">
              <a:solidFill>
                <a:srgbClr val="F3F3F3"/>
              </a:solidFill>
              <a:latin typeface="Kanit"/>
              <a:ea typeface="Kanit"/>
              <a:cs typeface="Kanit"/>
              <a:sym typeface="Kanit"/>
            </a:endParaRPr>
          </a:p>
        </p:txBody>
      </p:sp>
      <p:sp>
        <p:nvSpPr>
          <p:cNvPr id="182" name="Google Shape;182;p7"/>
          <p:cNvSpPr txBox="1"/>
          <p:nvPr/>
        </p:nvSpPr>
        <p:spPr>
          <a:xfrm>
            <a:off x="5139809" y="1911934"/>
            <a:ext cx="804600" cy="801600"/>
          </a:xfrm>
          <a:prstGeom prst="rect">
            <a:avLst/>
          </a:prstGeom>
          <a:solidFill>
            <a:schemeClr val="dk1"/>
          </a:solidFill>
          <a:ln>
            <a:noFill/>
          </a:ln>
        </p:spPr>
        <p:txBody>
          <a:bodyPr anchorCtr="0" anchor="ctr" bIns="91425" lIns="0" spcFirstLastPara="1" rIns="0" wrap="square" tIns="91425">
            <a:noAutofit/>
          </a:bodyPr>
          <a:lstStyle/>
          <a:p>
            <a:pPr indent="0" lvl="0" marL="0" marR="0" rtl="0" algn="ctr">
              <a:lnSpc>
                <a:spcPct val="100000"/>
              </a:lnSpc>
              <a:spcBef>
                <a:spcPts val="0"/>
              </a:spcBef>
              <a:spcAft>
                <a:spcPts val="0"/>
              </a:spcAft>
              <a:buClr>
                <a:srgbClr val="000000"/>
              </a:buClr>
              <a:buSzPts val="3000"/>
              <a:buFont typeface="Arial"/>
              <a:buNone/>
            </a:pPr>
            <a:r>
              <a:t/>
            </a:r>
            <a:endParaRPr b="0" i="0" sz="3000" u="none" cap="none" strike="noStrike">
              <a:solidFill>
                <a:srgbClr val="F3F3F3"/>
              </a:solidFill>
              <a:latin typeface="Kanit"/>
              <a:ea typeface="Kanit"/>
              <a:cs typeface="Kanit"/>
              <a:sym typeface="Kanit"/>
            </a:endParaRPr>
          </a:p>
        </p:txBody>
      </p:sp>
      <p:sp>
        <p:nvSpPr>
          <p:cNvPr id="183" name="Google Shape;183;p7"/>
          <p:cNvSpPr txBox="1"/>
          <p:nvPr/>
        </p:nvSpPr>
        <p:spPr>
          <a:xfrm>
            <a:off x="7080034" y="1911934"/>
            <a:ext cx="804600" cy="801600"/>
          </a:xfrm>
          <a:prstGeom prst="rect">
            <a:avLst/>
          </a:prstGeom>
          <a:solidFill>
            <a:schemeClr val="dk1"/>
          </a:solidFill>
          <a:ln>
            <a:noFill/>
          </a:ln>
        </p:spPr>
        <p:txBody>
          <a:bodyPr anchorCtr="0" anchor="ctr" bIns="91425" lIns="0" spcFirstLastPara="1" rIns="0" wrap="square" tIns="91425">
            <a:noAutofit/>
          </a:bodyPr>
          <a:lstStyle/>
          <a:p>
            <a:pPr indent="0" lvl="0" marL="0" marR="0" rtl="0" algn="ctr">
              <a:lnSpc>
                <a:spcPct val="100000"/>
              </a:lnSpc>
              <a:spcBef>
                <a:spcPts val="0"/>
              </a:spcBef>
              <a:spcAft>
                <a:spcPts val="0"/>
              </a:spcAft>
              <a:buClr>
                <a:srgbClr val="000000"/>
              </a:buClr>
              <a:buSzPts val="3000"/>
              <a:buFont typeface="Arial"/>
              <a:buNone/>
            </a:pPr>
            <a:r>
              <a:t/>
            </a:r>
            <a:endParaRPr b="0" i="0" sz="3000" u="none" cap="none" strike="noStrike">
              <a:solidFill>
                <a:srgbClr val="F3F3F3"/>
              </a:solidFill>
              <a:latin typeface="Kanit"/>
              <a:ea typeface="Kanit"/>
              <a:cs typeface="Kanit"/>
              <a:sym typeface="Kanit"/>
            </a:endParaRPr>
          </a:p>
        </p:txBody>
      </p:sp>
      <p:cxnSp>
        <p:nvCxnSpPr>
          <p:cNvPr id="184" name="Google Shape;184;p7"/>
          <p:cNvCxnSpPr>
            <a:stCxn id="180" idx="3"/>
            <a:endCxn id="181" idx="1"/>
          </p:cNvCxnSpPr>
          <p:nvPr/>
        </p:nvCxnSpPr>
        <p:spPr>
          <a:xfrm>
            <a:off x="2063959" y="2312734"/>
            <a:ext cx="1135500" cy="0"/>
          </a:xfrm>
          <a:prstGeom prst="straightConnector1">
            <a:avLst/>
          </a:prstGeom>
          <a:noFill/>
          <a:ln cap="flat" cmpd="sng" w="9525">
            <a:solidFill>
              <a:schemeClr val="dk1"/>
            </a:solidFill>
            <a:prstDash val="solid"/>
            <a:round/>
            <a:headEnd len="sm" w="sm" type="none"/>
            <a:tailEnd len="sm" w="sm" type="none"/>
          </a:ln>
        </p:spPr>
      </p:cxnSp>
      <p:cxnSp>
        <p:nvCxnSpPr>
          <p:cNvPr id="185" name="Google Shape;185;p7"/>
          <p:cNvCxnSpPr>
            <a:stCxn id="181" idx="3"/>
            <a:endCxn id="182" idx="1"/>
          </p:cNvCxnSpPr>
          <p:nvPr/>
        </p:nvCxnSpPr>
        <p:spPr>
          <a:xfrm>
            <a:off x="4004184" y="2312734"/>
            <a:ext cx="1135500" cy="0"/>
          </a:xfrm>
          <a:prstGeom prst="straightConnector1">
            <a:avLst/>
          </a:prstGeom>
          <a:noFill/>
          <a:ln cap="flat" cmpd="sng" w="9525">
            <a:solidFill>
              <a:schemeClr val="dk1"/>
            </a:solidFill>
            <a:prstDash val="solid"/>
            <a:round/>
            <a:headEnd len="sm" w="sm" type="none"/>
            <a:tailEnd len="sm" w="sm" type="none"/>
          </a:ln>
        </p:spPr>
      </p:cxnSp>
      <p:cxnSp>
        <p:nvCxnSpPr>
          <p:cNvPr id="186" name="Google Shape;186;p7"/>
          <p:cNvCxnSpPr>
            <a:stCxn id="182" idx="3"/>
            <a:endCxn id="183" idx="1"/>
          </p:cNvCxnSpPr>
          <p:nvPr/>
        </p:nvCxnSpPr>
        <p:spPr>
          <a:xfrm>
            <a:off x="5944409" y="2312734"/>
            <a:ext cx="1135500" cy="0"/>
          </a:xfrm>
          <a:prstGeom prst="straightConnector1">
            <a:avLst/>
          </a:prstGeom>
          <a:noFill/>
          <a:ln cap="flat" cmpd="sng" w="9525">
            <a:solidFill>
              <a:schemeClr val="dk1"/>
            </a:solidFill>
            <a:prstDash val="solid"/>
            <a:round/>
            <a:headEnd len="sm" w="sm" type="none"/>
            <a:tailEnd len="sm" w="sm" type="none"/>
          </a:ln>
        </p:spPr>
      </p:cxnSp>
      <p:sp>
        <p:nvSpPr>
          <p:cNvPr id="187" name="Google Shape;187;p7"/>
          <p:cNvSpPr txBox="1"/>
          <p:nvPr>
            <p:ph idx="4294967295" type="title"/>
          </p:nvPr>
        </p:nvSpPr>
        <p:spPr>
          <a:xfrm>
            <a:off x="722375" y="384050"/>
            <a:ext cx="5052900" cy="5760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3000"/>
              <a:buNone/>
            </a:pPr>
            <a:r>
              <a:rPr lang="pt-BR"/>
              <a:t>O QUE É GMAT?</a:t>
            </a:r>
            <a:endParaRPr/>
          </a:p>
        </p:txBody>
      </p:sp>
      <p:pic>
        <p:nvPicPr>
          <p:cNvPr id="188" name="Google Shape;188;p7"/>
          <p:cNvPicPr preferRelativeResize="0"/>
          <p:nvPr/>
        </p:nvPicPr>
        <p:blipFill rotWithShape="1">
          <a:blip r:embed="rId3">
            <a:alphaModFix/>
          </a:blip>
          <a:srcRect b="0" l="0" r="0" t="0"/>
          <a:stretch/>
        </p:blipFill>
        <p:spPr>
          <a:xfrm>
            <a:off x="1400410" y="2033997"/>
            <a:ext cx="543384" cy="569036"/>
          </a:xfrm>
          <a:prstGeom prst="rect">
            <a:avLst/>
          </a:prstGeom>
          <a:noFill/>
          <a:ln>
            <a:noFill/>
          </a:ln>
        </p:spPr>
      </p:pic>
      <p:pic>
        <p:nvPicPr>
          <p:cNvPr id="189" name="Google Shape;189;p7"/>
          <p:cNvPicPr preferRelativeResize="0"/>
          <p:nvPr/>
        </p:nvPicPr>
        <p:blipFill rotWithShape="1">
          <a:blip r:embed="rId4">
            <a:alphaModFix/>
          </a:blip>
          <a:srcRect b="0" l="0" r="0" t="0"/>
          <a:stretch/>
        </p:blipFill>
        <p:spPr>
          <a:xfrm>
            <a:off x="3289744" y="2022803"/>
            <a:ext cx="602386" cy="601683"/>
          </a:xfrm>
          <a:prstGeom prst="rect">
            <a:avLst/>
          </a:prstGeom>
          <a:noFill/>
          <a:ln>
            <a:noFill/>
          </a:ln>
        </p:spPr>
      </p:pic>
      <p:pic>
        <p:nvPicPr>
          <p:cNvPr descr="Uma imagem contendo Forma&#10;&#10;Descrição gerada automaticamente" id="190" name="Google Shape;190;p7"/>
          <p:cNvPicPr preferRelativeResize="0"/>
          <p:nvPr/>
        </p:nvPicPr>
        <p:blipFill rotWithShape="1">
          <a:blip r:embed="rId5">
            <a:alphaModFix/>
          </a:blip>
          <a:srcRect b="0" l="0" r="0" t="0"/>
          <a:stretch/>
        </p:blipFill>
        <p:spPr>
          <a:xfrm>
            <a:off x="5302709" y="2055450"/>
            <a:ext cx="485276" cy="516300"/>
          </a:xfrm>
          <a:prstGeom prst="rect">
            <a:avLst/>
          </a:prstGeom>
          <a:noFill/>
          <a:ln>
            <a:noFill/>
          </a:ln>
        </p:spPr>
      </p:pic>
      <p:pic>
        <p:nvPicPr>
          <p:cNvPr id="191" name="Google Shape;191;p7"/>
          <p:cNvPicPr preferRelativeResize="0"/>
          <p:nvPr/>
        </p:nvPicPr>
        <p:blipFill rotWithShape="1">
          <a:blip r:embed="rId6">
            <a:alphaModFix/>
          </a:blip>
          <a:srcRect b="0" l="0" r="0" t="0"/>
          <a:stretch/>
        </p:blipFill>
        <p:spPr>
          <a:xfrm>
            <a:off x="7212661" y="2048868"/>
            <a:ext cx="559434" cy="575618"/>
          </a:xfrm>
          <a:prstGeom prst="rect">
            <a:avLst/>
          </a:prstGeom>
          <a:noFill/>
          <a:ln>
            <a:noFill/>
          </a:ln>
        </p:spPr>
      </p:pic>
      <p:sp>
        <p:nvSpPr>
          <p:cNvPr id="192" name="Google Shape;192;p7"/>
          <p:cNvSpPr txBox="1"/>
          <p:nvPr/>
        </p:nvSpPr>
        <p:spPr>
          <a:xfrm>
            <a:off x="2708937" y="2941047"/>
            <a:ext cx="1764000" cy="516300"/>
          </a:xfrm>
          <a:prstGeom prst="rect">
            <a:avLst/>
          </a:prstGeom>
          <a:noFill/>
          <a:ln>
            <a:noFill/>
          </a:ln>
        </p:spPr>
        <p:txBody>
          <a:bodyPr anchorCtr="0" anchor="b"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600"/>
              <a:buFont typeface="Arial"/>
              <a:buNone/>
            </a:pPr>
            <a:r>
              <a:rPr b="0" i="0" lang="pt-BR" sz="1600" u="none" cap="none" strike="noStrike">
                <a:solidFill>
                  <a:schemeClr val="lt1"/>
                </a:solidFill>
                <a:latin typeface="Kanit SemiBold"/>
                <a:ea typeface="Kanit SemiBold"/>
                <a:cs typeface="Kanit SemiBold"/>
                <a:sym typeface="Kanit SemiBold"/>
              </a:rPr>
              <a:t>VERBAL REASONING</a:t>
            </a:r>
            <a:endParaRPr b="0" i="0" sz="1600" u="none" cap="none" strike="noStrike">
              <a:solidFill>
                <a:schemeClr val="lt1"/>
              </a:solidFill>
              <a:latin typeface="Kanit SemiBold"/>
              <a:ea typeface="Kanit SemiBold"/>
              <a:cs typeface="Kanit SemiBold"/>
              <a:sym typeface="Kanit SemiBold"/>
            </a:endParaRPr>
          </a:p>
        </p:txBody>
      </p:sp>
      <p:sp>
        <p:nvSpPr>
          <p:cNvPr id="193" name="Google Shape;193;p7"/>
          <p:cNvSpPr txBox="1"/>
          <p:nvPr/>
        </p:nvSpPr>
        <p:spPr>
          <a:xfrm>
            <a:off x="4660109" y="2961613"/>
            <a:ext cx="1764000" cy="516300"/>
          </a:xfrm>
          <a:prstGeom prst="rect">
            <a:avLst/>
          </a:prstGeom>
          <a:noFill/>
          <a:ln>
            <a:noFill/>
          </a:ln>
        </p:spPr>
        <p:txBody>
          <a:bodyPr anchorCtr="0" anchor="b"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600"/>
              <a:buFont typeface="Arial"/>
              <a:buNone/>
            </a:pPr>
            <a:r>
              <a:rPr b="0" i="0" lang="pt-BR" sz="1600" u="none" cap="none" strike="noStrike">
                <a:solidFill>
                  <a:schemeClr val="lt1"/>
                </a:solidFill>
                <a:latin typeface="Kanit SemiBold"/>
                <a:ea typeface="Kanit SemiBold"/>
                <a:cs typeface="Kanit SemiBold"/>
                <a:sym typeface="Kanit SemiBold"/>
              </a:rPr>
              <a:t>INTEGRATED REASONING</a:t>
            </a:r>
            <a:endParaRPr b="0" i="0" sz="1600" u="none" cap="none" strike="noStrike">
              <a:solidFill>
                <a:schemeClr val="lt1"/>
              </a:solidFill>
              <a:latin typeface="Kanit SemiBold"/>
              <a:ea typeface="Kanit SemiBold"/>
              <a:cs typeface="Kanit SemiBold"/>
              <a:sym typeface="Kanit SemiBold"/>
            </a:endParaRPr>
          </a:p>
        </p:txBody>
      </p:sp>
      <p:sp>
        <p:nvSpPr>
          <p:cNvPr id="194" name="Google Shape;194;p7"/>
          <p:cNvSpPr txBox="1"/>
          <p:nvPr/>
        </p:nvSpPr>
        <p:spPr>
          <a:xfrm>
            <a:off x="6400245" y="2941047"/>
            <a:ext cx="2184265" cy="516300"/>
          </a:xfrm>
          <a:prstGeom prst="rect">
            <a:avLst/>
          </a:prstGeom>
          <a:noFill/>
          <a:ln>
            <a:noFill/>
          </a:ln>
        </p:spPr>
        <p:txBody>
          <a:bodyPr anchorCtr="0" anchor="b"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600"/>
              <a:buFont typeface="Arial"/>
              <a:buNone/>
            </a:pPr>
            <a:r>
              <a:rPr b="0" i="0" lang="pt-BR" sz="1600" u="none" cap="none" strike="noStrike">
                <a:solidFill>
                  <a:schemeClr val="lt1"/>
                </a:solidFill>
                <a:latin typeface="Kanit SemiBold"/>
                <a:ea typeface="Kanit SemiBold"/>
                <a:cs typeface="Kanit SemiBold"/>
                <a:sym typeface="Kanit SemiBold"/>
              </a:rPr>
              <a:t>ANALYTICAL WRITING REASONING</a:t>
            </a:r>
            <a:endParaRPr b="0" i="0" sz="1600" u="none" cap="none" strike="noStrike">
              <a:solidFill>
                <a:schemeClr val="lt1"/>
              </a:solidFill>
              <a:latin typeface="Kanit SemiBold"/>
              <a:ea typeface="Kanit SemiBold"/>
              <a:cs typeface="Kanit SemiBold"/>
              <a:sym typeface="Kanit SemiBold"/>
            </a:endParaRPr>
          </a:p>
        </p:txBody>
      </p:sp>
      <p:sp>
        <p:nvSpPr>
          <p:cNvPr id="195" name="Google Shape;195;p7"/>
          <p:cNvSpPr txBox="1"/>
          <p:nvPr/>
        </p:nvSpPr>
        <p:spPr>
          <a:xfrm>
            <a:off x="2631709" y="3475051"/>
            <a:ext cx="1970785" cy="738623"/>
          </a:xfrm>
          <a:prstGeom prst="rect">
            <a:avLst/>
          </a:prstGeom>
          <a:noFill/>
          <a:ln>
            <a:noFill/>
          </a:ln>
        </p:spPr>
        <p:txBody>
          <a:bodyPr anchorCtr="0" anchor="t" bIns="45700" lIns="91425" spcFirstLastPara="1" rIns="91425" wrap="square" tIns="45700">
            <a:spAutoFit/>
          </a:bodyPr>
          <a:lstStyle/>
          <a:p>
            <a:pPr indent="-180000" lvl="0" marL="285750" marR="0" rtl="0" algn="l">
              <a:lnSpc>
                <a:spcPct val="100000"/>
              </a:lnSpc>
              <a:spcBef>
                <a:spcPts val="0"/>
              </a:spcBef>
              <a:spcAft>
                <a:spcPts val="0"/>
              </a:spcAft>
              <a:buClr>
                <a:schemeClr val="dk1"/>
              </a:buClr>
              <a:buSzPts val="1400"/>
              <a:buFont typeface="Arial"/>
              <a:buChar char="•"/>
            </a:pPr>
            <a:r>
              <a:rPr b="1" i="0" lang="pt-BR" sz="1050" u="none" cap="none" strike="noStrike">
                <a:solidFill>
                  <a:srgbClr val="C1272D"/>
                </a:solidFill>
                <a:latin typeface="Work Sans"/>
                <a:ea typeface="Work Sans"/>
                <a:cs typeface="Work Sans"/>
                <a:sym typeface="Work Sans"/>
              </a:rPr>
              <a:t>Critical Reasoning</a:t>
            </a:r>
            <a:endParaRPr b="1" i="0" sz="1050" u="none" cap="none" strike="noStrike">
              <a:solidFill>
                <a:srgbClr val="C1272D"/>
              </a:solidFill>
              <a:latin typeface="Work Sans"/>
              <a:ea typeface="Work Sans"/>
              <a:cs typeface="Work Sans"/>
              <a:sym typeface="Work Sans"/>
            </a:endParaRPr>
          </a:p>
          <a:p>
            <a:pPr indent="-180000" lvl="0" marL="285750" marR="0" rtl="0" algn="l">
              <a:lnSpc>
                <a:spcPct val="100000"/>
              </a:lnSpc>
              <a:spcBef>
                <a:spcPts val="0"/>
              </a:spcBef>
              <a:spcAft>
                <a:spcPts val="0"/>
              </a:spcAft>
              <a:buClr>
                <a:schemeClr val="dk1"/>
              </a:buClr>
              <a:buSzPts val="1400"/>
              <a:buFont typeface="Arial"/>
              <a:buChar char="•"/>
            </a:pPr>
            <a:r>
              <a:rPr b="1" i="0" lang="pt-BR" sz="1050" u="none" cap="none" strike="noStrike">
                <a:solidFill>
                  <a:srgbClr val="C1272D"/>
                </a:solidFill>
                <a:latin typeface="Work Sans"/>
                <a:ea typeface="Work Sans"/>
                <a:cs typeface="Work Sans"/>
                <a:sym typeface="Work Sans"/>
              </a:rPr>
              <a:t>Reading Comprehension</a:t>
            </a:r>
            <a:endParaRPr b="1" i="0" sz="1050" u="none" cap="none" strike="noStrike">
              <a:solidFill>
                <a:srgbClr val="C1272D"/>
              </a:solidFill>
              <a:latin typeface="Work Sans"/>
              <a:ea typeface="Work Sans"/>
              <a:cs typeface="Work Sans"/>
              <a:sym typeface="Work Sans"/>
            </a:endParaRPr>
          </a:p>
          <a:p>
            <a:pPr indent="-180000" lvl="0" marL="285750" marR="0" rtl="0" algn="l">
              <a:lnSpc>
                <a:spcPct val="100000"/>
              </a:lnSpc>
              <a:spcBef>
                <a:spcPts val="0"/>
              </a:spcBef>
              <a:spcAft>
                <a:spcPts val="0"/>
              </a:spcAft>
              <a:buClr>
                <a:schemeClr val="dk1"/>
              </a:buClr>
              <a:buSzPts val="1400"/>
              <a:buFont typeface="Arial"/>
              <a:buChar char="•"/>
            </a:pPr>
            <a:r>
              <a:rPr b="0" i="0" lang="pt-BR" sz="1050" u="none" cap="none" strike="noStrike">
                <a:solidFill>
                  <a:schemeClr val="lt1"/>
                </a:solidFill>
                <a:latin typeface="Work Sans"/>
                <a:ea typeface="Work Sans"/>
                <a:cs typeface="Work Sans"/>
                <a:sym typeface="Work Sans"/>
              </a:rPr>
              <a:t>Sentence Correction</a:t>
            </a:r>
            <a:endParaRPr b="0" i="0" sz="1050" u="none" cap="none" strike="noStrike">
              <a:solidFill>
                <a:schemeClr val="lt1"/>
              </a:solidFill>
              <a:latin typeface="Work Sans"/>
              <a:ea typeface="Work Sans"/>
              <a:cs typeface="Work Sans"/>
              <a:sym typeface="Work Sans"/>
            </a:endParaRPr>
          </a:p>
        </p:txBody>
      </p:sp>
      <p:sp>
        <p:nvSpPr>
          <p:cNvPr id="196" name="Google Shape;196;p7"/>
          <p:cNvSpPr txBox="1"/>
          <p:nvPr/>
        </p:nvSpPr>
        <p:spPr>
          <a:xfrm>
            <a:off x="4838697" y="3477913"/>
            <a:ext cx="1585412" cy="900206"/>
          </a:xfrm>
          <a:prstGeom prst="rect">
            <a:avLst/>
          </a:prstGeom>
          <a:noFill/>
          <a:ln>
            <a:noFill/>
          </a:ln>
        </p:spPr>
        <p:txBody>
          <a:bodyPr anchorCtr="0" anchor="t" bIns="45700" lIns="91425" spcFirstLastPara="1" rIns="91425" wrap="square" tIns="45700">
            <a:spAutoFit/>
          </a:bodyPr>
          <a:lstStyle/>
          <a:p>
            <a:pPr indent="-180000" lvl="0" marL="285750" marR="0" rtl="0" algn="l">
              <a:lnSpc>
                <a:spcPct val="100000"/>
              </a:lnSpc>
              <a:spcBef>
                <a:spcPts val="0"/>
              </a:spcBef>
              <a:spcAft>
                <a:spcPts val="0"/>
              </a:spcAft>
              <a:buClr>
                <a:schemeClr val="dk1"/>
              </a:buClr>
              <a:buSzPts val="1400"/>
              <a:buFont typeface="Arial"/>
              <a:buChar char="•"/>
            </a:pPr>
            <a:r>
              <a:rPr b="0" i="0" lang="pt-BR" sz="1050" u="none" cap="none" strike="noStrike">
                <a:solidFill>
                  <a:schemeClr val="lt1"/>
                </a:solidFill>
                <a:latin typeface="Work Sans"/>
                <a:ea typeface="Work Sans"/>
                <a:cs typeface="Work Sans"/>
                <a:sym typeface="Work Sans"/>
              </a:rPr>
              <a:t>Table Analysis</a:t>
            </a:r>
            <a:endParaRPr b="0" i="0" sz="1050" u="none" cap="none" strike="noStrike">
              <a:solidFill>
                <a:schemeClr val="lt1"/>
              </a:solidFill>
              <a:latin typeface="Work Sans"/>
              <a:ea typeface="Work Sans"/>
              <a:cs typeface="Work Sans"/>
              <a:sym typeface="Work Sans"/>
            </a:endParaRPr>
          </a:p>
          <a:p>
            <a:pPr indent="-180000" lvl="0" marL="285750" marR="0" rtl="0" algn="l">
              <a:lnSpc>
                <a:spcPct val="100000"/>
              </a:lnSpc>
              <a:spcBef>
                <a:spcPts val="0"/>
              </a:spcBef>
              <a:spcAft>
                <a:spcPts val="0"/>
              </a:spcAft>
              <a:buClr>
                <a:schemeClr val="dk1"/>
              </a:buClr>
              <a:buSzPts val="1400"/>
              <a:buFont typeface="Arial"/>
              <a:buChar char="•"/>
            </a:pPr>
            <a:r>
              <a:rPr b="0" i="0" lang="pt-BR" sz="1050" u="none" cap="none" strike="noStrike">
                <a:solidFill>
                  <a:schemeClr val="lt1"/>
                </a:solidFill>
                <a:latin typeface="Work Sans"/>
                <a:ea typeface="Work Sans"/>
                <a:cs typeface="Work Sans"/>
                <a:sym typeface="Work Sans"/>
              </a:rPr>
              <a:t>Graphics</a:t>
            </a:r>
            <a:endParaRPr b="0" i="0" sz="1050" u="none" cap="none" strike="noStrike">
              <a:solidFill>
                <a:schemeClr val="lt1"/>
              </a:solidFill>
              <a:latin typeface="Work Sans"/>
              <a:ea typeface="Work Sans"/>
              <a:cs typeface="Work Sans"/>
              <a:sym typeface="Work Sans"/>
            </a:endParaRPr>
          </a:p>
          <a:p>
            <a:pPr indent="-180000" lvl="0" marL="285750" marR="0" rtl="0" algn="l">
              <a:lnSpc>
                <a:spcPct val="100000"/>
              </a:lnSpc>
              <a:spcBef>
                <a:spcPts val="0"/>
              </a:spcBef>
              <a:spcAft>
                <a:spcPts val="0"/>
              </a:spcAft>
              <a:buClr>
                <a:schemeClr val="dk1"/>
              </a:buClr>
              <a:buSzPts val="1400"/>
              <a:buFont typeface="Arial"/>
              <a:buChar char="•"/>
            </a:pPr>
            <a:r>
              <a:rPr b="0" i="0" lang="pt-BR" sz="1050" u="none" cap="none" strike="noStrike">
                <a:solidFill>
                  <a:schemeClr val="lt1"/>
                </a:solidFill>
                <a:latin typeface="Work Sans"/>
                <a:ea typeface="Work Sans"/>
                <a:cs typeface="Work Sans"/>
                <a:sym typeface="Work Sans"/>
              </a:rPr>
              <a:t>Multi Source</a:t>
            </a:r>
            <a:endParaRPr b="0" i="0" sz="1050" u="none" cap="none" strike="noStrike">
              <a:solidFill>
                <a:schemeClr val="lt1"/>
              </a:solidFill>
              <a:latin typeface="Work Sans"/>
              <a:ea typeface="Work Sans"/>
              <a:cs typeface="Work Sans"/>
              <a:sym typeface="Work Sans"/>
            </a:endParaRPr>
          </a:p>
          <a:p>
            <a:pPr indent="-180000" lvl="0" marL="285750" marR="0" rtl="0" algn="l">
              <a:lnSpc>
                <a:spcPct val="100000"/>
              </a:lnSpc>
              <a:spcBef>
                <a:spcPts val="0"/>
              </a:spcBef>
              <a:spcAft>
                <a:spcPts val="0"/>
              </a:spcAft>
              <a:buClr>
                <a:schemeClr val="dk1"/>
              </a:buClr>
              <a:buSzPts val="1400"/>
              <a:buFont typeface="Arial"/>
              <a:buChar char="•"/>
            </a:pPr>
            <a:r>
              <a:rPr b="0" i="0" lang="pt-BR" sz="1050" u="none" cap="none" strike="noStrike">
                <a:solidFill>
                  <a:schemeClr val="lt1"/>
                </a:solidFill>
                <a:latin typeface="Work Sans"/>
                <a:ea typeface="Work Sans"/>
                <a:cs typeface="Work Sans"/>
                <a:sym typeface="Work Sans"/>
              </a:rPr>
              <a:t>Two Part Analysis</a:t>
            </a:r>
            <a:endParaRPr b="0" i="0" sz="1050" u="none" cap="none" strike="noStrike">
              <a:solidFill>
                <a:schemeClr val="lt1"/>
              </a:solidFill>
              <a:latin typeface="Work Sans"/>
              <a:ea typeface="Work Sans"/>
              <a:cs typeface="Work Sans"/>
              <a:sym typeface="Work Sans"/>
            </a:endParaRPr>
          </a:p>
        </p:txBody>
      </p:sp>
      <p:sp>
        <p:nvSpPr>
          <p:cNvPr id="197" name="Google Shape;197;p7"/>
          <p:cNvSpPr txBox="1"/>
          <p:nvPr/>
        </p:nvSpPr>
        <p:spPr>
          <a:xfrm>
            <a:off x="6948056" y="3498479"/>
            <a:ext cx="1873156" cy="253875"/>
          </a:xfrm>
          <a:prstGeom prst="rect">
            <a:avLst/>
          </a:prstGeom>
          <a:noFill/>
          <a:ln>
            <a:noFill/>
          </a:ln>
        </p:spPr>
        <p:txBody>
          <a:bodyPr anchorCtr="0" anchor="t" bIns="45700" lIns="91425" spcFirstLastPara="1" rIns="91425" wrap="square" tIns="45700">
            <a:spAutoFit/>
          </a:bodyPr>
          <a:lstStyle/>
          <a:p>
            <a:pPr indent="-180000" lvl="0" marL="285750" marR="0" rtl="0" algn="l">
              <a:lnSpc>
                <a:spcPct val="100000"/>
              </a:lnSpc>
              <a:spcBef>
                <a:spcPts val="0"/>
              </a:spcBef>
              <a:spcAft>
                <a:spcPts val="0"/>
              </a:spcAft>
              <a:buClr>
                <a:schemeClr val="dk1"/>
              </a:buClr>
              <a:buSzPts val="1400"/>
              <a:buFont typeface="Arial"/>
              <a:buChar char="•"/>
            </a:pPr>
            <a:r>
              <a:rPr b="0" i="0" lang="pt-BR" sz="1050" u="none" cap="none" strike="noStrike">
                <a:solidFill>
                  <a:schemeClr val="lt1"/>
                </a:solidFill>
                <a:latin typeface="Work Sans"/>
                <a:ea typeface="Work Sans"/>
                <a:cs typeface="Work Sans"/>
                <a:sym typeface="Work Sans"/>
              </a:rPr>
              <a:t>Writing</a:t>
            </a:r>
            <a:endParaRPr b="0" i="0" sz="1050" u="none" cap="none" strike="noStrike">
              <a:solidFill>
                <a:schemeClr val="lt1"/>
              </a:solidFill>
              <a:latin typeface="Work Sans"/>
              <a:ea typeface="Work Sans"/>
              <a:cs typeface="Work Sans"/>
              <a:sym typeface="Work Sans"/>
            </a:endParaRPr>
          </a:p>
        </p:txBody>
      </p:sp>
      <p:sp>
        <p:nvSpPr>
          <p:cNvPr id="198" name="Google Shape;198;p7"/>
          <p:cNvSpPr txBox="1"/>
          <p:nvPr/>
        </p:nvSpPr>
        <p:spPr>
          <a:xfrm>
            <a:off x="0" y="4825425"/>
            <a:ext cx="4862100" cy="276900"/>
          </a:xfrm>
          <a:prstGeom prst="rect">
            <a:avLst/>
          </a:prstGeom>
          <a:noFill/>
          <a:ln>
            <a:noFill/>
          </a:ln>
        </p:spPr>
        <p:txBody>
          <a:bodyPr anchorCtr="0" anchor="t" bIns="68550" lIns="137125" spcFirstLastPara="1" rIns="137125" wrap="square" tIns="68550">
            <a:spAutoFit/>
          </a:bodyPr>
          <a:lstStyle/>
          <a:p>
            <a:pPr indent="0" lvl="0" marL="0" marR="0" rtl="0" algn="l">
              <a:lnSpc>
                <a:spcPct val="100000"/>
              </a:lnSpc>
              <a:spcBef>
                <a:spcPts val="0"/>
              </a:spcBef>
              <a:spcAft>
                <a:spcPts val="0"/>
              </a:spcAft>
              <a:buClr>
                <a:srgbClr val="000000"/>
              </a:buClr>
              <a:buSzPts val="900"/>
              <a:buFont typeface="Arial"/>
              <a:buNone/>
            </a:pPr>
            <a:r>
              <a:rPr b="1" i="0" lang="pt-BR" sz="900" u="none" cap="none" strike="noStrike">
                <a:solidFill>
                  <a:srgbClr val="000000"/>
                </a:solidFill>
                <a:latin typeface="Arial"/>
                <a:ea typeface="Arial"/>
                <a:cs typeface="Arial"/>
                <a:sym typeface="Arial"/>
              </a:rPr>
              <a:t>Prep4Consulting 2026.</a:t>
            </a:r>
            <a:r>
              <a:rPr b="1" lang="pt-BR" sz="900"/>
              <a:t>2</a:t>
            </a:r>
            <a:r>
              <a:rPr b="1" i="0" lang="pt-BR" sz="900" u="none" cap="none" strike="noStrike">
                <a:solidFill>
                  <a:srgbClr val="000000"/>
                </a:solidFill>
                <a:latin typeface="Arial"/>
                <a:ea typeface="Arial"/>
                <a:cs typeface="Arial"/>
                <a:sym typeface="Arial"/>
              </a:rPr>
              <a:t> </a:t>
            </a:r>
            <a:r>
              <a:rPr b="0" i="0" lang="pt-BR" sz="900" u="none" cap="none" strike="noStrike">
                <a:solidFill>
                  <a:srgbClr val="000000"/>
                </a:solidFill>
                <a:latin typeface="Arial"/>
                <a:ea typeface="Arial"/>
                <a:cs typeface="Arial"/>
                <a:sym typeface="Arial"/>
              </a:rPr>
              <a:t>| GMAT: Estrutura da Prova</a:t>
            </a:r>
            <a:endParaRPr b="0" i="0" sz="900" u="none" cap="none" strike="noStrike">
              <a:solidFill>
                <a:srgbClr val="000000"/>
              </a:solidFill>
              <a:latin typeface="Arial"/>
              <a:ea typeface="Arial"/>
              <a:cs typeface="Arial"/>
              <a:sym typeface="Arial"/>
            </a:endParaRPr>
          </a:p>
        </p:txBody>
      </p:sp>
      <p:sp>
        <p:nvSpPr>
          <p:cNvPr id="199" name="Google Shape;199;p7"/>
          <p:cNvSpPr txBox="1"/>
          <p:nvPr/>
        </p:nvSpPr>
        <p:spPr>
          <a:xfrm>
            <a:off x="4281900" y="4825425"/>
            <a:ext cx="4862100" cy="276900"/>
          </a:xfrm>
          <a:prstGeom prst="rect">
            <a:avLst/>
          </a:prstGeom>
          <a:noFill/>
          <a:ln>
            <a:noFill/>
          </a:ln>
        </p:spPr>
        <p:txBody>
          <a:bodyPr anchorCtr="0" anchor="t" bIns="68550" lIns="137125" spcFirstLastPara="1" rIns="137125" wrap="square" tIns="68550">
            <a:spAutoFit/>
          </a:bodyPr>
          <a:lstStyle/>
          <a:p>
            <a:pPr indent="0" lvl="0" marL="0" marR="0" rtl="0" algn="r">
              <a:lnSpc>
                <a:spcPct val="100000"/>
              </a:lnSpc>
              <a:spcBef>
                <a:spcPts val="0"/>
              </a:spcBef>
              <a:spcAft>
                <a:spcPts val="0"/>
              </a:spcAft>
              <a:buClr>
                <a:srgbClr val="000000"/>
              </a:buClr>
              <a:buSzPts val="900"/>
              <a:buFont typeface="Arial"/>
              <a:buNone/>
            </a:pPr>
            <a:r>
              <a:rPr b="0" i="0" lang="pt-BR" sz="900" u="none" cap="none" strike="noStrike">
                <a:solidFill>
                  <a:srgbClr val="000000"/>
                </a:solidFill>
                <a:latin typeface="Arial"/>
                <a:ea typeface="Arial"/>
                <a:cs typeface="Arial"/>
                <a:sym typeface="Arial"/>
              </a:rPr>
              <a:t>Copyright © 2026 Clube de Consultoria Universitário. All rights reserved.</a:t>
            </a:r>
            <a:endParaRPr b="0" i="0" sz="900" u="none" cap="none" strike="noStrike">
              <a:solidFill>
                <a:srgbClr val="000000"/>
              </a:solidFill>
              <a:latin typeface="Arial"/>
              <a:ea typeface="Arial"/>
              <a:cs typeface="Arial"/>
              <a:sym typeface="Arial"/>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3" name="Shape 203"/>
        <p:cNvGrpSpPr/>
        <p:nvPr/>
      </p:nvGrpSpPr>
      <p:grpSpPr>
        <a:xfrm>
          <a:off x="0" y="0"/>
          <a:ext cx="0" cy="0"/>
          <a:chOff x="0" y="0"/>
          <a:chExt cx="0" cy="0"/>
        </a:xfrm>
      </p:grpSpPr>
      <p:sp>
        <p:nvSpPr>
          <p:cNvPr id="204" name="Google Shape;204;p8"/>
          <p:cNvSpPr txBox="1"/>
          <p:nvPr>
            <p:ph type="title"/>
          </p:nvPr>
        </p:nvSpPr>
        <p:spPr>
          <a:xfrm>
            <a:off x="722375" y="384050"/>
            <a:ext cx="5052900" cy="5760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3000"/>
              <a:buNone/>
            </a:pPr>
            <a:r>
              <a:rPr lang="pt-BR"/>
              <a:t>O QUE É GMAT?</a:t>
            </a:r>
            <a:endParaRPr/>
          </a:p>
        </p:txBody>
      </p:sp>
      <p:sp>
        <p:nvSpPr>
          <p:cNvPr id="205" name="Google Shape;205;p8"/>
          <p:cNvSpPr txBox="1"/>
          <p:nvPr/>
        </p:nvSpPr>
        <p:spPr>
          <a:xfrm>
            <a:off x="0" y="4825425"/>
            <a:ext cx="4862100" cy="276900"/>
          </a:xfrm>
          <a:prstGeom prst="rect">
            <a:avLst/>
          </a:prstGeom>
          <a:noFill/>
          <a:ln>
            <a:noFill/>
          </a:ln>
        </p:spPr>
        <p:txBody>
          <a:bodyPr anchorCtr="0" anchor="t" bIns="68550" lIns="137125" spcFirstLastPara="1" rIns="137125" wrap="square" tIns="68550">
            <a:spAutoFit/>
          </a:bodyPr>
          <a:lstStyle/>
          <a:p>
            <a:pPr indent="0" lvl="0" marL="0" marR="0" rtl="0" algn="l">
              <a:lnSpc>
                <a:spcPct val="100000"/>
              </a:lnSpc>
              <a:spcBef>
                <a:spcPts val="0"/>
              </a:spcBef>
              <a:spcAft>
                <a:spcPts val="0"/>
              </a:spcAft>
              <a:buClr>
                <a:srgbClr val="000000"/>
              </a:buClr>
              <a:buSzPts val="900"/>
              <a:buFont typeface="Arial"/>
              <a:buNone/>
            </a:pPr>
            <a:r>
              <a:rPr b="1" i="0" lang="pt-BR" sz="900" u="none" cap="none" strike="noStrike">
                <a:solidFill>
                  <a:srgbClr val="000000"/>
                </a:solidFill>
                <a:latin typeface="Arial"/>
                <a:ea typeface="Arial"/>
                <a:cs typeface="Arial"/>
                <a:sym typeface="Arial"/>
              </a:rPr>
              <a:t>Prep4Consulting 2026.</a:t>
            </a:r>
            <a:r>
              <a:rPr b="1" lang="pt-BR" sz="900"/>
              <a:t>2</a:t>
            </a:r>
            <a:r>
              <a:rPr b="1" i="0" lang="pt-BR" sz="900" u="none" cap="none" strike="noStrike">
                <a:solidFill>
                  <a:srgbClr val="000000"/>
                </a:solidFill>
                <a:latin typeface="Arial"/>
                <a:ea typeface="Arial"/>
                <a:cs typeface="Arial"/>
                <a:sym typeface="Arial"/>
              </a:rPr>
              <a:t> </a:t>
            </a:r>
            <a:r>
              <a:rPr b="0" i="0" lang="pt-BR" sz="900" u="none" cap="none" strike="noStrike">
                <a:solidFill>
                  <a:srgbClr val="000000"/>
                </a:solidFill>
                <a:latin typeface="Arial"/>
                <a:ea typeface="Arial"/>
                <a:cs typeface="Arial"/>
                <a:sym typeface="Arial"/>
              </a:rPr>
              <a:t>| GMAT: Estrutura da Prova</a:t>
            </a:r>
            <a:endParaRPr b="0" i="0" sz="900" u="none" cap="none" strike="noStrike">
              <a:solidFill>
                <a:srgbClr val="000000"/>
              </a:solidFill>
              <a:latin typeface="Arial"/>
              <a:ea typeface="Arial"/>
              <a:cs typeface="Arial"/>
              <a:sym typeface="Arial"/>
            </a:endParaRPr>
          </a:p>
        </p:txBody>
      </p:sp>
      <p:sp>
        <p:nvSpPr>
          <p:cNvPr id="206" name="Google Shape;206;p8"/>
          <p:cNvSpPr txBox="1"/>
          <p:nvPr/>
        </p:nvSpPr>
        <p:spPr>
          <a:xfrm>
            <a:off x="4281900" y="4825425"/>
            <a:ext cx="4862100" cy="276900"/>
          </a:xfrm>
          <a:prstGeom prst="rect">
            <a:avLst/>
          </a:prstGeom>
          <a:noFill/>
          <a:ln>
            <a:noFill/>
          </a:ln>
        </p:spPr>
        <p:txBody>
          <a:bodyPr anchorCtr="0" anchor="t" bIns="68550" lIns="137125" spcFirstLastPara="1" rIns="137125" wrap="square" tIns="68550">
            <a:spAutoFit/>
          </a:bodyPr>
          <a:lstStyle/>
          <a:p>
            <a:pPr indent="0" lvl="0" marL="0" marR="0" rtl="0" algn="r">
              <a:lnSpc>
                <a:spcPct val="100000"/>
              </a:lnSpc>
              <a:spcBef>
                <a:spcPts val="0"/>
              </a:spcBef>
              <a:spcAft>
                <a:spcPts val="0"/>
              </a:spcAft>
              <a:buClr>
                <a:srgbClr val="000000"/>
              </a:buClr>
              <a:buSzPts val="900"/>
              <a:buFont typeface="Arial"/>
              <a:buNone/>
            </a:pPr>
            <a:r>
              <a:rPr b="0" i="0" lang="pt-BR" sz="900" u="none" cap="none" strike="noStrike">
                <a:solidFill>
                  <a:srgbClr val="000000"/>
                </a:solidFill>
                <a:latin typeface="Arial"/>
                <a:ea typeface="Arial"/>
                <a:cs typeface="Arial"/>
                <a:sym typeface="Arial"/>
              </a:rPr>
              <a:t>Copyright © 2026 Clube de Consultoria Universitário. All rights reserved.</a:t>
            </a:r>
            <a:endParaRPr b="0" i="0" sz="900" u="none" cap="none" strike="noStrike">
              <a:solidFill>
                <a:srgbClr val="000000"/>
              </a:solidFill>
              <a:latin typeface="Arial"/>
              <a:ea typeface="Arial"/>
              <a:cs typeface="Arial"/>
              <a:sym typeface="Arial"/>
            </a:endParaRPr>
          </a:p>
        </p:txBody>
      </p:sp>
      <p:pic>
        <p:nvPicPr>
          <p:cNvPr descr="Relatório Anual 2019" id="207" name="Google Shape;207;p8"/>
          <p:cNvPicPr preferRelativeResize="0"/>
          <p:nvPr/>
        </p:nvPicPr>
        <p:blipFill rotWithShape="1">
          <a:blip r:embed="rId3">
            <a:alphaModFix/>
          </a:blip>
          <a:srcRect b="19314" l="12144" r="10748" t="25066"/>
          <a:stretch/>
        </p:blipFill>
        <p:spPr>
          <a:xfrm>
            <a:off x="202813" y="2070341"/>
            <a:ext cx="2878118" cy="1397628"/>
          </a:xfrm>
          <a:prstGeom prst="rect">
            <a:avLst/>
          </a:prstGeom>
          <a:noFill/>
          <a:ln>
            <a:noFill/>
          </a:ln>
        </p:spPr>
      </p:pic>
      <p:sp>
        <p:nvSpPr>
          <p:cNvPr id="208" name="Google Shape;208;p8"/>
          <p:cNvSpPr/>
          <p:nvPr/>
        </p:nvSpPr>
        <p:spPr>
          <a:xfrm>
            <a:off x="3080931" y="1281096"/>
            <a:ext cx="316242" cy="184148"/>
          </a:xfrm>
          <a:prstGeom prst="chevron">
            <a:avLst>
              <a:gd fmla="val 50000" name="adj"/>
            </a:avLst>
          </a:prstGeom>
          <a:solidFill>
            <a:srgbClr val="177B57"/>
          </a:solidFill>
          <a:ln cap="flat" cmpd="sng" w="25400">
            <a:solidFill>
              <a:srgbClr val="177B57"/>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chemeClr val="dk1"/>
              </a:solidFill>
              <a:latin typeface="Arial"/>
              <a:ea typeface="Arial"/>
              <a:cs typeface="Arial"/>
              <a:sym typeface="Arial"/>
            </a:endParaRPr>
          </a:p>
        </p:txBody>
      </p:sp>
      <p:sp>
        <p:nvSpPr>
          <p:cNvPr id="209" name="Google Shape;209;p8"/>
          <p:cNvSpPr txBox="1"/>
          <p:nvPr/>
        </p:nvSpPr>
        <p:spPr>
          <a:xfrm>
            <a:off x="3512280" y="1152359"/>
            <a:ext cx="4754828" cy="430887"/>
          </a:xfrm>
          <a:prstGeom prst="rect">
            <a:avLst/>
          </a:prstGeom>
          <a:noFill/>
          <a:ln>
            <a:noFill/>
          </a:ln>
        </p:spPr>
        <p:txBody>
          <a:bodyPr anchorCtr="0" anchor="t" bIns="45700" lIns="91425" spcFirstLastPara="1" rIns="91425" wrap="square" tIns="45700">
            <a:spAutoFit/>
          </a:bodyPr>
          <a:lstStyle/>
          <a:p>
            <a:pPr indent="0" lvl="0" marL="0" marR="0" rtl="0" algn="just">
              <a:lnSpc>
                <a:spcPct val="100000"/>
              </a:lnSpc>
              <a:spcBef>
                <a:spcPts val="0"/>
              </a:spcBef>
              <a:spcAft>
                <a:spcPts val="0"/>
              </a:spcAft>
              <a:buNone/>
            </a:pPr>
            <a:r>
              <a:rPr b="0" i="0" lang="pt-BR" sz="1100" u="none" cap="none" strike="noStrike">
                <a:solidFill>
                  <a:srgbClr val="000000"/>
                </a:solidFill>
                <a:latin typeface="Work Sans"/>
                <a:ea typeface="Work Sans"/>
                <a:cs typeface="Work Sans"/>
                <a:sym typeface="Work Sans"/>
              </a:rPr>
              <a:t>Total de 10 questões estilo GMAT + 10 questões estilo Case Study</a:t>
            </a:r>
            <a:endParaRPr b="0" i="0" sz="1100" u="none" cap="none" strike="noStrike">
              <a:solidFill>
                <a:srgbClr val="000000"/>
              </a:solidFill>
              <a:latin typeface="Work Sans"/>
              <a:ea typeface="Work Sans"/>
              <a:cs typeface="Work Sans"/>
              <a:sym typeface="Work Sans"/>
            </a:endParaRPr>
          </a:p>
          <a:p>
            <a:pPr indent="0" lvl="0" marL="0" marR="0" rtl="0" algn="just">
              <a:lnSpc>
                <a:spcPct val="100000"/>
              </a:lnSpc>
              <a:spcBef>
                <a:spcPts val="0"/>
              </a:spcBef>
              <a:spcAft>
                <a:spcPts val="0"/>
              </a:spcAft>
              <a:buNone/>
            </a:pPr>
            <a:r>
              <a:rPr b="0" i="0" lang="pt-BR" sz="1100" u="none" cap="none" strike="noStrike">
                <a:solidFill>
                  <a:srgbClr val="000000"/>
                </a:solidFill>
                <a:latin typeface="Work Sans"/>
                <a:ea typeface="Work Sans"/>
                <a:cs typeface="Work Sans"/>
                <a:sym typeface="Work Sans"/>
              </a:rPr>
              <a:t>+ 42 questões de inglês</a:t>
            </a:r>
            <a:endParaRPr/>
          </a:p>
        </p:txBody>
      </p:sp>
      <p:sp>
        <p:nvSpPr>
          <p:cNvPr id="210" name="Google Shape;210;p8"/>
          <p:cNvSpPr/>
          <p:nvPr/>
        </p:nvSpPr>
        <p:spPr>
          <a:xfrm>
            <a:off x="3080931" y="1835801"/>
            <a:ext cx="316242" cy="184148"/>
          </a:xfrm>
          <a:prstGeom prst="chevron">
            <a:avLst>
              <a:gd fmla="val 50000" name="adj"/>
            </a:avLst>
          </a:prstGeom>
          <a:solidFill>
            <a:srgbClr val="177B57"/>
          </a:solidFill>
          <a:ln cap="flat" cmpd="sng" w="25400">
            <a:solidFill>
              <a:srgbClr val="177B57"/>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chemeClr val="dk1"/>
              </a:solidFill>
              <a:latin typeface="Arial"/>
              <a:ea typeface="Arial"/>
              <a:cs typeface="Arial"/>
              <a:sym typeface="Arial"/>
            </a:endParaRPr>
          </a:p>
        </p:txBody>
      </p:sp>
      <p:sp>
        <p:nvSpPr>
          <p:cNvPr id="211" name="Google Shape;211;p8"/>
          <p:cNvSpPr/>
          <p:nvPr/>
        </p:nvSpPr>
        <p:spPr>
          <a:xfrm>
            <a:off x="3080931" y="2390506"/>
            <a:ext cx="316242" cy="184148"/>
          </a:xfrm>
          <a:prstGeom prst="chevron">
            <a:avLst>
              <a:gd fmla="val 50000" name="adj"/>
            </a:avLst>
          </a:prstGeom>
          <a:solidFill>
            <a:srgbClr val="177B57"/>
          </a:solidFill>
          <a:ln cap="flat" cmpd="sng" w="25400">
            <a:solidFill>
              <a:srgbClr val="177B57"/>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chemeClr val="dk1"/>
              </a:solidFill>
              <a:latin typeface="Arial"/>
              <a:ea typeface="Arial"/>
              <a:cs typeface="Arial"/>
              <a:sym typeface="Arial"/>
            </a:endParaRPr>
          </a:p>
        </p:txBody>
      </p:sp>
      <p:sp>
        <p:nvSpPr>
          <p:cNvPr id="212" name="Google Shape;212;p8"/>
          <p:cNvSpPr/>
          <p:nvPr/>
        </p:nvSpPr>
        <p:spPr>
          <a:xfrm>
            <a:off x="3080931" y="2957152"/>
            <a:ext cx="316242" cy="184148"/>
          </a:xfrm>
          <a:prstGeom prst="chevron">
            <a:avLst>
              <a:gd fmla="val 50000" name="adj"/>
            </a:avLst>
          </a:prstGeom>
          <a:solidFill>
            <a:srgbClr val="177B57"/>
          </a:solidFill>
          <a:ln cap="flat" cmpd="sng" w="25400">
            <a:solidFill>
              <a:srgbClr val="177B57"/>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chemeClr val="dk1"/>
              </a:solidFill>
              <a:latin typeface="Arial"/>
              <a:ea typeface="Arial"/>
              <a:cs typeface="Arial"/>
              <a:sym typeface="Arial"/>
            </a:endParaRPr>
          </a:p>
        </p:txBody>
      </p:sp>
      <p:sp>
        <p:nvSpPr>
          <p:cNvPr id="213" name="Google Shape;213;p8"/>
          <p:cNvSpPr/>
          <p:nvPr/>
        </p:nvSpPr>
        <p:spPr>
          <a:xfrm>
            <a:off x="3080931" y="3499916"/>
            <a:ext cx="316242" cy="184148"/>
          </a:xfrm>
          <a:prstGeom prst="chevron">
            <a:avLst>
              <a:gd fmla="val 50000" name="adj"/>
            </a:avLst>
          </a:prstGeom>
          <a:solidFill>
            <a:srgbClr val="177B57"/>
          </a:solidFill>
          <a:ln cap="flat" cmpd="sng" w="25400">
            <a:solidFill>
              <a:srgbClr val="177B57"/>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chemeClr val="dk1"/>
              </a:solidFill>
              <a:latin typeface="Arial"/>
              <a:ea typeface="Arial"/>
              <a:cs typeface="Arial"/>
              <a:sym typeface="Arial"/>
            </a:endParaRPr>
          </a:p>
        </p:txBody>
      </p:sp>
      <p:sp>
        <p:nvSpPr>
          <p:cNvPr id="214" name="Google Shape;214;p8"/>
          <p:cNvSpPr/>
          <p:nvPr/>
        </p:nvSpPr>
        <p:spPr>
          <a:xfrm>
            <a:off x="3064212" y="4054623"/>
            <a:ext cx="316242" cy="184148"/>
          </a:xfrm>
          <a:prstGeom prst="chevron">
            <a:avLst>
              <a:gd fmla="val 50000" name="adj"/>
            </a:avLst>
          </a:prstGeom>
          <a:solidFill>
            <a:srgbClr val="177B57"/>
          </a:solidFill>
          <a:ln cap="flat" cmpd="sng" w="25400">
            <a:solidFill>
              <a:srgbClr val="177B57"/>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chemeClr val="dk1"/>
              </a:solidFill>
              <a:latin typeface="Arial"/>
              <a:ea typeface="Arial"/>
              <a:cs typeface="Arial"/>
              <a:sym typeface="Arial"/>
            </a:endParaRPr>
          </a:p>
        </p:txBody>
      </p:sp>
      <p:sp>
        <p:nvSpPr>
          <p:cNvPr id="215" name="Google Shape;215;p8"/>
          <p:cNvSpPr txBox="1"/>
          <p:nvPr/>
        </p:nvSpPr>
        <p:spPr>
          <a:xfrm>
            <a:off x="3512280" y="1774231"/>
            <a:ext cx="4370107" cy="261610"/>
          </a:xfrm>
          <a:prstGeom prst="rect">
            <a:avLst/>
          </a:prstGeom>
          <a:noFill/>
          <a:ln>
            <a:noFill/>
          </a:ln>
        </p:spPr>
        <p:txBody>
          <a:bodyPr anchorCtr="0" anchor="t" bIns="45700" lIns="91425" spcFirstLastPara="1" rIns="91425" wrap="square" tIns="45700">
            <a:spAutoFit/>
          </a:bodyPr>
          <a:lstStyle/>
          <a:p>
            <a:pPr indent="0" lvl="0" marL="0" marR="0" rtl="0" algn="just">
              <a:lnSpc>
                <a:spcPct val="100000"/>
              </a:lnSpc>
              <a:spcBef>
                <a:spcPts val="0"/>
              </a:spcBef>
              <a:spcAft>
                <a:spcPts val="0"/>
              </a:spcAft>
              <a:buNone/>
            </a:pPr>
            <a:r>
              <a:rPr b="0" i="0" lang="pt-BR" sz="1100" u="none" cap="none" strike="noStrike">
                <a:solidFill>
                  <a:srgbClr val="000000"/>
                </a:solidFill>
                <a:latin typeface="Work Sans"/>
                <a:ea typeface="Work Sans"/>
                <a:cs typeface="Work Sans"/>
                <a:sym typeface="Work Sans"/>
              </a:rPr>
              <a:t>75 minutos é o tempo limite para resolução de toda a prova</a:t>
            </a:r>
            <a:endParaRPr/>
          </a:p>
        </p:txBody>
      </p:sp>
      <p:sp>
        <p:nvSpPr>
          <p:cNvPr id="216" name="Google Shape;216;p8"/>
          <p:cNvSpPr txBox="1"/>
          <p:nvPr/>
        </p:nvSpPr>
        <p:spPr>
          <a:xfrm>
            <a:off x="3512280" y="2267136"/>
            <a:ext cx="5299849" cy="430887"/>
          </a:xfrm>
          <a:prstGeom prst="rect">
            <a:avLst/>
          </a:prstGeom>
          <a:noFill/>
          <a:ln>
            <a:noFill/>
          </a:ln>
        </p:spPr>
        <p:txBody>
          <a:bodyPr anchorCtr="0" anchor="t" bIns="45700" lIns="91425" spcFirstLastPara="1" rIns="91425" wrap="square" tIns="45700">
            <a:spAutoFit/>
          </a:bodyPr>
          <a:lstStyle/>
          <a:p>
            <a:pPr indent="0" lvl="0" marL="0" marR="0" rtl="0" algn="just">
              <a:lnSpc>
                <a:spcPct val="100000"/>
              </a:lnSpc>
              <a:spcBef>
                <a:spcPts val="0"/>
              </a:spcBef>
              <a:spcAft>
                <a:spcPts val="0"/>
              </a:spcAft>
              <a:buNone/>
            </a:pPr>
            <a:r>
              <a:rPr b="0" i="0" lang="pt-BR" sz="1100" u="none" cap="none" strike="noStrike">
                <a:solidFill>
                  <a:srgbClr val="000000"/>
                </a:solidFill>
                <a:latin typeface="Work Sans"/>
                <a:ea typeface="Work Sans"/>
                <a:cs typeface="Work Sans"/>
                <a:sym typeface="Work Sans"/>
              </a:rPr>
              <a:t>Não é permitido voltar questões, ou seja, terá que responder as questões</a:t>
            </a:r>
            <a:endParaRPr/>
          </a:p>
          <a:p>
            <a:pPr indent="0" lvl="0" marL="0" marR="0" rtl="0" algn="just">
              <a:lnSpc>
                <a:spcPct val="100000"/>
              </a:lnSpc>
              <a:spcBef>
                <a:spcPts val="0"/>
              </a:spcBef>
              <a:spcAft>
                <a:spcPts val="0"/>
              </a:spcAft>
              <a:buNone/>
            </a:pPr>
            <a:r>
              <a:rPr b="0" i="0" lang="pt-BR" sz="1100" u="none" cap="none" strike="noStrike">
                <a:solidFill>
                  <a:srgbClr val="000000"/>
                </a:solidFill>
                <a:latin typeface="Work Sans"/>
                <a:ea typeface="Work Sans"/>
                <a:cs typeface="Work Sans"/>
                <a:sym typeface="Work Sans"/>
              </a:rPr>
              <a:t>em sequência</a:t>
            </a:r>
            <a:endParaRPr/>
          </a:p>
        </p:txBody>
      </p:sp>
      <p:sp>
        <p:nvSpPr>
          <p:cNvPr id="217" name="Google Shape;217;p8"/>
          <p:cNvSpPr txBox="1"/>
          <p:nvPr/>
        </p:nvSpPr>
        <p:spPr>
          <a:xfrm>
            <a:off x="3512280" y="2921992"/>
            <a:ext cx="5280613" cy="26161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0" i="0" lang="pt-BR" sz="1100" u="none" cap="none" strike="noStrike">
                <a:solidFill>
                  <a:srgbClr val="000000"/>
                </a:solidFill>
                <a:latin typeface="Work Sans"/>
                <a:ea typeface="Work Sans"/>
                <a:cs typeface="Work Sans"/>
                <a:sym typeface="Work Sans"/>
              </a:rPr>
              <a:t>Sua prova será cancelada automaticamente se você sair da tela de prova</a:t>
            </a:r>
            <a:endParaRPr/>
          </a:p>
        </p:txBody>
      </p:sp>
      <p:sp>
        <p:nvSpPr>
          <p:cNvPr id="218" name="Google Shape;218;p8"/>
          <p:cNvSpPr txBox="1"/>
          <p:nvPr/>
        </p:nvSpPr>
        <p:spPr>
          <a:xfrm>
            <a:off x="3512280" y="3448212"/>
            <a:ext cx="4115229" cy="26161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0" i="0" lang="pt-BR" sz="1100" u="none" cap="none" strike="noStrike">
                <a:solidFill>
                  <a:srgbClr val="000000"/>
                </a:solidFill>
                <a:latin typeface="Work Sans"/>
                <a:ea typeface="Work Sans"/>
                <a:cs typeface="Work Sans"/>
                <a:sym typeface="Work Sans"/>
              </a:rPr>
              <a:t>A prova é individual e não é permitida ajuda de terceiros</a:t>
            </a:r>
            <a:endParaRPr/>
          </a:p>
        </p:txBody>
      </p:sp>
      <p:sp>
        <p:nvSpPr>
          <p:cNvPr id="219" name="Google Shape;219;p8"/>
          <p:cNvSpPr txBox="1"/>
          <p:nvPr/>
        </p:nvSpPr>
        <p:spPr>
          <a:xfrm>
            <a:off x="3479247" y="3931253"/>
            <a:ext cx="5258171" cy="430887"/>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0" i="0" lang="pt-BR" sz="1100" u="none" cap="none" strike="noStrike">
                <a:solidFill>
                  <a:srgbClr val="000000"/>
                </a:solidFill>
                <a:latin typeface="Work Sans"/>
                <a:ea typeface="Work Sans"/>
                <a:cs typeface="Work Sans"/>
                <a:sym typeface="Work Sans"/>
              </a:rPr>
              <a:t>Não é permitido uso de Excel, calculadora ou qualquer material de apoio</a:t>
            </a:r>
            <a:endParaRPr/>
          </a:p>
          <a:p>
            <a:pPr indent="0" lvl="0" marL="0" marR="0" rtl="0" algn="l">
              <a:lnSpc>
                <a:spcPct val="100000"/>
              </a:lnSpc>
              <a:spcBef>
                <a:spcPts val="0"/>
              </a:spcBef>
              <a:spcAft>
                <a:spcPts val="0"/>
              </a:spcAft>
              <a:buNone/>
            </a:pPr>
            <a:r>
              <a:rPr b="0" i="0" lang="pt-BR" sz="1100" u="none" cap="none" strike="noStrike">
                <a:solidFill>
                  <a:srgbClr val="000000"/>
                </a:solidFill>
                <a:latin typeface="Work Sans"/>
                <a:ea typeface="Work Sans"/>
                <a:cs typeface="Work Sans"/>
                <a:sym typeface="Work Sans"/>
              </a:rPr>
              <a:t>além de papel, lápis e caneta</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08"/>
                                        </p:tgtEl>
                                        <p:attrNameLst>
                                          <p:attrName>style.visibility</p:attrName>
                                        </p:attrNameLst>
                                      </p:cBhvr>
                                      <p:to>
                                        <p:strVal val="visible"/>
                                      </p:to>
                                    </p:set>
                                  </p:childTnLst>
                                </p:cTn>
                              </p:par>
                              <p:par>
                                <p:cTn fill="hold" nodeType="withEffect" presetClass="entr" presetID="1" presetSubtype="0">
                                  <p:stCondLst>
                                    <p:cond delay="0"/>
                                  </p:stCondLst>
                                  <p:childTnLst>
                                    <p:set>
                                      <p:cBhvr>
                                        <p:cTn dur="1" fill="hold">
                                          <p:stCondLst>
                                            <p:cond delay="0"/>
                                          </p:stCondLst>
                                        </p:cTn>
                                        <p:tgtEl>
                                          <p:spTgt spid="209"/>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0"/>
                                        </p:tgtEl>
                                        <p:attrNameLst>
                                          <p:attrName>style.visibility</p:attrName>
                                        </p:attrNameLst>
                                      </p:cBhvr>
                                      <p:to>
                                        <p:strVal val="visible"/>
                                      </p:to>
                                    </p:set>
                                  </p:childTnLst>
                                </p:cTn>
                              </p:par>
                              <p:par>
                                <p:cTn fill="hold" nodeType="withEffect" presetClass="entr" presetID="1" presetSubtype="0">
                                  <p:stCondLst>
                                    <p:cond delay="0"/>
                                  </p:stCondLst>
                                  <p:childTnLst>
                                    <p:set>
                                      <p:cBhvr>
                                        <p:cTn dur="1" fill="hold">
                                          <p:stCondLst>
                                            <p:cond delay="0"/>
                                          </p:stCondLst>
                                        </p:cTn>
                                        <p:tgtEl>
                                          <p:spTgt spid="215"/>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1"/>
                                        </p:tgtEl>
                                        <p:attrNameLst>
                                          <p:attrName>style.visibility</p:attrName>
                                        </p:attrNameLst>
                                      </p:cBhvr>
                                      <p:to>
                                        <p:strVal val="visible"/>
                                      </p:to>
                                    </p:set>
                                  </p:childTnLst>
                                </p:cTn>
                              </p:par>
                              <p:par>
                                <p:cTn fill="hold" nodeType="withEffect" presetClass="entr" presetID="1" presetSubtype="0">
                                  <p:stCondLst>
                                    <p:cond delay="0"/>
                                  </p:stCondLst>
                                  <p:childTnLst>
                                    <p:set>
                                      <p:cBhvr>
                                        <p:cTn dur="1" fill="hold">
                                          <p:stCondLst>
                                            <p:cond delay="0"/>
                                          </p:stCondLst>
                                        </p:cTn>
                                        <p:tgtEl>
                                          <p:spTgt spid="216"/>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2"/>
                                        </p:tgtEl>
                                        <p:attrNameLst>
                                          <p:attrName>style.visibility</p:attrName>
                                        </p:attrNameLst>
                                      </p:cBhvr>
                                      <p:to>
                                        <p:strVal val="visible"/>
                                      </p:to>
                                    </p:set>
                                  </p:childTnLst>
                                </p:cTn>
                              </p:par>
                              <p:par>
                                <p:cTn fill="hold" nodeType="withEffect" presetClass="entr" presetID="1" presetSubtype="0">
                                  <p:stCondLst>
                                    <p:cond delay="0"/>
                                  </p:stCondLst>
                                  <p:childTnLst>
                                    <p:set>
                                      <p:cBhvr>
                                        <p:cTn dur="1" fill="hold">
                                          <p:stCondLst>
                                            <p:cond delay="0"/>
                                          </p:stCondLst>
                                        </p:cTn>
                                        <p:tgtEl>
                                          <p:spTgt spid="217"/>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3"/>
                                        </p:tgtEl>
                                        <p:attrNameLst>
                                          <p:attrName>style.visibility</p:attrName>
                                        </p:attrNameLst>
                                      </p:cBhvr>
                                      <p:to>
                                        <p:strVal val="visible"/>
                                      </p:to>
                                    </p:set>
                                  </p:childTnLst>
                                </p:cTn>
                              </p:par>
                              <p:par>
                                <p:cTn fill="hold" nodeType="withEffect" presetClass="entr" presetID="1" presetSubtype="0">
                                  <p:stCondLst>
                                    <p:cond delay="0"/>
                                  </p:stCondLst>
                                  <p:childTnLst>
                                    <p:set>
                                      <p:cBhvr>
                                        <p:cTn dur="1" fill="hold">
                                          <p:stCondLst>
                                            <p:cond delay="0"/>
                                          </p:stCondLst>
                                        </p:cTn>
                                        <p:tgtEl>
                                          <p:spTgt spid="218"/>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4"/>
                                        </p:tgtEl>
                                        <p:attrNameLst>
                                          <p:attrName>style.visibility</p:attrName>
                                        </p:attrNameLst>
                                      </p:cBhvr>
                                      <p:to>
                                        <p:strVal val="visible"/>
                                      </p:to>
                                    </p:set>
                                  </p:childTnLst>
                                </p:cTn>
                              </p:par>
                              <p:par>
                                <p:cTn fill="hold" nodeType="withEffect" presetClass="entr" presetID="1" presetSubtype="0">
                                  <p:stCondLst>
                                    <p:cond delay="0"/>
                                  </p:stCondLst>
                                  <p:childTnLst>
                                    <p:set>
                                      <p:cBhvr>
                                        <p:cTn dur="1" fill="hold">
                                          <p:stCondLst>
                                            <p:cond delay="0"/>
                                          </p:stCondLst>
                                        </p:cTn>
                                        <p:tgtEl>
                                          <p:spTgt spid="219"/>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3" name="Shape 223"/>
        <p:cNvGrpSpPr/>
        <p:nvPr/>
      </p:nvGrpSpPr>
      <p:grpSpPr>
        <a:xfrm>
          <a:off x="0" y="0"/>
          <a:ext cx="0" cy="0"/>
          <a:chOff x="0" y="0"/>
          <a:chExt cx="0" cy="0"/>
        </a:xfrm>
      </p:grpSpPr>
      <p:sp>
        <p:nvSpPr>
          <p:cNvPr id="224" name="Google Shape;224;p9"/>
          <p:cNvSpPr txBox="1"/>
          <p:nvPr>
            <p:ph type="title"/>
          </p:nvPr>
        </p:nvSpPr>
        <p:spPr>
          <a:xfrm>
            <a:off x="722375" y="384050"/>
            <a:ext cx="5052900" cy="5760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3000"/>
              <a:buNone/>
            </a:pPr>
            <a:r>
              <a:rPr lang="pt-BR"/>
              <a:t>O QUE É GMAT?</a:t>
            </a:r>
            <a:endParaRPr/>
          </a:p>
        </p:txBody>
      </p:sp>
      <p:sp>
        <p:nvSpPr>
          <p:cNvPr id="225" name="Google Shape;225;p9"/>
          <p:cNvSpPr txBox="1"/>
          <p:nvPr/>
        </p:nvSpPr>
        <p:spPr>
          <a:xfrm>
            <a:off x="0" y="4825425"/>
            <a:ext cx="4862100" cy="276900"/>
          </a:xfrm>
          <a:prstGeom prst="rect">
            <a:avLst/>
          </a:prstGeom>
          <a:noFill/>
          <a:ln>
            <a:noFill/>
          </a:ln>
        </p:spPr>
        <p:txBody>
          <a:bodyPr anchorCtr="0" anchor="t" bIns="68550" lIns="137125" spcFirstLastPara="1" rIns="137125" wrap="square" tIns="68550">
            <a:spAutoFit/>
          </a:bodyPr>
          <a:lstStyle/>
          <a:p>
            <a:pPr indent="0" lvl="0" marL="0" marR="0" rtl="0" algn="l">
              <a:lnSpc>
                <a:spcPct val="100000"/>
              </a:lnSpc>
              <a:spcBef>
                <a:spcPts val="0"/>
              </a:spcBef>
              <a:spcAft>
                <a:spcPts val="0"/>
              </a:spcAft>
              <a:buClr>
                <a:srgbClr val="000000"/>
              </a:buClr>
              <a:buSzPts val="900"/>
              <a:buFont typeface="Arial"/>
              <a:buNone/>
            </a:pPr>
            <a:r>
              <a:rPr b="1" i="0" lang="pt-BR" sz="900" u="none" cap="none" strike="noStrike">
                <a:solidFill>
                  <a:srgbClr val="000000"/>
                </a:solidFill>
                <a:latin typeface="Arial"/>
                <a:ea typeface="Arial"/>
                <a:cs typeface="Arial"/>
                <a:sym typeface="Arial"/>
              </a:rPr>
              <a:t>Prep4Consulting 2026.</a:t>
            </a:r>
            <a:r>
              <a:rPr b="1" lang="pt-BR" sz="900"/>
              <a:t>2</a:t>
            </a:r>
            <a:r>
              <a:rPr b="1" i="0" lang="pt-BR" sz="900" u="none" cap="none" strike="noStrike">
                <a:solidFill>
                  <a:srgbClr val="000000"/>
                </a:solidFill>
                <a:latin typeface="Arial"/>
                <a:ea typeface="Arial"/>
                <a:cs typeface="Arial"/>
                <a:sym typeface="Arial"/>
              </a:rPr>
              <a:t> </a:t>
            </a:r>
            <a:r>
              <a:rPr b="0" i="0" lang="pt-BR" sz="900" u="none" cap="none" strike="noStrike">
                <a:solidFill>
                  <a:srgbClr val="000000"/>
                </a:solidFill>
                <a:latin typeface="Arial"/>
                <a:ea typeface="Arial"/>
                <a:cs typeface="Arial"/>
                <a:sym typeface="Arial"/>
              </a:rPr>
              <a:t>| GMAT: Estrutura da Prova</a:t>
            </a:r>
            <a:endParaRPr b="0" i="0" sz="900" u="none" cap="none" strike="noStrike">
              <a:solidFill>
                <a:srgbClr val="000000"/>
              </a:solidFill>
              <a:latin typeface="Arial"/>
              <a:ea typeface="Arial"/>
              <a:cs typeface="Arial"/>
              <a:sym typeface="Arial"/>
            </a:endParaRPr>
          </a:p>
        </p:txBody>
      </p:sp>
      <p:sp>
        <p:nvSpPr>
          <p:cNvPr id="226" name="Google Shape;226;p9"/>
          <p:cNvSpPr txBox="1"/>
          <p:nvPr/>
        </p:nvSpPr>
        <p:spPr>
          <a:xfrm>
            <a:off x="4281900" y="4825425"/>
            <a:ext cx="4862100" cy="276900"/>
          </a:xfrm>
          <a:prstGeom prst="rect">
            <a:avLst/>
          </a:prstGeom>
          <a:noFill/>
          <a:ln>
            <a:noFill/>
          </a:ln>
        </p:spPr>
        <p:txBody>
          <a:bodyPr anchorCtr="0" anchor="t" bIns="68550" lIns="137125" spcFirstLastPara="1" rIns="137125" wrap="square" tIns="68550">
            <a:spAutoFit/>
          </a:bodyPr>
          <a:lstStyle/>
          <a:p>
            <a:pPr indent="0" lvl="0" marL="0" marR="0" rtl="0" algn="r">
              <a:lnSpc>
                <a:spcPct val="100000"/>
              </a:lnSpc>
              <a:spcBef>
                <a:spcPts val="0"/>
              </a:spcBef>
              <a:spcAft>
                <a:spcPts val="0"/>
              </a:spcAft>
              <a:buClr>
                <a:srgbClr val="000000"/>
              </a:buClr>
              <a:buSzPts val="900"/>
              <a:buFont typeface="Arial"/>
              <a:buNone/>
            </a:pPr>
            <a:r>
              <a:rPr b="0" i="0" lang="pt-BR" sz="900" u="none" cap="none" strike="noStrike">
                <a:solidFill>
                  <a:srgbClr val="000000"/>
                </a:solidFill>
                <a:latin typeface="Arial"/>
                <a:ea typeface="Arial"/>
                <a:cs typeface="Arial"/>
                <a:sym typeface="Arial"/>
              </a:rPr>
              <a:t>Copyright © 2026 Clube de Consultoria Universitário. All rights reserved.</a:t>
            </a:r>
            <a:endParaRPr b="0" i="0" sz="900" u="none" cap="none" strike="noStrike">
              <a:solidFill>
                <a:srgbClr val="000000"/>
              </a:solidFill>
              <a:latin typeface="Arial"/>
              <a:ea typeface="Arial"/>
              <a:cs typeface="Arial"/>
              <a:sym typeface="Arial"/>
            </a:endParaRPr>
          </a:p>
        </p:txBody>
      </p:sp>
      <p:sp>
        <p:nvSpPr>
          <p:cNvPr id="227" name="Google Shape;227;p9"/>
          <p:cNvSpPr/>
          <p:nvPr/>
        </p:nvSpPr>
        <p:spPr>
          <a:xfrm>
            <a:off x="3671481" y="1742505"/>
            <a:ext cx="316242" cy="184148"/>
          </a:xfrm>
          <a:prstGeom prst="chevron">
            <a:avLst>
              <a:gd fmla="val 50000" name="adj"/>
            </a:avLst>
          </a:prstGeom>
          <a:solidFill>
            <a:srgbClr val="00A7D1"/>
          </a:solidFill>
          <a:ln cap="flat" cmpd="sng" w="25400">
            <a:solidFill>
              <a:srgbClr val="00A7D1"/>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chemeClr val="dk1"/>
              </a:solidFill>
              <a:latin typeface="Arial"/>
              <a:ea typeface="Arial"/>
              <a:cs typeface="Arial"/>
              <a:sym typeface="Arial"/>
            </a:endParaRPr>
          </a:p>
        </p:txBody>
      </p:sp>
      <p:sp>
        <p:nvSpPr>
          <p:cNvPr id="228" name="Google Shape;228;p9"/>
          <p:cNvSpPr txBox="1"/>
          <p:nvPr/>
        </p:nvSpPr>
        <p:spPr>
          <a:xfrm>
            <a:off x="4061861" y="1624756"/>
            <a:ext cx="4794327" cy="600164"/>
          </a:xfrm>
          <a:prstGeom prst="rect">
            <a:avLst/>
          </a:prstGeom>
          <a:noFill/>
          <a:ln>
            <a:noFill/>
          </a:ln>
        </p:spPr>
        <p:txBody>
          <a:bodyPr anchorCtr="0" anchor="t" bIns="45700" lIns="91425" spcFirstLastPara="1" rIns="91425" wrap="square" tIns="45700">
            <a:spAutoFit/>
          </a:bodyPr>
          <a:lstStyle/>
          <a:p>
            <a:pPr indent="0" lvl="0" marL="0" marR="0" rtl="0" algn="just">
              <a:lnSpc>
                <a:spcPct val="100000"/>
              </a:lnSpc>
              <a:spcBef>
                <a:spcPts val="0"/>
              </a:spcBef>
              <a:spcAft>
                <a:spcPts val="0"/>
              </a:spcAft>
              <a:buNone/>
            </a:pPr>
            <a:r>
              <a:rPr b="0" i="0" lang="pt-BR" sz="1100" u="none" cap="none" strike="noStrike">
                <a:solidFill>
                  <a:schemeClr val="lt1"/>
                </a:solidFill>
                <a:latin typeface="Work Sans"/>
                <a:ea typeface="Work Sans"/>
                <a:cs typeface="Work Sans"/>
                <a:sym typeface="Work Sans"/>
              </a:rPr>
              <a:t>Uma </a:t>
            </a:r>
            <a:r>
              <a:rPr b="1" i="0" lang="pt-BR" sz="1100" u="none" cap="none" strike="noStrike">
                <a:solidFill>
                  <a:schemeClr val="lt1"/>
                </a:solidFill>
                <a:latin typeface="Work Sans"/>
                <a:ea typeface="Work Sans"/>
                <a:cs typeface="Work Sans"/>
                <a:sym typeface="Work Sans"/>
              </a:rPr>
              <a:t>exceção</a:t>
            </a:r>
            <a:r>
              <a:rPr b="0" i="0" lang="pt-BR" sz="1100" u="none" cap="none" strike="noStrike">
                <a:solidFill>
                  <a:schemeClr val="lt1"/>
                </a:solidFill>
                <a:latin typeface="Work Sans"/>
                <a:ea typeface="Work Sans"/>
                <a:cs typeface="Work Sans"/>
                <a:sym typeface="Work Sans"/>
              </a:rPr>
              <a:t> de prova que cobra questões de Integrated Reasoning é a da Oliver Wyman</a:t>
            </a:r>
            <a:endParaRPr/>
          </a:p>
          <a:p>
            <a:pPr indent="0" lvl="0" marL="0" marR="0" rtl="0" algn="just">
              <a:lnSpc>
                <a:spcPct val="100000"/>
              </a:lnSpc>
              <a:spcBef>
                <a:spcPts val="0"/>
              </a:spcBef>
              <a:spcAft>
                <a:spcPts val="0"/>
              </a:spcAft>
              <a:buNone/>
            </a:pPr>
            <a:r>
              <a:t/>
            </a:r>
            <a:endParaRPr b="0" i="0" sz="1100" u="none" cap="none" strike="noStrike">
              <a:solidFill>
                <a:srgbClr val="000000"/>
              </a:solidFill>
              <a:latin typeface="Work Sans"/>
              <a:ea typeface="Work Sans"/>
              <a:cs typeface="Work Sans"/>
              <a:sym typeface="Work Sans"/>
            </a:endParaRPr>
          </a:p>
        </p:txBody>
      </p:sp>
      <p:sp>
        <p:nvSpPr>
          <p:cNvPr id="229" name="Google Shape;229;p9"/>
          <p:cNvSpPr/>
          <p:nvPr/>
        </p:nvSpPr>
        <p:spPr>
          <a:xfrm>
            <a:off x="3671481" y="2595984"/>
            <a:ext cx="316242" cy="184148"/>
          </a:xfrm>
          <a:prstGeom prst="chevron">
            <a:avLst>
              <a:gd fmla="val 50000" name="adj"/>
            </a:avLst>
          </a:prstGeom>
          <a:solidFill>
            <a:srgbClr val="00A7D1"/>
          </a:solidFill>
          <a:ln cap="flat" cmpd="sng" w="25400">
            <a:solidFill>
              <a:srgbClr val="00A7D1"/>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chemeClr val="dk1"/>
              </a:solidFill>
              <a:latin typeface="Arial"/>
              <a:ea typeface="Arial"/>
              <a:cs typeface="Arial"/>
              <a:sym typeface="Arial"/>
            </a:endParaRPr>
          </a:p>
        </p:txBody>
      </p:sp>
      <p:pic>
        <p:nvPicPr>
          <p:cNvPr descr="Resultado de imagem para oliver wyman png" id="230" name="Google Shape;230;p9"/>
          <p:cNvPicPr preferRelativeResize="0"/>
          <p:nvPr/>
        </p:nvPicPr>
        <p:blipFill rotWithShape="1">
          <a:blip r:embed="rId3">
            <a:alphaModFix/>
          </a:blip>
          <a:srcRect b="36044" l="9956" r="11272" t="37100"/>
          <a:stretch/>
        </p:blipFill>
        <p:spPr>
          <a:xfrm>
            <a:off x="281103" y="2525390"/>
            <a:ext cx="3158222" cy="367787"/>
          </a:xfrm>
          <a:prstGeom prst="rect">
            <a:avLst/>
          </a:prstGeom>
          <a:noFill/>
          <a:ln>
            <a:noFill/>
          </a:ln>
        </p:spPr>
      </p:pic>
      <p:sp>
        <p:nvSpPr>
          <p:cNvPr id="231" name="Google Shape;231;p9"/>
          <p:cNvSpPr txBox="1"/>
          <p:nvPr/>
        </p:nvSpPr>
        <p:spPr>
          <a:xfrm>
            <a:off x="4061861" y="2458779"/>
            <a:ext cx="4956706" cy="430847"/>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2000"/>
              <a:buFont typeface="Arial"/>
              <a:buNone/>
            </a:pPr>
            <a:r>
              <a:rPr b="0" i="0" lang="pt-BR" sz="1100" u="none" cap="none" strike="noStrike">
                <a:solidFill>
                  <a:schemeClr val="lt1"/>
                </a:solidFill>
                <a:latin typeface="Work Sans"/>
                <a:ea typeface="Work Sans"/>
                <a:cs typeface="Work Sans"/>
                <a:sym typeface="Work Sans"/>
              </a:rPr>
              <a:t>A OW cobra IR em uma prova separada das demais questões em modelo GMAT</a:t>
            </a:r>
            <a:endParaRPr b="0" i="0" sz="1100" u="none" cap="none" strike="noStrike">
              <a:solidFill>
                <a:schemeClr val="lt1"/>
              </a:solidFill>
              <a:latin typeface="Work Sans"/>
              <a:ea typeface="Work Sans"/>
              <a:cs typeface="Work Sans"/>
              <a:sym typeface="Work Sans"/>
            </a:endParaRPr>
          </a:p>
        </p:txBody>
      </p:sp>
      <p:sp>
        <p:nvSpPr>
          <p:cNvPr id="232" name="Google Shape;232;p9"/>
          <p:cNvSpPr txBox="1"/>
          <p:nvPr/>
        </p:nvSpPr>
        <p:spPr>
          <a:xfrm>
            <a:off x="4084036" y="3141703"/>
            <a:ext cx="4575291" cy="769441"/>
          </a:xfrm>
          <a:prstGeom prst="rect">
            <a:avLst/>
          </a:prstGeom>
          <a:noFill/>
          <a:ln>
            <a:noFill/>
          </a:ln>
        </p:spPr>
        <p:txBody>
          <a:bodyPr anchorCtr="0" anchor="t" bIns="45700" lIns="91425" spcFirstLastPara="1" rIns="91425" wrap="square" tIns="45700">
            <a:spAutoFit/>
          </a:bodyPr>
          <a:lstStyle/>
          <a:p>
            <a:pPr indent="-285750" lvl="0" marL="285750" marR="0" rtl="0" algn="l">
              <a:lnSpc>
                <a:spcPct val="100000"/>
              </a:lnSpc>
              <a:spcBef>
                <a:spcPts val="0"/>
              </a:spcBef>
              <a:spcAft>
                <a:spcPts val="0"/>
              </a:spcAft>
              <a:buClr>
                <a:srgbClr val="000000"/>
              </a:buClr>
              <a:buSzPts val="1100"/>
              <a:buFont typeface="Arial"/>
              <a:buChar char="•"/>
            </a:pPr>
            <a:r>
              <a:rPr b="1" i="0" lang="pt-BR" sz="1100" u="none" cap="none" strike="noStrike">
                <a:solidFill>
                  <a:schemeClr val="lt1"/>
                </a:solidFill>
                <a:latin typeface="Work Sans"/>
                <a:ea typeface="Work Sans"/>
                <a:cs typeface="Work Sans"/>
                <a:sym typeface="Work Sans"/>
              </a:rPr>
              <a:t>1° sessão</a:t>
            </a:r>
            <a:r>
              <a:rPr b="0" i="0" lang="pt-BR" sz="1100" u="none" cap="none" strike="noStrike">
                <a:solidFill>
                  <a:schemeClr val="lt1"/>
                </a:solidFill>
                <a:latin typeface="Work Sans"/>
                <a:ea typeface="Work Sans"/>
                <a:cs typeface="Work Sans"/>
                <a:sym typeface="Work Sans"/>
              </a:rPr>
              <a:t>: 30 minutos, 20 questões de Problem Solving,</a:t>
            </a:r>
            <a:endParaRPr/>
          </a:p>
          <a:p>
            <a:pPr indent="0" lvl="0" marL="0" marR="0" rtl="0" algn="l">
              <a:lnSpc>
                <a:spcPct val="100000"/>
              </a:lnSpc>
              <a:spcBef>
                <a:spcPts val="0"/>
              </a:spcBef>
              <a:spcAft>
                <a:spcPts val="0"/>
              </a:spcAft>
              <a:buNone/>
            </a:pPr>
            <a:r>
              <a:rPr b="0" i="0" lang="pt-BR" sz="1100" u="none" cap="none" strike="noStrike">
                <a:solidFill>
                  <a:schemeClr val="lt1"/>
                </a:solidFill>
                <a:latin typeface="Work Sans"/>
                <a:ea typeface="Work Sans"/>
                <a:cs typeface="Work Sans"/>
                <a:sym typeface="Work Sans"/>
              </a:rPr>
              <a:t>Critical Reasoning e Data Sufficiency</a:t>
            </a:r>
            <a:endParaRPr b="0" i="0" sz="1100" u="none" cap="none" strike="noStrike">
              <a:solidFill>
                <a:schemeClr val="lt1"/>
              </a:solidFill>
              <a:latin typeface="Work Sans"/>
              <a:ea typeface="Work Sans"/>
              <a:cs typeface="Work Sans"/>
              <a:sym typeface="Work Sans"/>
            </a:endParaRPr>
          </a:p>
          <a:p>
            <a:pPr indent="0" lvl="0" marL="0" marR="0" rtl="0" algn="l">
              <a:lnSpc>
                <a:spcPct val="100000"/>
              </a:lnSpc>
              <a:spcBef>
                <a:spcPts val="0"/>
              </a:spcBef>
              <a:spcAft>
                <a:spcPts val="0"/>
              </a:spcAft>
              <a:buNone/>
            </a:pPr>
            <a:r>
              <a:t/>
            </a:r>
            <a:endParaRPr b="0" i="0" sz="1100" u="none" cap="none" strike="noStrike">
              <a:solidFill>
                <a:schemeClr val="lt1"/>
              </a:solidFill>
              <a:latin typeface="Work Sans"/>
              <a:ea typeface="Work Sans"/>
              <a:cs typeface="Work Sans"/>
              <a:sym typeface="Work Sans"/>
            </a:endParaRPr>
          </a:p>
          <a:p>
            <a:pPr indent="-285750" lvl="0" marL="285750" marR="0" rtl="0" algn="l">
              <a:lnSpc>
                <a:spcPct val="100000"/>
              </a:lnSpc>
              <a:spcBef>
                <a:spcPts val="0"/>
              </a:spcBef>
              <a:spcAft>
                <a:spcPts val="0"/>
              </a:spcAft>
              <a:buClr>
                <a:srgbClr val="000000"/>
              </a:buClr>
              <a:buSzPts val="1100"/>
              <a:buFont typeface="Arial"/>
              <a:buChar char="•"/>
            </a:pPr>
            <a:r>
              <a:rPr b="1" i="0" lang="pt-BR" sz="1100" u="none" cap="none" strike="noStrike">
                <a:solidFill>
                  <a:schemeClr val="lt1"/>
                </a:solidFill>
                <a:latin typeface="Work Sans"/>
                <a:ea typeface="Work Sans"/>
                <a:cs typeface="Work Sans"/>
                <a:sym typeface="Work Sans"/>
              </a:rPr>
              <a:t>2° sessão:</a:t>
            </a:r>
            <a:r>
              <a:rPr b="0" i="0" lang="pt-BR" sz="1100" u="none" cap="none" strike="noStrike">
                <a:solidFill>
                  <a:schemeClr val="lt1"/>
                </a:solidFill>
                <a:latin typeface="Work Sans"/>
                <a:ea typeface="Work Sans"/>
                <a:cs typeface="Work Sans"/>
                <a:sym typeface="Work Sans"/>
              </a:rPr>
              <a:t> 20 minutos, 6 questões de Integrated Reasoning</a:t>
            </a:r>
            <a:endParaRPr b="0" i="0" sz="1100" u="none" cap="none" strike="noStrike">
              <a:solidFill>
                <a:schemeClr val="lt1"/>
              </a:solidFill>
              <a:latin typeface="Work Sans"/>
              <a:ea typeface="Work Sans"/>
              <a:cs typeface="Work Sans"/>
              <a:sym typeface="Work Sans"/>
            </a:endParaRPr>
          </a:p>
        </p:txBody>
      </p:sp>
      <p:sp>
        <p:nvSpPr>
          <p:cNvPr id="233" name="Google Shape;233;p9"/>
          <p:cNvSpPr/>
          <p:nvPr/>
        </p:nvSpPr>
        <p:spPr>
          <a:xfrm>
            <a:off x="3671481" y="3449464"/>
            <a:ext cx="316242" cy="184148"/>
          </a:xfrm>
          <a:prstGeom prst="chevron">
            <a:avLst>
              <a:gd fmla="val 50000" name="adj"/>
            </a:avLst>
          </a:prstGeom>
          <a:solidFill>
            <a:srgbClr val="00A7D1"/>
          </a:solidFill>
          <a:ln cap="flat" cmpd="sng" w="25400">
            <a:solidFill>
              <a:srgbClr val="00A7D1"/>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chemeClr val="dk1"/>
              </a:solidFill>
              <a:latin typeface="Arial"/>
              <a:ea typeface="Arial"/>
              <a:cs typeface="Arial"/>
              <a:sym typeface="Arial"/>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7"/>
                                        </p:tgtEl>
                                        <p:attrNameLst>
                                          <p:attrName>style.visibility</p:attrName>
                                        </p:attrNameLst>
                                      </p:cBhvr>
                                      <p:to>
                                        <p:strVal val="visible"/>
                                      </p:to>
                                    </p:set>
                                  </p:childTnLst>
                                </p:cTn>
                              </p:par>
                              <p:par>
                                <p:cTn fill="hold" nodeType="withEffect" presetClass="entr" presetID="1" presetSubtype="0">
                                  <p:stCondLst>
                                    <p:cond delay="0"/>
                                  </p:stCondLst>
                                  <p:childTnLst>
                                    <p:set>
                                      <p:cBhvr>
                                        <p:cTn dur="1" fill="hold">
                                          <p:stCondLst>
                                            <p:cond delay="0"/>
                                          </p:stCondLst>
                                        </p:cTn>
                                        <p:tgtEl>
                                          <p:spTgt spid="228"/>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9"/>
                                        </p:tgtEl>
                                        <p:attrNameLst>
                                          <p:attrName>style.visibility</p:attrName>
                                        </p:attrNameLst>
                                      </p:cBhvr>
                                      <p:to>
                                        <p:strVal val="visible"/>
                                      </p:to>
                                    </p:set>
                                  </p:childTnLst>
                                </p:cTn>
                              </p:par>
                              <p:par>
                                <p:cTn fill="hold" nodeType="withEffect" presetClass="entr" presetID="1" presetSubtype="0">
                                  <p:stCondLst>
                                    <p:cond delay="0"/>
                                  </p:stCondLst>
                                  <p:childTnLst>
                                    <p:set>
                                      <p:cBhvr>
                                        <p:cTn dur="1" fill="hold">
                                          <p:stCondLst>
                                            <p:cond delay="0"/>
                                          </p:stCondLst>
                                        </p:cTn>
                                        <p:tgtEl>
                                          <p:spTgt spid="231"/>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3"/>
                                        </p:tgtEl>
                                        <p:attrNameLst>
                                          <p:attrName>style.visibility</p:attrName>
                                        </p:attrNameLst>
                                      </p:cBhvr>
                                      <p:to>
                                        <p:strVal val="visible"/>
                                      </p:to>
                                    </p:set>
                                  </p:childTnLst>
                                </p:cTn>
                              </p:par>
                              <p:par>
                                <p:cTn fill="hold" nodeType="withEffect" presetClass="entr" presetID="1" presetSubtype="0">
                                  <p:stCondLst>
                                    <p:cond delay="0"/>
                                  </p:stCondLst>
                                  <p:childTnLst>
                                    <p:set>
                                      <p:cBhvr>
                                        <p:cTn dur="1" fill="hold">
                                          <p:stCondLst>
                                            <p:cond delay="0"/>
                                          </p:stCondLst>
                                        </p:cTn>
                                        <p:tgtEl>
                                          <p:spTgt spid="232"/>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7" name="Shape 237"/>
        <p:cNvGrpSpPr/>
        <p:nvPr/>
      </p:nvGrpSpPr>
      <p:grpSpPr>
        <a:xfrm>
          <a:off x="0" y="0"/>
          <a:ext cx="0" cy="0"/>
          <a:chOff x="0" y="0"/>
          <a:chExt cx="0" cy="0"/>
        </a:xfrm>
      </p:grpSpPr>
      <p:sp>
        <p:nvSpPr>
          <p:cNvPr id="238" name="Google Shape;238;p10"/>
          <p:cNvSpPr txBox="1"/>
          <p:nvPr/>
        </p:nvSpPr>
        <p:spPr>
          <a:xfrm>
            <a:off x="779659" y="3017792"/>
            <a:ext cx="1764000" cy="276900"/>
          </a:xfrm>
          <a:prstGeom prst="rect">
            <a:avLst/>
          </a:prstGeom>
          <a:noFill/>
          <a:ln>
            <a:noFill/>
          </a:ln>
        </p:spPr>
        <p:txBody>
          <a:bodyPr anchorCtr="0" anchor="b"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600"/>
              <a:buFont typeface="Arial"/>
              <a:buNone/>
            </a:pPr>
            <a:r>
              <a:rPr b="0" i="0" lang="pt-BR" sz="1600" u="none" cap="none" strike="noStrike">
                <a:solidFill>
                  <a:schemeClr val="lt1"/>
                </a:solidFill>
                <a:latin typeface="Kanit SemiBold"/>
                <a:ea typeface="Kanit SemiBold"/>
                <a:cs typeface="Kanit SemiBold"/>
                <a:sym typeface="Kanit SemiBold"/>
              </a:rPr>
              <a:t>INSCRIÇÕES</a:t>
            </a:r>
            <a:endParaRPr b="0" i="0" sz="1600" u="none" cap="none" strike="noStrike">
              <a:solidFill>
                <a:schemeClr val="lt1"/>
              </a:solidFill>
              <a:latin typeface="Kanit SemiBold"/>
              <a:ea typeface="Kanit SemiBold"/>
              <a:cs typeface="Kanit SemiBold"/>
              <a:sym typeface="Kanit SemiBold"/>
            </a:endParaRPr>
          </a:p>
        </p:txBody>
      </p:sp>
      <p:sp>
        <p:nvSpPr>
          <p:cNvPr id="239" name="Google Shape;239;p10"/>
          <p:cNvSpPr txBox="1"/>
          <p:nvPr/>
        </p:nvSpPr>
        <p:spPr>
          <a:xfrm>
            <a:off x="1259359" y="1911934"/>
            <a:ext cx="804600" cy="801600"/>
          </a:xfrm>
          <a:prstGeom prst="rect">
            <a:avLst/>
          </a:prstGeom>
          <a:solidFill>
            <a:schemeClr val="dk1"/>
          </a:solidFill>
          <a:ln>
            <a:noFill/>
          </a:ln>
        </p:spPr>
        <p:txBody>
          <a:bodyPr anchorCtr="0" anchor="ctr" bIns="91425" lIns="0" spcFirstLastPara="1" rIns="0" wrap="square" tIns="91425">
            <a:noAutofit/>
          </a:bodyPr>
          <a:lstStyle/>
          <a:p>
            <a:pPr indent="0" lvl="0" marL="0" marR="0" rtl="0" algn="ctr">
              <a:lnSpc>
                <a:spcPct val="100000"/>
              </a:lnSpc>
              <a:spcBef>
                <a:spcPts val="0"/>
              </a:spcBef>
              <a:spcAft>
                <a:spcPts val="0"/>
              </a:spcAft>
              <a:buClr>
                <a:srgbClr val="000000"/>
              </a:buClr>
              <a:buSzPts val="3000"/>
              <a:buFont typeface="Arial"/>
              <a:buNone/>
            </a:pPr>
            <a:r>
              <a:rPr b="0" i="0" lang="pt-BR" sz="3000" u="none" cap="none" strike="noStrike">
                <a:solidFill>
                  <a:srgbClr val="F3F3F3"/>
                </a:solidFill>
                <a:latin typeface="Kanit"/>
                <a:ea typeface="Kanit"/>
                <a:cs typeface="Kanit"/>
                <a:sym typeface="Kanit"/>
              </a:rPr>
              <a:t>01.</a:t>
            </a:r>
            <a:endParaRPr b="0" i="0" sz="3000" u="none" cap="none" strike="noStrike">
              <a:solidFill>
                <a:srgbClr val="F3F3F3"/>
              </a:solidFill>
              <a:latin typeface="Kanit"/>
              <a:ea typeface="Kanit"/>
              <a:cs typeface="Kanit"/>
              <a:sym typeface="Kanit"/>
            </a:endParaRPr>
          </a:p>
        </p:txBody>
      </p:sp>
      <p:sp>
        <p:nvSpPr>
          <p:cNvPr id="240" name="Google Shape;240;p10"/>
          <p:cNvSpPr txBox="1"/>
          <p:nvPr/>
        </p:nvSpPr>
        <p:spPr>
          <a:xfrm>
            <a:off x="3199584" y="1911934"/>
            <a:ext cx="804600" cy="801600"/>
          </a:xfrm>
          <a:prstGeom prst="rect">
            <a:avLst/>
          </a:prstGeom>
          <a:solidFill>
            <a:schemeClr val="dk1"/>
          </a:solidFill>
          <a:ln>
            <a:noFill/>
          </a:ln>
        </p:spPr>
        <p:txBody>
          <a:bodyPr anchorCtr="0" anchor="ctr" bIns="91425" lIns="0" spcFirstLastPara="1" rIns="0" wrap="square" tIns="91425">
            <a:noAutofit/>
          </a:bodyPr>
          <a:lstStyle/>
          <a:p>
            <a:pPr indent="0" lvl="0" marL="0" marR="0" rtl="0" algn="ctr">
              <a:lnSpc>
                <a:spcPct val="100000"/>
              </a:lnSpc>
              <a:spcBef>
                <a:spcPts val="0"/>
              </a:spcBef>
              <a:spcAft>
                <a:spcPts val="0"/>
              </a:spcAft>
              <a:buClr>
                <a:srgbClr val="000000"/>
              </a:buClr>
              <a:buSzPts val="3000"/>
              <a:buFont typeface="Arial"/>
              <a:buNone/>
            </a:pPr>
            <a:r>
              <a:rPr b="0" i="0" lang="pt-BR" sz="3000" u="none" cap="none" strike="noStrike">
                <a:solidFill>
                  <a:srgbClr val="F3F3F3"/>
                </a:solidFill>
                <a:latin typeface="Kanit"/>
                <a:ea typeface="Kanit"/>
                <a:cs typeface="Kanit"/>
                <a:sym typeface="Kanit"/>
              </a:rPr>
              <a:t>02.</a:t>
            </a:r>
            <a:endParaRPr b="0" i="0" sz="3000" u="none" cap="none" strike="noStrike">
              <a:solidFill>
                <a:srgbClr val="F3F3F3"/>
              </a:solidFill>
              <a:latin typeface="Kanit"/>
              <a:ea typeface="Kanit"/>
              <a:cs typeface="Kanit"/>
              <a:sym typeface="Kanit"/>
            </a:endParaRPr>
          </a:p>
        </p:txBody>
      </p:sp>
      <p:sp>
        <p:nvSpPr>
          <p:cNvPr id="241" name="Google Shape;241;p10"/>
          <p:cNvSpPr txBox="1"/>
          <p:nvPr/>
        </p:nvSpPr>
        <p:spPr>
          <a:xfrm>
            <a:off x="5139809" y="1911934"/>
            <a:ext cx="804600" cy="801600"/>
          </a:xfrm>
          <a:prstGeom prst="rect">
            <a:avLst/>
          </a:prstGeom>
          <a:solidFill>
            <a:schemeClr val="dk1"/>
          </a:solidFill>
          <a:ln>
            <a:noFill/>
          </a:ln>
        </p:spPr>
        <p:txBody>
          <a:bodyPr anchorCtr="0" anchor="ctr" bIns="91425" lIns="0" spcFirstLastPara="1" rIns="0" wrap="square" tIns="91425">
            <a:noAutofit/>
          </a:bodyPr>
          <a:lstStyle/>
          <a:p>
            <a:pPr indent="0" lvl="0" marL="0" marR="0" rtl="0" algn="ctr">
              <a:lnSpc>
                <a:spcPct val="100000"/>
              </a:lnSpc>
              <a:spcBef>
                <a:spcPts val="0"/>
              </a:spcBef>
              <a:spcAft>
                <a:spcPts val="0"/>
              </a:spcAft>
              <a:buClr>
                <a:srgbClr val="000000"/>
              </a:buClr>
              <a:buSzPts val="3000"/>
              <a:buFont typeface="Arial"/>
              <a:buNone/>
            </a:pPr>
            <a:r>
              <a:rPr b="0" i="0" lang="pt-BR" sz="3000" u="none" cap="none" strike="noStrike">
                <a:solidFill>
                  <a:srgbClr val="F3F3F3"/>
                </a:solidFill>
                <a:latin typeface="Kanit"/>
                <a:ea typeface="Kanit"/>
                <a:cs typeface="Kanit"/>
                <a:sym typeface="Kanit"/>
              </a:rPr>
              <a:t>03.</a:t>
            </a:r>
            <a:endParaRPr b="0" i="0" sz="3000" u="none" cap="none" strike="noStrike">
              <a:solidFill>
                <a:srgbClr val="F3F3F3"/>
              </a:solidFill>
              <a:latin typeface="Kanit"/>
              <a:ea typeface="Kanit"/>
              <a:cs typeface="Kanit"/>
              <a:sym typeface="Kanit"/>
            </a:endParaRPr>
          </a:p>
        </p:txBody>
      </p:sp>
      <p:sp>
        <p:nvSpPr>
          <p:cNvPr id="242" name="Google Shape;242;p10"/>
          <p:cNvSpPr txBox="1"/>
          <p:nvPr/>
        </p:nvSpPr>
        <p:spPr>
          <a:xfrm>
            <a:off x="7080034" y="1911934"/>
            <a:ext cx="804600" cy="801600"/>
          </a:xfrm>
          <a:prstGeom prst="rect">
            <a:avLst/>
          </a:prstGeom>
          <a:solidFill>
            <a:schemeClr val="dk1"/>
          </a:solidFill>
          <a:ln>
            <a:noFill/>
          </a:ln>
        </p:spPr>
        <p:txBody>
          <a:bodyPr anchorCtr="0" anchor="ctr" bIns="91425" lIns="0" spcFirstLastPara="1" rIns="0" wrap="square" tIns="91425">
            <a:noAutofit/>
          </a:bodyPr>
          <a:lstStyle/>
          <a:p>
            <a:pPr indent="0" lvl="0" marL="0" marR="0" rtl="0" algn="ctr">
              <a:lnSpc>
                <a:spcPct val="100000"/>
              </a:lnSpc>
              <a:spcBef>
                <a:spcPts val="0"/>
              </a:spcBef>
              <a:spcAft>
                <a:spcPts val="0"/>
              </a:spcAft>
              <a:buClr>
                <a:srgbClr val="000000"/>
              </a:buClr>
              <a:buSzPts val="3000"/>
              <a:buFont typeface="Arial"/>
              <a:buNone/>
            </a:pPr>
            <a:r>
              <a:rPr b="0" i="0" lang="pt-BR" sz="3000" u="none" cap="none" strike="noStrike">
                <a:solidFill>
                  <a:srgbClr val="F3F3F3"/>
                </a:solidFill>
                <a:latin typeface="Kanit"/>
                <a:ea typeface="Kanit"/>
                <a:cs typeface="Kanit"/>
                <a:sym typeface="Kanit"/>
              </a:rPr>
              <a:t>04.</a:t>
            </a:r>
            <a:endParaRPr b="0" i="0" sz="3000" u="none" cap="none" strike="noStrike">
              <a:solidFill>
                <a:srgbClr val="F3F3F3"/>
              </a:solidFill>
              <a:latin typeface="Kanit"/>
              <a:ea typeface="Kanit"/>
              <a:cs typeface="Kanit"/>
              <a:sym typeface="Kanit"/>
            </a:endParaRPr>
          </a:p>
        </p:txBody>
      </p:sp>
      <p:cxnSp>
        <p:nvCxnSpPr>
          <p:cNvPr id="243" name="Google Shape;243;p10"/>
          <p:cNvCxnSpPr>
            <a:stCxn id="239" idx="3"/>
            <a:endCxn id="240" idx="1"/>
          </p:cNvCxnSpPr>
          <p:nvPr/>
        </p:nvCxnSpPr>
        <p:spPr>
          <a:xfrm>
            <a:off x="2063959" y="2312734"/>
            <a:ext cx="1135500" cy="0"/>
          </a:xfrm>
          <a:prstGeom prst="straightConnector1">
            <a:avLst/>
          </a:prstGeom>
          <a:noFill/>
          <a:ln cap="flat" cmpd="sng" w="9525">
            <a:solidFill>
              <a:schemeClr val="dk1"/>
            </a:solidFill>
            <a:prstDash val="solid"/>
            <a:round/>
            <a:headEnd len="sm" w="sm" type="none"/>
            <a:tailEnd len="sm" w="sm" type="none"/>
          </a:ln>
        </p:spPr>
      </p:cxnSp>
      <p:cxnSp>
        <p:nvCxnSpPr>
          <p:cNvPr id="244" name="Google Shape;244;p10"/>
          <p:cNvCxnSpPr>
            <a:stCxn id="240" idx="3"/>
            <a:endCxn id="241" idx="1"/>
          </p:cNvCxnSpPr>
          <p:nvPr/>
        </p:nvCxnSpPr>
        <p:spPr>
          <a:xfrm>
            <a:off x="4004184" y="2312734"/>
            <a:ext cx="1135500" cy="0"/>
          </a:xfrm>
          <a:prstGeom prst="straightConnector1">
            <a:avLst/>
          </a:prstGeom>
          <a:noFill/>
          <a:ln cap="flat" cmpd="sng" w="9525">
            <a:solidFill>
              <a:schemeClr val="dk1"/>
            </a:solidFill>
            <a:prstDash val="solid"/>
            <a:round/>
            <a:headEnd len="sm" w="sm" type="none"/>
            <a:tailEnd len="sm" w="sm" type="none"/>
          </a:ln>
        </p:spPr>
      </p:cxnSp>
      <p:cxnSp>
        <p:nvCxnSpPr>
          <p:cNvPr id="245" name="Google Shape;245;p10"/>
          <p:cNvCxnSpPr>
            <a:stCxn id="241" idx="3"/>
            <a:endCxn id="242" idx="1"/>
          </p:cNvCxnSpPr>
          <p:nvPr/>
        </p:nvCxnSpPr>
        <p:spPr>
          <a:xfrm>
            <a:off x="5944409" y="2312734"/>
            <a:ext cx="1135500" cy="0"/>
          </a:xfrm>
          <a:prstGeom prst="straightConnector1">
            <a:avLst/>
          </a:prstGeom>
          <a:noFill/>
          <a:ln cap="flat" cmpd="sng" w="9525">
            <a:solidFill>
              <a:schemeClr val="dk1"/>
            </a:solidFill>
            <a:prstDash val="solid"/>
            <a:round/>
            <a:headEnd len="sm" w="sm" type="none"/>
            <a:tailEnd len="sm" w="sm" type="none"/>
          </a:ln>
        </p:spPr>
      </p:cxnSp>
      <p:sp>
        <p:nvSpPr>
          <p:cNvPr id="246" name="Google Shape;246;p10"/>
          <p:cNvSpPr txBox="1"/>
          <p:nvPr>
            <p:ph idx="4294967295" type="title"/>
          </p:nvPr>
        </p:nvSpPr>
        <p:spPr>
          <a:xfrm>
            <a:off x="722375" y="384050"/>
            <a:ext cx="5052900" cy="5760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3000"/>
              <a:buNone/>
            </a:pPr>
            <a:r>
              <a:rPr lang="pt-BR"/>
              <a:t>O QUE É GMAT?</a:t>
            </a:r>
            <a:endParaRPr/>
          </a:p>
        </p:txBody>
      </p:sp>
      <p:sp>
        <p:nvSpPr>
          <p:cNvPr id="247" name="Google Shape;247;p10"/>
          <p:cNvSpPr txBox="1"/>
          <p:nvPr/>
        </p:nvSpPr>
        <p:spPr>
          <a:xfrm>
            <a:off x="2715109" y="2993248"/>
            <a:ext cx="1764000" cy="516300"/>
          </a:xfrm>
          <a:prstGeom prst="rect">
            <a:avLst/>
          </a:prstGeom>
          <a:noFill/>
          <a:ln>
            <a:noFill/>
          </a:ln>
        </p:spPr>
        <p:txBody>
          <a:bodyPr anchorCtr="0" anchor="b"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600"/>
              <a:buFont typeface="Arial"/>
              <a:buNone/>
            </a:pPr>
            <a:r>
              <a:rPr b="0" i="0" lang="pt-BR" sz="1600" u="none" cap="none" strike="noStrike">
                <a:solidFill>
                  <a:schemeClr val="lt1"/>
                </a:solidFill>
                <a:latin typeface="Kanit SemiBold"/>
                <a:ea typeface="Kanit SemiBold"/>
                <a:cs typeface="Kanit SemiBold"/>
                <a:sym typeface="Kanit SemiBold"/>
              </a:rPr>
              <a:t>JOGOS E PROVAS</a:t>
            </a:r>
            <a:endParaRPr b="0" i="0" sz="1600" u="none" cap="none" strike="noStrike">
              <a:solidFill>
                <a:schemeClr val="lt1"/>
              </a:solidFill>
              <a:latin typeface="Kanit SemiBold"/>
              <a:ea typeface="Kanit SemiBold"/>
              <a:cs typeface="Kanit SemiBold"/>
              <a:sym typeface="Kanit SemiBold"/>
            </a:endParaRPr>
          </a:p>
        </p:txBody>
      </p:sp>
      <p:sp>
        <p:nvSpPr>
          <p:cNvPr id="248" name="Google Shape;248;p10"/>
          <p:cNvSpPr txBox="1"/>
          <p:nvPr/>
        </p:nvSpPr>
        <p:spPr>
          <a:xfrm>
            <a:off x="4640116" y="2999214"/>
            <a:ext cx="1909799" cy="516300"/>
          </a:xfrm>
          <a:prstGeom prst="rect">
            <a:avLst/>
          </a:prstGeom>
          <a:noFill/>
          <a:ln>
            <a:noFill/>
          </a:ln>
        </p:spPr>
        <p:txBody>
          <a:bodyPr anchorCtr="0" anchor="b"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600"/>
              <a:buFont typeface="Arial"/>
              <a:buNone/>
            </a:pPr>
            <a:r>
              <a:rPr b="0" i="0" lang="pt-BR" sz="1600" u="none" cap="none" strike="noStrike">
                <a:solidFill>
                  <a:schemeClr val="lt1"/>
                </a:solidFill>
                <a:latin typeface="Kanit SemiBold"/>
                <a:ea typeface="Kanit SemiBold"/>
                <a:cs typeface="Kanit SemiBold"/>
                <a:sym typeface="Kanit SemiBold"/>
              </a:rPr>
              <a:t>ETAPAS INTERMEDIÁRIAS</a:t>
            </a:r>
            <a:endParaRPr b="0" i="0" sz="1600" u="none" cap="none" strike="noStrike">
              <a:solidFill>
                <a:schemeClr val="lt1"/>
              </a:solidFill>
              <a:latin typeface="Kanit SemiBold"/>
              <a:ea typeface="Kanit SemiBold"/>
              <a:cs typeface="Kanit SemiBold"/>
              <a:sym typeface="Kanit SemiBold"/>
            </a:endParaRPr>
          </a:p>
        </p:txBody>
      </p:sp>
      <p:sp>
        <p:nvSpPr>
          <p:cNvPr id="249" name="Google Shape;249;p10"/>
          <p:cNvSpPr txBox="1"/>
          <p:nvPr/>
        </p:nvSpPr>
        <p:spPr>
          <a:xfrm>
            <a:off x="6390201" y="3004252"/>
            <a:ext cx="2184265" cy="253874"/>
          </a:xfrm>
          <a:prstGeom prst="rect">
            <a:avLst/>
          </a:prstGeom>
          <a:noFill/>
          <a:ln>
            <a:noFill/>
          </a:ln>
        </p:spPr>
        <p:txBody>
          <a:bodyPr anchorCtr="0" anchor="b"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600"/>
              <a:buFont typeface="Arial"/>
              <a:buNone/>
            </a:pPr>
            <a:r>
              <a:rPr b="0" i="0" lang="pt-BR" sz="1600" u="none" cap="none" strike="noStrike">
                <a:solidFill>
                  <a:schemeClr val="lt1"/>
                </a:solidFill>
                <a:latin typeface="Kanit SemiBold"/>
                <a:ea typeface="Kanit SemiBold"/>
                <a:cs typeface="Kanit SemiBold"/>
                <a:sym typeface="Kanit SemiBold"/>
              </a:rPr>
              <a:t>ENTREVISTAS</a:t>
            </a:r>
            <a:endParaRPr b="0" i="0" sz="1600" u="none" cap="none" strike="noStrike">
              <a:solidFill>
                <a:schemeClr val="lt1"/>
              </a:solidFill>
              <a:latin typeface="Kanit SemiBold"/>
              <a:ea typeface="Kanit SemiBold"/>
              <a:cs typeface="Kanit SemiBold"/>
              <a:sym typeface="Kanit SemiBold"/>
            </a:endParaRPr>
          </a:p>
        </p:txBody>
      </p:sp>
      <p:sp>
        <p:nvSpPr>
          <p:cNvPr id="250" name="Google Shape;250;p10"/>
          <p:cNvSpPr txBox="1"/>
          <p:nvPr/>
        </p:nvSpPr>
        <p:spPr>
          <a:xfrm>
            <a:off x="0" y="4825425"/>
            <a:ext cx="4862100" cy="276900"/>
          </a:xfrm>
          <a:prstGeom prst="rect">
            <a:avLst/>
          </a:prstGeom>
          <a:noFill/>
          <a:ln>
            <a:noFill/>
          </a:ln>
        </p:spPr>
        <p:txBody>
          <a:bodyPr anchorCtr="0" anchor="t" bIns="68550" lIns="137125" spcFirstLastPara="1" rIns="137125" wrap="square" tIns="68550">
            <a:spAutoFit/>
          </a:bodyPr>
          <a:lstStyle/>
          <a:p>
            <a:pPr indent="0" lvl="0" marL="0" marR="0" rtl="0" algn="l">
              <a:lnSpc>
                <a:spcPct val="100000"/>
              </a:lnSpc>
              <a:spcBef>
                <a:spcPts val="0"/>
              </a:spcBef>
              <a:spcAft>
                <a:spcPts val="0"/>
              </a:spcAft>
              <a:buClr>
                <a:srgbClr val="000000"/>
              </a:buClr>
              <a:buSzPts val="900"/>
              <a:buFont typeface="Arial"/>
              <a:buNone/>
            </a:pPr>
            <a:r>
              <a:rPr b="1" i="0" lang="pt-BR" sz="900" u="none" cap="none" strike="noStrike">
                <a:solidFill>
                  <a:srgbClr val="000000"/>
                </a:solidFill>
                <a:latin typeface="Arial"/>
                <a:ea typeface="Arial"/>
                <a:cs typeface="Arial"/>
                <a:sym typeface="Arial"/>
              </a:rPr>
              <a:t>Prep4Consulting 2026.</a:t>
            </a:r>
            <a:r>
              <a:rPr b="1" lang="pt-BR" sz="900"/>
              <a:t>2</a:t>
            </a:r>
            <a:r>
              <a:rPr b="1" i="0" lang="pt-BR" sz="900" u="none" cap="none" strike="noStrike">
                <a:solidFill>
                  <a:srgbClr val="000000"/>
                </a:solidFill>
                <a:latin typeface="Arial"/>
                <a:ea typeface="Arial"/>
                <a:cs typeface="Arial"/>
                <a:sym typeface="Arial"/>
              </a:rPr>
              <a:t> </a:t>
            </a:r>
            <a:r>
              <a:rPr b="0" i="0" lang="pt-BR" sz="900" u="none" cap="none" strike="noStrike">
                <a:solidFill>
                  <a:srgbClr val="000000"/>
                </a:solidFill>
                <a:latin typeface="Arial"/>
                <a:ea typeface="Arial"/>
                <a:cs typeface="Arial"/>
                <a:sym typeface="Arial"/>
              </a:rPr>
              <a:t>| GMAT: Estrutura da Prova</a:t>
            </a:r>
            <a:endParaRPr b="0" i="0" sz="900" u="none" cap="none" strike="noStrike">
              <a:solidFill>
                <a:srgbClr val="000000"/>
              </a:solidFill>
              <a:latin typeface="Arial"/>
              <a:ea typeface="Arial"/>
              <a:cs typeface="Arial"/>
              <a:sym typeface="Arial"/>
            </a:endParaRPr>
          </a:p>
        </p:txBody>
      </p:sp>
      <p:sp>
        <p:nvSpPr>
          <p:cNvPr id="251" name="Google Shape;251;p10"/>
          <p:cNvSpPr txBox="1"/>
          <p:nvPr/>
        </p:nvSpPr>
        <p:spPr>
          <a:xfrm>
            <a:off x="4281900" y="4825425"/>
            <a:ext cx="4862100" cy="276900"/>
          </a:xfrm>
          <a:prstGeom prst="rect">
            <a:avLst/>
          </a:prstGeom>
          <a:noFill/>
          <a:ln>
            <a:noFill/>
          </a:ln>
        </p:spPr>
        <p:txBody>
          <a:bodyPr anchorCtr="0" anchor="t" bIns="68550" lIns="137125" spcFirstLastPara="1" rIns="137125" wrap="square" tIns="68550">
            <a:spAutoFit/>
          </a:bodyPr>
          <a:lstStyle/>
          <a:p>
            <a:pPr indent="0" lvl="0" marL="0" marR="0" rtl="0" algn="r">
              <a:lnSpc>
                <a:spcPct val="100000"/>
              </a:lnSpc>
              <a:spcBef>
                <a:spcPts val="0"/>
              </a:spcBef>
              <a:spcAft>
                <a:spcPts val="0"/>
              </a:spcAft>
              <a:buClr>
                <a:srgbClr val="000000"/>
              </a:buClr>
              <a:buSzPts val="900"/>
              <a:buFont typeface="Arial"/>
              <a:buNone/>
            </a:pPr>
            <a:r>
              <a:rPr b="0" i="0" lang="pt-BR" sz="900" u="none" cap="none" strike="noStrike">
                <a:solidFill>
                  <a:srgbClr val="000000"/>
                </a:solidFill>
                <a:latin typeface="Arial"/>
                <a:ea typeface="Arial"/>
                <a:cs typeface="Arial"/>
                <a:sym typeface="Arial"/>
              </a:rPr>
              <a:t>Copyright © 2026 Clube de Consultoria Universitário. All rights reserved.</a:t>
            </a:r>
            <a:endParaRPr b="0" i="0" sz="900" u="none" cap="none" strike="noStrike">
              <a:solidFill>
                <a:srgbClr val="000000"/>
              </a:solidFill>
              <a:latin typeface="Arial"/>
              <a:ea typeface="Arial"/>
              <a:cs typeface="Arial"/>
              <a:sym typeface="Arial"/>
            </a:endParaRPr>
          </a:p>
        </p:txBody>
      </p:sp>
      <p:sp>
        <p:nvSpPr>
          <p:cNvPr id="252" name="Google Shape;252;p10"/>
          <p:cNvSpPr txBox="1"/>
          <p:nvPr/>
        </p:nvSpPr>
        <p:spPr>
          <a:xfrm>
            <a:off x="931672" y="3557512"/>
            <a:ext cx="1873156" cy="738623"/>
          </a:xfrm>
          <a:prstGeom prst="rect">
            <a:avLst/>
          </a:prstGeom>
          <a:noFill/>
          <a:ln>
            <a:noFill/>
          </a:ln>
        </p:spPr>
        <p:txBody>
          <a:bodyPr anchorCtr="0" anchor="t" bIns="45700" lIns="91425" spcFirstLastPara="1" rIns="91425" wrap="square" tIns="45700">
            <a:spAutoFit/>
          </a:bodyPr>
          <a:lstStyle/>
          <a:p>
            <a:pPr indent="-180000" lvl="0" marL="285750" marR="0" rtl="0" algn="l">
              <a:lnSpc>
                <a:spcPct val="100000"/>
              </a:lnSpc>
              <a:spcBef>
                <a:spcPts val="0"/>
              </a:spcBef>
              <a:spcAft>
                <a:spcPts val="0"/>
              </a:spcAft>
              <a:buClr>
                <a:schemeClr val="dk1"/>
              </a:buClr>
              <a:buSzPts val="1400"/>
              <a:buFont typeface="Arial"/>
              <a:buChar char="•"/>
            </a:pPr>
            <a:r>
              <a:rPr b="0" i="0" lang="pt-BR" sz="1050" u="none" cap="none" strike="noStrike">
                <a:solidFill>
                  <a:schemeClr val="lt1"/>
                </a:solidFill>
                <a:latin typeface="Work Sans"/>
                <a:ea typeface="Work Sans"/>
                <a:cs typeface="Work Sans"/>
                <a:sym typeface="Work Sans"/>
              </a:rPr>
              <a:t>Currículo</a:t>
            </a:r>
            <a:endParaRPr b="0" i="0" sz="1050" u="none" cap="none" strike="noStrike">
              <a:solidFill>
                <a:schemeClr val="lt1"/>
              </a:solidFill>
              <a:latin typeface="Work Sans"/>
              <a:ea typeface="Work Sans"/>
              <a:cs typeface="Work Sans"/>
              <a:sym typeface="Work Sans"/>
            </a:endParaRPr>
          </a:p>
          <a:p>
            <a:pPr indent="-180000" lvl="0" marL="285750" marR="0" rtl="0" algn="l">
              <a:lnSpc>
                <a:spcPct val="100000"/>
              </a:lnSpc>
              <a:spcBef>
                <a:spcPts val="0"/>
              </a:spcBef>
              <a:spcAft>
                <a:spcPts val="0"/>
              </a:spcAft>
              <a:buClr>
                <a:schemeClr val="dk1"/>
              </a:buClr>
              <a:buSzPts val="1400"/>
              <a:buFont typeface="Arial"/>
              <a:buChar char="•"/>
            </a:pPr>
            <a:r>
              <a:rPr b="0" i="0" lang="pt-BR" sz="1050" u="none" cap="none" strike="noStrike">
                <a:solidFill>
                  <a:schemeClr val="lt1"/>
                </a:solidFill>
                <a:latin typeface="Work Sans"/>
                <a:ea typeface="Work Sans"/>
                <a:cs typeface="Work Sans"/>
                <a:sym typeface="Work Sans"/>
              </a:rPr>
              <a:t>Histórico escolar</a:t>
            </a:r>
            <a:endParaRPr b="0" i="0" sz="1050" u="none" cap="none" strike="noStrike">
              <a:solidFill>
                <a:schemeClr val="lt1"/>
              </a:solidFill>
              <a:latin typeface="Work Sans"/>
              <a:ea typeface="Work Sans"/>
              <a:cs typeface="Work Sans"/>
              <a:sym typeface="Work Sans"/>
            </a:endParaRPr>
          </a:p>
          <a:p>
            <a:pPr indent="-180000" lvl="0" marL="285750" marR="0" rtl="0" algn="l">
              <a:lnSpc>
                <a:spcPct val="100000"/>
              </a:lnSpc>
              <a:spcBef>
                <a:spcPts val="0"/>
              </a:spcBef>
              <a:spcAft>
                <a:spcPts val="0"/>
              </a:spcAft>
              <a:buClr>
                <a:schemeClr val="dk1"/>
              </a:buClr>
              <a:buSzPts val="1400"/>
              <a:buFont typeface="Arial"/>
              <a:buChar char="•"/>
            </a:pPr>
            <a:r>
              <a:rPr b="0" i="0" lang="pt-BR" sz="1050" u="none" cap="none" strike="noStrike">
                <a:solidFill>
                  <a:schemeClr val="lt1"/>
                </a:solidFill>
                <a:latin typeface="Work Sans"/>
                <a:ea typeface="Work Sans"/>
                <a:cs typeface="Work Sans"/>
                <a:sym typeface="Work Sans"/>
              </a:rPr>
              <a:t>Cover Letter</a:t>
            </a:r>
            <a:endParaRPr b="0" i="0" sz="1050" u="none" cap="none" strike="noStrike">
              <a:solidFill>
                <a:schemeClr val="lt1"/>
              </a:solidFill>
              <a:latin typeface="Work Sans"/>
              <a:ea typeface="Work Sans"/>
              <a:cs typeface="Work Sans"/>
              <a:sym typeface="Work Sans"/>
            </a:endParaRPr>
          </a:p>
          <a:p>
            <a:pPr indent="-180000" lvl="0" marL="285750" marR="0" rtl="0" algn="l">
              <a:lnSpc>
                <a:spcPct val="100000"/>
              </a:lnSpc>
              <a:spcBef>
                <a:spcPts val="0"/>
              </a:spcBef>
              <a:spcAft>
                <a:spcPts val="0"/>
              </a:spcAft>
              <a:buClr>
                <a:schemeClr val="dk1"/>
              </a:buClr>
              <a:buSzPts val="1400"/>
              <a:buFont typeface="Arial"/>
              <a:buChar char="•"/>
            </a:pPr>
            <a:r>
              <a:rPr b="0" i="0" lang="pt-BR" sz="1050" u="none" cap="none" strike="noStrike">
                <a:solidFill>
                  <a:schemeClr val="lt1"/>
                </a:solidFill>
                <a:latin typeface="Work Sans"/>
                <a:ea typeface="Work Sans"/>
                <a:cs typeface="Work Sans"/>
                <a:sym typeface="Work Sans"/>
              </a:rPr>
              <a:t>Vídeo</a:t>
            </a:r>
            <a:endParaRPr b="0" i="0" sz="1050" u="none" cap="none" strike="noStrike">
              <a:solidFill>
                <a:schemeClr val="lt1"/>
              </a:solidFill>
              <a:latin typeface="Work Sans"/>
              <a:ea typeface="Work Sans"/>
              <a:cs typeface="Work Sans"/>
              <a:sym typeface="Work Sans"/>
            </a:endParaRPr>
          </a:p>
        </p:txBody>
      </p:sp>
      <p:sp>
        <p:nvSpPr>
          <p:cNvPr id="253" name="Google Shape;253;p10"/>
          <p:cNvSpPr txBox="1"/>
          <p:nvPr/>
        </p:nvSpPr>
        <p:spPr>
          <a:xfrm>
            <a:off x="2765649" y="3557511"/>
            <a:ext cx="1662920" cy="900206"/>
          </a:xfrm>
          <a:prstGeom prst="rect">
            <a:avLst/>
          </a:prstGeom>
          <a:noFill/>
          <a:ln>
            <a:noFill/>
          </a:ln>
        </p:spPr>
        <p:txBody>
          <a:bodyPr anchorCtr="0" anchor="t" bIns="45700" lIns="91425" spcFirstLastPara="1" rIns="91425" wrap="square" tIns="45700">
            <a:spAutoFit/>
          </a:bodyPr>
          <a:lstStyle/>
          <a:p>
            <a:pPr indent="-180000" lvl="0" marL="285750" marR="0" rtl="0" algn="l">
              <a:lnSpc>
                <a:spcPct val="100000"/>
              </a:lnSpc>
              <a:spcBef>
                <a:spcPts val="0"/>
              </a:spcBef>
              <a:spcAft>
                <a:spcPts val="0"/>
              </a:spcAft>
              <a:buClr>
                <a:schemeClr val="dk1"/>
              </a:buClr>
              <a:buSzPts val="1400"/>
              <a:buFont typeface="Arial"/>
              <a:buChar char="•"/>
            </a:pPr>
            <a:r>
              <a:rPr b="1" i="0" lang="pt-BR" sz="1050" u="none" cap="none" strike="noStrike">
                <a:solidFill>
                  <a:schemeClr val="dk1"/>
                </a:solidFill>
                <a:latin typeface="Work Sans"/>
                <a:ea typeface="Work Sans"/>
                <a:cs typeface="Work Sans"/>
                <a:sym typeface="Work Sans"/>
              </a:rPr>
              <a:t>Raciocínio lógico</a:t>
            </a:r>
            <a:endParaRPr b="1" i="0" sz="1050" u="none" cap="none" strike="noStrike">
              <a:solidFill>
                <a:schemeClr val="dk1"/>
              </a:solidFill>
              <a:latin typeface="Work Sans"/>
              <a:ea typeface="Work Sans"/>
              <a:cs typeface="Work Sans"/>
              <a:sym typeface="Work Sans"/>
            </a:endParaRPr>
          </a:p>
          <a:p>
            <a:pPr indent="-180000" lvl="0" marL="285750" marR="0" rtl="0" algn="l">
              <a:lnSpc>
                <a:spcPct val="100000"/>
              </a:lnSpc>
              <a:spcBef>
                <a:spcPts val="0"/>
              </a:spcBef>
              <a:spcAft>
                <a:spcPts val="0"/>
              </a:spcAft>
              <a:buClr>
                <a:schemeClr val="dk1"/>
              </a:buClr>
              <a:buSzPts val="1400"/>
              <a:buFont typeface="Arial"/>
              <a:buChar char="•"/>
            </a:pPr>
            <a:r>
              <a:rPr b="0" i="0" lang="pt-BR" sz="1050" u="none" cap="none" strike="noStrike">
                <a:solidFill>
                  <a:schemeClr val="lt1"/>
                </a:solidFill>
                <a:latin typeface="Work Sans"/>
                <a:ea typeface="Work Sans"/>
                <a:cs typeface="Work Sans"/>
                <a:sym typeface="Work Sans"/>
              </a:rPr>
              <a:t>Conhecimento em negócios</a:t>
            </a:r>
            <a:endParaRPr b="0" i="0" sz="1050" u="none" cap="none" strike="noStrike">
              <a:solidFill>
                <a:schemeClr val="lt1"/>
              </a:solidFill>
              <a:latin typeface="Work Sans"/>
              <a:ea typeface="Work Sans"/>
              <a:cs typeface="Work Sans"/>
              <a:sym typeface="Work Sans"/>
            </a:endParaRPr>
          </a:p>
          <a:p>
            <a:pPr indent="-180000" lvl="0" marL="285750" marR="0" rtl="0" algn="l">
              <a:lnSpc>
                <a:spcPct val="100000"/>
              </a:lnSpc>
              <a:spcBef>
                <a:spcPts val="0"/>
              </a:spcBef>
              <a:spcAft>
                <a:spcPts val="0"/>
              </a:spcAft>
              <a:buClr>
                <a:schemeClr val="dk1"/>
              </a:buClr>
              <a:buSzPts val="1400"/>
              <a:buFont typeface="Arial"/>
              <a:buChar char="•"/>
            </a:pPr>
            <a:r>
              <a:rPr b="0" i="0" lang="pt-BR" sz="1050" u="none" cap="none" strike="noStrike">
                <a:solidFill>
                  <a:schemeClr val="lt1"/>
                </a:solidFill>
                <a:latin typeface="Work Sans"/>
                <a:ea typeface="Work Sans"/>
                <a:cs typeface="Work Sans"/>
                <a:sym typeface="Work Sans"/>
              </a:rPr>
              <a:t>Comportamental</a:t>
            </a:r>
            <a:endParaRPr b="0" i="0" sz="1050" u="none" cap="none" strike="noStrike">
              <a:solidFill>
                <a:schemeClr val="lt1"/>
              </a:solidFill>
              <a:latin typeface="Work Sans"/>
              <a:ea typeface="Work Sans"/>
              <a:cs typeface="Work Sans"/>
              <a:sym typeface="Work Sans"/>
            </a:endParaRPr>
          </a:p>
          <a:p>
            <a:pPr indent="-180000" lvl="0" marL="285750" marR="0" rtl="0" algn="l">
              <a:lnSpc>
                <a:spcPct val="100000"/>
              </a:lnSpc>
              <a:spcBef>
                <a:spcPts val="0"/>
              </a:spcBef>
              <a:spcAft>
                <a:spcPts val="0"/>
              </a:spcAft>
              <a:buClr>
                <a:schemeClr val="dk1"/>
              </a:buClr>
              <a:buSzPts val="1400"/>
              <a:buFont typeface="Arial"/>
              <a:buChar char="•"/>
            </a:pPr>
            <a:r>
              <a:rPr b="0" i="0" lang="pt-BR" sz="1050" u="none" cap="none" strike="noStrike">
                <a:solidFill>
                  <a:schemeClr val="lt1"/>
                </a:solidFill>
                <a:latin typeface="Work Sans"/>
                <a:ea typeface="Work Sans"/>
                <a:cs typeface="Work Sans"/>
                <a:sym typeface="Work Sans"/>
              </a:rPr>
              <a:t>Situacional</a:t>
            </a:r>
            <a:endParaRPr b="0" i="0" sz="1050" u="none" cap="none" strike="noStrike">
              <a:solidFill>
                <a:schemeClr val="lt1"/>
              </a:solidFill>
              <a:latin typeface="Work Sans"/>
              <a:ea typeface="Work Sans"/>
              <a:cs typeface="Work Sans"/>
              <a:sym typeface="Work Sans"/>
            </a:endParaRPr>
          </a:p>
        </p:txBody>
      </p:sp>
      <p:sp>
        <p:nvSpPr>
          <p:cNvPr id="254" name="Google Shape;254;p10"/>
          <p:cNvSpPr txBox="1"/>
          <p:nvPr/>
        </p:nvSpPr>
        <p:spPr>
          <a:xfrm>
            <a:off x="4609835" y="3585770"/>
            <a:ext cx="2330879" cy="430847"/>
          </a:xfrm>
          <a:prstGeom prst="rect">
            <a:avLst/>
          </a:prstGeom>
          <a:noFill/>
          <a:ln>
            <a:noFill/>
          </a:ln>
        </p:spPr>
        <p:txBody>
          <a:bodyPr anchorCtr="0" anchor="t" bIns="45700" lIns="91425" spcFirstLastPara="1" rIns="91425" wrap="square" tIns="45700">
            <a:spAutoFit/>
          </a:bodyPr>
          <a:lstStyle/>
          <a:p>
            <a:pPr indent="-180000" lvl="0" marL="285750" marR="0" rtl="0" algn="l">
              <a:lnSpc>
                <a:spcPct val="100000"/>
              </a:lnSpc>
              <a:spcBef>
                <a:spcPts val="0"/>
              </a:spcBef>
              <a:spcAft>
                <a:spcPts val="0"/>
              </a:spcAft>
              <a:buClr>
                <a:schemeClr val="dk1"/>
              </a:buClr>
              <a:buSzPts val="1400"/>
              <a:buFont typeface="Arial"/>
              <a:buChar char="•"/>
            </a:pPr>
            <a:r>
              <a:rPr b="0" i="0" lang="pt-BR" sz="1050" u="none" cap="none" strike="noStrike">
                <a:solidFill>
                  <a:schemeClr val="lt1"/>
                </a:solidFill>
                <a:latin typeface="Work Sans"/>
                <a:ea typeface="Work Sans"/>
                <a:cs typeface="Work Sans"/>
                <a:sym typeface="Work Sans"/>
              </a:rPr>
              <a:t>Dinâmica em grupo</a:t>
            </a:r>
            <a:endParaRPr b="0" i="0" sz="1050" u="none" cap="none" strike="noStrike">
              <a:solidFill>
                <a:schemeClr val="lt1"/>
              </a:solidFill>
              <a:latin typeface="Work Sans"/>
              <a:ea typeface="Work Sans"/>
              <a:cs typeface="Work Sans"/>
              <a:sym typeface="Work Sans"/>
            </a:endParaRPr>
          </a:p>
          <a:p>
            <a:pPr indent="-180000" lvl="0" marL="285750" marR="0" rtl="0" algn="l">
              <a:lnSpc>
                <a:spcPct val="100000"/>
              </a:lnSpc>
              <a:spcBef>
                <a:spcPts val="0"/>
              </a:spcBef>
              <a:spcAft>
                <a:spcPts val="0"/>
              </a:spcAft>
              <a:buClr>
                <a:schemeClr val="dk1"/>
              </a:buClr>
              <a:buSzPts val="1400"/>
              <a:buFont typeface="Arial"/>
              <a:buChar char="•"/>
            </a:pPr>
            <a:r>
              <a:rPr b="0" i="0" lang="pt-BR" sz="1050" u="none" cap="none" strike="noStrike">
                <a:solidFill>
                  <a:schemeClr val="lt1"/>
                </a:solidFill>
                <a:latin typeface="Work Sans"/>
                <a:ea typeface="Work Sans"/>
                <a:cs typeface="Work Sans"/>
                <a:sym typeface="Work Sans"/>
              </a:rPr>
              <a:t>Apresentação de case</a:t>
            </a:r>
            <a:endParaRPr b="0" i="0" sz="1050" u="none" cap="none" strike="noStrike">
              <a:solidFill>
                <a:schemeClr val="lt1"/>
              </a:solidFill>
              <a:latin typeface="Work Sans"/>
              <a:ea typeface="Work Sans"/>
              <a:cs typeface="Work Sans"/>
              <a:sym typeface="Work Sans"/>
            </a:endParaRPr>
          </a:p>
        </p:txBody>
      </p:sp>
      <p:sp>
        <p:nvSpPr>
          <p:cNvPr id="255" name="Google Shape;255;p10"/>
          <p:cNvSpPr txBox="1"/>
          <p:nvPr/>
        </p:nvSpPr>
        <p:spPr>
          <a:xfrm>
            <a:off x="6802956" y="3585770"/>
            <a:ext cx="1873156" cy="430847"/>
          </a:xfrm>
          <a:prstGeom prst="rect">
            <a:avLst/>
          </a:prstGeom>
          <a:noFill/>
          <a:ln>
            <a:noFill/>
          </a:ln>
        </p:spPr>
        <p:txBody>
          <a:bodyPr anchorCtr="0" anchor="t" bIns="45700" lIns="91425" spcFirstLastPara="1" rIns="91425" wrap="square" tIns="45700">
            <a:spAutoFit/>
          </a:bodyPr>
          <a:lstStyle/>
          <a:p>
            <a:pPr indent="-180000" lvl="0" marL="285750" marR="0" rtl="0" algn="l">
              <a:lnSpc>
                <a:spcPct val="100000"/>
              </a:lnSpc>
              <a:spcBef>
                <a:spcPts val="0"/>
              </a:spcBef>
              <a:spcAft>
                <a:spcPts val="0"/>
              </a:spcAft>
              <a:buClr>
                <a:schemeClr val="dk1"/>
              </a:buClr>
              <a:buSzPts val="1400"/>
              <a:buFont typeface="Arial"/>
              <a:buChar char="•"/>
            </a:pPr>
            <a:r>
              <a:rPr b="0" i="0" lang="pt-BR" sz="1050" u="none" cap="none" strike="noStrike">
                <a:solidFill>
                  <a:schemeClr val="lt1"/>
                </a:solidFill>
                <a:latin typeface="Work Sans"/>
                <a:ea typeface="Work Sans"/>
                <a:cs typeface="Work Sans"/>
                <a:sym typeface="Work Sans"/>
              </a:rPr>
              <a:t>Fit Interview</a:t>
            </a:r>
            <a:endParaRPr b="0" i="0" sz="1050" u="none" cap="none" strike="noStrike">
              <a:solidFill>
                <a:schemeClr val="lt1"/>
              </a:solidFill>
              <a:latin typeface="Work Sans"/>
              <a:ea typeface="Work Sans"/>
              <a:cs typeface="Work Sans"/>
              <a:sym typeface="Work Sans"/>
            </a:endParaRPr>
          </a:p>
          <a:p>
            <a:pPr indent="-180000" lvl="0" marL="285750" marR="0" rtl="0" algn="l">
              <a:lnSpc>
                <a:spcPct val="100000"/>
              </a:lnSpc>
              <a:spcBef>
                <a:spcPts val="0"/>
              </a:spcBef>
              <a:spcAft>
                <a:spcPts val="0"/>
              </a:spcAft>
              <a:buClr>
                <a:schemeClr val="dk1"/>
              </a:buClr>
              <a:buSzPts val="1400"/>
              <a:buFont typeface="Arial"/>
              <a:buChar char="•"/>
            </a:pPr>
            <a:r>
              <a:rPr b="0" i="0" lang="pt-BR" sz="1050" u="none" cap="none" strike="noStrike">
                <a:solidFill>
                  <a:schemeClr val="lt1"/>
                </a:solidFill>
                <a:latin typeface="Work Sans"/>
                <a:ea typeface="Work Sans"/>
                <a:cs typeface="Work Sans"/>
                <a:sym typeface="Work Sans"/>
              </a:rPr>
              <a:t>Case Interview</a:t>
            </a:r>
            <a:endParaRPr b="0" i="0" sz="1050" u="none" cap="none" strike="noStrike">
              <a:solidFill>
                <a:schemeClr val="lt1"/>
              </a:solidFill>
              <a:latin typeface="Work Sans"/>
              <a:ea typeface="Work Sans"/>
              <a:cs typeface="Work Sans"/>
              <a:sym typeface="Work Sans"/>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59" name="Shape 259"/>
        <p:cNvGrpSpPr/>
        <p:nvPr/>
      </p:nvGrpSpPr>
      <p:grpSpPr>
        <a:xfrm>
          <a:off x="0" y="0"/>
          <a:ext cx="0" cy="0"/>
          <a:chOff x="0" y="0"/>
          <a:chExt cx="0" cy="0"/>
        </a:xfrm>
      </p:grpSpPr>
      <p:pic>
        <p:nvPicPr>
          <p:cNvPr id="260" name="Google Shape;260;p11"/>
          <p:cNvPicPr preferRelativeResize="0"/>
          <p:nvPr/>
        </p:nvPicPr>
        <p:blipFill rotWithShape="1">
          <a:blip r:embed="rId3">
            <a:alphaModFix/>
          </a:blip>
          <a:srcRect b="7628" l="0" r="0" t="8066"/>
          <a:stretch/>
        </p:blipFill>
        <p:spPr>
          <a:xfrm>
            <a:off x="-1" y="0"/>
            <a:ext cx="9144001" cy="5143500"/>
          </a:xfrm>
          <a:prstGeom prst="rect">
            <a:avLst/>
          </a:prstGeom>
          <a:noFill/>
          <a:ln>
            <a:noFill/>
          </a:ln>
        </p:spPr>
      </p:pic>
      <p:sp>
        <p:nvSpPr>
          <p:cNvPr id="261" name="Google Shape;261;p11"/>
          <p:cNvSpPr txBox="1"/>
          <p:nvPr>
            <p:ph type="title"/>
          </p:nvPr>
        </p:nvSpPr>
        <p:spPr>
          <a:xfrm>
            <a:off x="629525" y="3346125"/>
            <a:ext cx="4180500" cy="951555"/>
          </a:xfrm>
          <a:prstGeom prst="rect">
            <a:avLst/>
          </a:prstGeom>
          <a:solidFill>
            <a:schemeClr val="dk2"/>
          </a:solidFill>
          <a:ln>
            <a:noFill/>
          </a:ln>
        </p:spPr>
        <p:txBody>
          <a:bodyPr anchorCtr="0" anchor="t" bIns="91425" lIns="91425" spcFirstLastPara="1" rIns="91425" wrap="square" tIns="91425">
            <a:noAutofit/>
          </a:bodyPr>
          <a:lstStyle/>
          <a:p>
            <a:pPr indent="0" lvl="0" marL="0" rtl="0" algn="ctr">
              <a:lnSpc>
                <a:spcPct val="100000"/>
              </a:lnSpc>
              <a:spcBef>
                <a:spcPts val="0"/>
              </a:spcBef>
              <a:spcAft>
                <a:spcPts val="0"/>
              </a:spcAft>
              <a:buSzPts val="2800"/>
              <a:buNone/>
            </a:pPr>
            <a:r>
              <a:rPr lang="pt-BR" sz="2400">
                <a:solidFill>
                  <a:schemeClr val="lt1"/>
                </a:solidFill>
              </a:rPr>
              <a:t>POR QUE AS CONSULTORIAS UTILIZAM O </a:t>
            </a:r>
            <a:r>
              <a:rPr lang="pt-BR" sz="2400">
                <a:solidFill>
                  <a:schemeClr val="dk1"/>
                </a:solidFill>
              </a:rPr>
              <a:t>MODELO GMAT?</a:t>
            </a:r>
            <a:endParaRPr sz="2400">
              <a:solidFill>
                <a:schemeClr val="dk1"/>
              </a:solidFill>
            </a:endParaRPr>
          </a:p>
        </p:txBody>
      </p:sp>
      <p:grpSp>
        <p:nvGrpSpPr>
          <p:cNvPr id="262" name="Google Shape;262;p11"/>
          <p:cNvGrpSpPr/>
          <p:nvPr/>
        </p:nvGrpSpPr>
        <p:grpSpPr>
          <a:xfrm>
            <a:off x="0" y="0"/>
            <a:ext cx="9144000" cy="5143500"/>
            <a:chOff x="0" y="0"/>
            <a:chExt cx="9144000" cy="5143500"/>
          </a:xfrm>
        </p:grpSpPr>
        <p:sp>
          <p:nvSpPr>
            <p:cNvPr id="263" name="Google Shape;263;p11"/>
            <p:cNvSpPr/>
            <p:nvPr/>
          </p:nvSpPr>
          <p:spPr>
            <a:xfrm flipH="1" rot="10800000">
              <a:off x="0" y="0"/>
              <a:ext cx="397200" cy="4160700"/>
            </a:xfrm>
            <a:prstGeom prst="rtTriangle">
              <a:avLst/>
            </a:pr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64" name="Google Shape;264;p11"/>
            <p:cNvSpPr/>
            <p:nvPr/>
          </p:nvSpPr>
          <p:spPr>
            <a:xfrm flipH="1">
              <a:off x="8746800" y="982800"/>
              <a:ext cx="397200" cy="4160700"/>
            </a:xfrm>
            <a:prstGeom prst="rtTriangle">
              <a:avLst/>
            </a:pr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265" name="Google Shape;265;p11"/>
          <p:cNvSpPr/>
          <p:nvPr/>
        </p:nvSpPr>
        <p:spPr>
          <a:xfrm>
            <a:off x="4419600" y="2419350"/>
            <a:ext cx="3162300" cy="31623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9" name="Shape 269"/>
        <p:cNvGrpSpPr/>
        <p:nvPr/>
      </p:nvGrpSpPr>
      <p:grpSpPr>
        <a:xfrm>
          <a:off x="0" y="0"/>
          <a:ext cx="0" cy="0"/>
          <a:chOff x="0" y="0"/>
          <a:chExt cx="0" cy="0"/>
        </a:xfrm>
      </p:grpSpPr>
      <p:sp>
        <p:nvSpPr>
          <p:cNvPr id="270" name="Google Shape;270;p12"/>
          <p:cNvSpPr txBox="1"/>
          <p:nvPr>
            <p:ph idx="4294967295" type="title"/>
          </p:nvPr>
        </p:nvSpPr>
        <p:spPr>
          <a:xfrm>
            <a:off x="722375" y="384050"/>
            <a:ext cx="5052900" cy="5760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3000"/>
              <a:buNone/>
            </a:pPr>
            <a:r>
              <a:rPr lang="pt-BR"/>
              <a:t>O QUE É GMAT?</a:t>
            </a:r>
            <a:endParaRPr/>
          </a:p>
        </p:txBody>
      </p:sp>
      <p:sp>
        <p:nvSpPr>
          <p:cNvPr id="271" name="Google Shape;271;p12"/>
          <p:cNvSpPr txBox="1"/>
          <p:nvPr/>
        </p:nvSpPr>
        <p:spPr>
          <a:xfrm>
            <a:off x="0" y="4825425"/>
            <a:ext cx="4862100" cy="276900"/>
          </a:xfrm>
          <a:prstGeom prst="rect">
            <a:avLst/>
          </a:prstGeom>
          <a:noFill/>
          <a:ln>
            <a:noFill/>
          </a:ln>
        </p:spPr>
        <p:txBody>
          <a:bodyPr anchorCtr="0" anchor="t" bIns="68550" lIns="137125" spcFirstLastPara="1" rIns="137125" wrap="square" tIns="68550">
            <a:spAutoFit/>
          </a:bodyPr>
          <a:lstStyle/>
          <a:p>
            <a:pPr indent="0" lvl="0" marL="0" marR="0" rtl="0" algn="l">
              <a:lnSpc>
                <a:spcPct val="100000"/>
              </a:lnSpc>
              <a:spcBef>
                <a:spcPts val="0"/>
              </a:spcBef>
              <a:spcAft>
                <a:spcPts val="0"/>
              </a:spcAft>
              <a:buClr>
                <a:srgbClr val="000000"/>
              </a:buClr>
              <a:buSzPts val="900"/>
              <a:buFont typeface="Arial"/>
              <a:buNone/>
            </a:pPr>
            <a:r>
              <a:rPr b="1" i="0" lang="pt-BR" sz="900" u="none" cap="none" strike="noStrike">
                <a:solidFill>
                  <a:srgbClr val="000000"/>
                </a:solidFill>
                <a:latin typeface="Arial"/>
                <a:ea typeface="Arial"/>
                <a:cs typeface="Arial"/>
                <a:sym typeface="Arial"/>
              </a:rPr>
              <a:t>Prep4Consulting 2026.</a:t>
            </a:r>
            <a:r>
              <a:rPr b="1" lang="pt-BR" sz="900"/>
              <a:t>2</a:t>
            </a:r>
            <a:r>
              <a:rPr b="1" i="0" lang="pt-BR" sz="900" u="none" cap="none" strike="noStrike">
                <a:solidFill>
                  <a:srgbClr val="000000"/>
                </a:solidFill>
                <a:latin typeface="Arial"/>
                <a:ea typeface="Arial"/>
                <a:cs typeface="Arial"/>
                <a:sym typeface="Arial"/>
              </a:rPr>
              <a:t> </a:t>
            </a:r>
            <a:r>
              <a:rPr b="0" i="0" lang="pt-BR" sz="900" u="none" cap="none" strike="noStrike">
                <a:solidFill>
                  <a:srgbClr val="000000"/>
                </a:solidFill>
                <a:latin typeface="Arial"/>
                <a:ea typeface="Arial"/>
                <a:cs typeface="Arial"/>
                <a:sym typeface="Arial"/>
              </a:rPr>
              <a:t>| GMAT: Estrutura da Prova</a:t>
            </a:r>
            <a:endParaRPr b="0" i="0" sz="900" u="none" cap="none" strike="noStrike">
              <a:solidFill>
                <a:srgbClr val="000000"/>
              </a:solidFill>
              <a:latin typeface="Arial"/>
              <a:ea typeface="Arial"/>
              <a:cs typeface="Arial"/>
              <a:sym typeface="Arial"/>
            </a:endParaRPr>
          </a:p>
        </p:txBody>
      </p:sp>
      <p:sp>
        <p:nvSpPr>
          <p:cNvPr id="272" name="Google Shape;272;p12"/>
          <p:cNvSpPr txBox="1"/>
          <p:nvPr/>
        </p:nvSpPr>
        <p:spPr>
          <a:xfrm>
            <a:off x="4281900" y="4825425"/>
            <a:ext cx="4862100" cy="276900"/>
          </a:xfrm>
          <a:prstGeom prst="rect">
            <a:avLst/>
          </a:prstGeom>
          <a:noFill/>
          <a:ln>
            <a:noFill/>
          </a:ln>
        </p:spPr>
        <p:txBody>
          <a:bodyPr anchorCtr="0" anchor="t" bIns="68550" lIns="137125" spcFirstLastPara="1" rIns="137125" wrap="square" tIns="68550">
            <a:spAutoFit/>
          </a:bodyPr>
          <a:lstStyle/>
          <a:p>
            <a:pPr indent="0" lvl="0" marL="0" marR="0" rtl="0" algn="r">
              <a:lnSpc>
                <a:spcPct val="100000"/>
              </a:lnSpc>
              <a:spcBef>
                <a:spcPts val="0"/>
              </a:spcBef>
              <a:spcAft>
                <a:spcPts val="0"/>
              </a:spcAft>
              <a:buClr>
                <a:srgbClr val="000000"/>
              </a:buClr>
              <a:buSzPts val="900"/>
              <a:buFont typeface="Arial"/>
              <a:buNone/>
            </a:pPr>
            <a:r>
              <a:rPr b="0" i="0" lang="pt-BR" sz="900" u="none" cap="none" strike="noStrike">
                <a:solidFill>
                  <a:srgbClr val="000000"/>
                </a:solidFill>
                <a:latin typeface="Arial"/>
                <a:ea typeface="Arial"/>
                <a:cs typeface="Arial"/>
                <a:sym typeface="Arial"/>
              </a:rPr>
              <a:t>Copyright © 2026 Clube de Consultoria Universitário. All rights reserved.</a:t>
            </a:r>
            <a:endParaRPr b="0" i="0" sz="900" u="none" cap="none" strike="noStrike">
              <a:solidFill>
                <a:srgbClr val="000000"/>
              </a:solidFill>
              <a:latin typeface="Arial"/>
              <a:ea typeface="Arial"/>
              <a:cs typeface="Arial"/>
              <a:sym typeface="Arial"/>
            </a:endParaRPr>
          </a:p>
        </p:txBody>
      </p:sp>
      <p:sp>
        <p:nvSpPr>
          <p:cNvPr id="273" name="Google Shape;273;p12"/>
          <p:cNvSpPr txBox="1"/>
          <p:nvPr/>
        </p:nvSpPr>
        <p:spPr>
          <a:xfrm>
            <a:off x="616607" y="1016966"/>
            <a:ext cx="5961003" cy="253875"/>
          </a:xfrm>
          <a:prstGeom prst="rect">
            <a:avLst/>
          </a:prstGeom>
          <a:noFill/>
          <a:ln>
            <a:noFill/>
          </a:ln>
        </p:spPr>
        <p:txBody>
          <a:bodyPr anchorCtr="0" anchor="t" bIns="45700" lIns="91425" spcFirstLastPara="1" rIns="91425" wrap="square" tIns="45700">
            <a:spAutoFit/>
          </a:bodyPr>
          <a:lstStyle/>
          <a:p>
            <a:pPr indent="0" lvl="0" marL="105750" marR="0" rtl="0" algn="l">
              <a:lnSpc>
                <a:spcPct val="100000"/>
              </a:lnSpc>
              <a:spcBef>
                <a:spcPts val="0"/>
              </a:spcBef>
              <a:spcAft>
                <a:spcPts val="0"/>
              </a:spcAft>
              <a:buNone/>
            </a:pPr>
            <a:r>
              <a:rPr b="0" i="0" lang="pt-BR" sz="1050" u="none" cap="none" strike="noStrike">
                <a:solidFill>
                  <a:schemeClr val="lt1"/>
                </a:solidFill>
                <a:latin typeface="Work Sans"/>
                <a:ea typeface="Work Sans"/>
                <a:cs typeface="Work Sans"/>
                <a:sym typeface="Work Sans"/>
              </a:rPr>
              <a:t>Exemplo de estrutura de carreira (BCG) mostrada na aula de Consulting 101</a:t>
            </a:r>
            <a:endParaRPr b="0" i="0" sz="1050" u="none" cap="none" strike="noStrike">
              <a:solidFill>
                <a:schemeClr val="lt1"/>
              </a:solidFill>
              <a:latin typeface="Work Sans"/>
              <a:ea typeface="Work Sans"/>
              <a:cs typeface="Work Sans"/>
              <a:sym typeface="Work Sans"/>
            </a:endParaRPr>
          </a:p>
        </p:txBody>
      </p:sp>
      <p:pic>
        <p:nvPicPr>
          <p:cNvPr id="274" name="Google Shape;274;p12"/>
          <p:cNvPicPr preferRelativeResize="0"/>
          <p:nvPr/>
        </p:nvPicPr>
        <p:blipFill rotWithShape="1">
          <a:blip r:embed="rId3">
            <a:alphaModFix/>
          </a:blip>
          <a:srcRect b="0" l="0" r="0" t="0"/>
          <a:stretch/>
        </p:blipFill>
        <p:spPr>
          <a:xfrm>
            <a:off x="696925" y="1701804"/>
            <a:ext cx="4593623" cy="2424730"/>
          </a:xfrm>
          <a:prstGeom prst="rect">
            <a:avLst/>
          </a:prstGeom>
          <a:noFill/>
          <a:ln>
            <a:noFill/>
          </a:ln>
        </p:spPr>
      </p:pic>
      <p:sp>
        <p:nvSpPr>
          <p:cNvPr id="275" name="Google Shape;275;p12"/>
          <p:cNvSpPr txBox="1"/>
          <p:nvPr/>
        </p:nvSpPr>
        <p:spPr>
          <a:xfrm>
            <a:off x="5581650" y="1871319"/>
            <a:ext cx="3109500" cy="2085699"/>
          </a:xfrm>
          <a:prstGeom prst="rect">
            <a:avLst/>
          </a:prstGeom>
          <a:noFill/>
          <a:ln>
            <a:noFill/>
          </a:ln>
        </p:spPr>
        <p:txBody>
          <a:bodyPr anchorCtr="0" anchor="t" bIns="45700" lIns="91425" spcFirstLastPara="1" rIns="91425" wrap="square" tIns="45700">
            <a:spAutoFit/>
          </a:bodyPr>
          <a:lstStyle/>
          <a:p>
            <a:pPr indent="0" lvl="0" marL="0" marR="0" rtl="0" algn="ctr">
              <a:lnSpc>
                <a:spcPct val="115000"/>
              </a:lnSpc>
              <a:spcBef>
                <a:spcPts val="0"/>
              </a:spcBef>
              <a:spcAft>
                <a:spcPts val="0"/>
              </a:spcAft>
              <a:buClr>
                <a:schemeClr val="dk1"/>
              </a:buClr>
              <a:buSzPts val="1800"/>
              <a:buFont typeface="Arial"/>
              <a:buNone/>
            </a:pPr>
            <a:r>
              <a:rPr b="0" i="0" lang="pt-BR" sz="1400" u="none" cap="none" strike="noStrike">
                <a:solidFill>
                  <a:schemeClr val="lt1"/>
                </a:solidFill>
                <a:latin typeface="Work Sans"/>
                <a:ea typeface="Work Sans"/>
                <a:cs typeface="Work Sans"/>
                <a:sym typeface="Work Sans"/>
              </a:rPr>
              <a:t>“Como, na carreira, os consultores aplicarem para um </a:t>
            </a:r>
            <a:r>
              <a:rPr b="1" i="0" lang="pt-BR" sz="1400" u="none" cap="none" strike="noStrike">
                <a:solidFill>
                  <a:schemeClr val="lt1"/>
                </a:solidFill>
                <a:latin typeface="Work Sans"/>
                <a:ea typeface="Work Sans"/>
                <a:cs typeface="Work Sans"/>
                <a:sym typeface="Work Sans"/>
              </a:rPr>
              <a:t>MBA é algo comum</a:t>
            </a:r>
            <a:r>
              <a:rPr b="0" i="0" lang="pt-BR" sz="1400" u="none" cap="none" strike="noStrike">
                <a:solidFill>
                  <a:schemeClr val="lt1"/>
                </a:solidFill>
                <a:latin typeface="Work Sans"/>
                <a:ea typeface="Work Sans"/>
                <a:cs typeface="Work Sans"/>
                <a:sym typeface="Work Sans"/>
              </a:rPr>
              <a:t>, isso explica um pouco do motivo pelo qual as consultorias podem se predispor a cobrar provas em modelo GMAT desde o processo seletivo</a:t>
            </a:r>
            <a:r>
              <a:rPr b="0" i="0" lang="pt-BR" sz="1600" u="none" cap="none" strike="noStrike">
                <a:solidFill>
                  <a:schemeClr val="lt1"/>
                </a:solidFill>
                <a:latin typeface="Arial"/>
                <a:ea typeface="Arial"/>
                <a:cs typeface="Arial"/>
                <a:sym typeface="Arial"/>
              </a:rPr>
              <a:t>”</a:t>
            </a:r>
            <a:endParaRPr/>
          </a:p>
        </p:txBody>
      </p:sp>
      <p:sp>
        <p:nvSpPr>
          <p:cNvPr id="276" name="Google Shape;276;p12"/>
          <p:cNvSpPr/>
          <p:nvPr/>
        </p:nvSpPr>
        <p:spPr>
          <a:xfrm>
            <a:off x="1812705" y="3680119"/>
            <a:ext cx="644745" cy="672132"/>
          </a:xfrm>
          <a:prstGeom prst="ellipse">
            <a:avLst/>
          </a:prstGeom>
          <a:noFill/>
          <a:ln cap="flat" cmpd="sng" w="57150">
            <a:solidFill>
              <a:srgbClr val="C1272D"/>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76"/>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0" name="Shape 280"/>
        <p:cNvGrpSpPr/>
        <p:nvPr/>
      </p:nvGrpSpPr>
      <p:grpSpPr>
        <a:xfrm>
          <a:off x="0" y="0"/>
          <a:ext cx="0" cy="0"/>
          <a:chOff x="0" y="0"/>
          <a:chExt cx="0" cy="0"/>
        </a:xfrm>
      </p:grpSpPr>
      <p:sp>
        <p:nvSpPr>
          <p:cNvPr id="281" name="Google Shape;281;p13"/>
          <p:cNvSpPr/>
          <p:nvPr/>
        </p:nvSpPr>
        <p:spPr>
          <a:xfrm rot="10800000">
            <a:off x="75825" y="0"/>
            <a:ext cx="2264758" cy="5143500"/>
          </a:xfrm>
          <a:prstGeom prst="parallelogram">
            <a:avLst>
              <a:gd fmla="val 20300" name="adj"/>
            </a:avLst>
          </a:prstGeom>
          <a:solidFill>
            <a:srgbClr val="C1272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82" name="Google Shape;282;p13"/>
          <p:cNvSpPr txBox="1"/>
          <p:nvPr>
            <p:ph type="title"/>
          </p:nvPr>
        </p:nvSpPr>
        <p:spPr>
          <a:xfrm>
            <a:off x="2438400" y="166959"/>
            <a:ext cx="5116200" cy="572700"/>
          </a:xfrm>
          <a:prstGeom prst="rect">
            <a:avLst/>
          </a:prstGeom>
          <a:noFill/>
          <a:ln>
            <a:noFill/>
          </a:ln>
        </p:spPr>
        <p:txBody>
          <a:bodyPr anchorCtr="0" anchor="t" bIns="91425" lIns="91425" spcFirstLastPara="1" rIns="91425" wrap="square" tIns="91425">
            <a:noAutofit/>
          </a:bodyPr>
          <a:lstStyle/>
          <a:p>
            <a:pPr indent="0" lvl="0" marL="0" rtl="0" algn="ctr">
              <a:lnSpc>
                <a:spcPct val="100000"/>
              </a:lnSpc>
              <a:spcBef>
                <a:spcPts val="0"/>
              </a:spcBef>
              <a:spcAft>
                <a:spcPts val="0"/>
              </a:spcAft>
              <a:buSzPts val="3000"/>
              <a:buNone/>
            </a:pPr>
            <a:r>
              <a:rPr lang="pt-BR"/>
              <a:t>O QUE É GMAT?</a:t>
            </a:r>
            <a:endParaRPr/>
          </a:p>
        </p:txBody>
      </p:sp>
      <p:sp>
        <p:nvSpPr>
          <p:cNvPr id="283" name="Google Shape;283;p13"/>
          <p:cNvSpPr txBox="1"/>
          <p:nvPr>
            <p:ph idx="2" type="subTitle"/>
          </p:nvPr>
        </p:nvSpPr>
        <p:spPr>
          <a:xfrm>
            <a:off x="2999100" y="687772"/>
            <a:ext cx="4073400" cy="681300"/>
          </a:xfrm>
          <a:prstGeom prst="rect">
            <a:avLst/>
          </a:prstGeom>
          <a:noFill/>
          <a:ln>
            <a:noFill/>
          </a:ln>
        </p:spPr>
        <p:txBody>
          <a:bodyPr anchorCtr="0" anchor="t" bIns="91425" lIns="91425" spcFirstLastPara="1" rIns="91425" wrap="square" tIns="91425">
            <a:noAutofit/>
          </a:bodyPr>
          <a:lstStyle/>
          <a:p>
            <a:pPr indent="0" lvl="0" marL="0" rtl="0" algn="ctr">
              <a:lnSpc>
                <a:spcPct val="100000"/>
              </a:lnSpc>
              <a:spcBef>
                <a:spcPts val="0"/>
              </a:spcBef>
              <a:spcAft>
                <a:spcPts val="0"/>
              </a:spcAft>
              <a:buSzPts val="1200"/>
              <a:buNone/>
            </a:pPr>
            <a:r>
              <a:rPr lang="pt-BR"/>
              <a:t>Onde mais as consultorias usam esse modelo?</a:t>
            </a:r>
            <a:endParaRPr/>
          </a:p>
        </p:txBody>
      </p:sp>
      <p:sp>
        <p:nvSpPr>
          <p:cNvPr id="284" name="Google Shape;284;p13"/>
          <p:cNvSpPr txBox="1"/>
          <p:nvPr>
            <p:ph idx="4" type="subTitle"/>
          </p:nvPr>
        </p:nvSpPr>
        <p:spPr>
          <a:xfrm>
            <a:off x="3711075" y="1462141"/>
            <a:ext cx="4073400" cy="489600"/>
          </a:xfrm>
          <a:prstGeom prst="rect">
            <a:avLst/>
          </a:prstGeom>
          <a:noFill/>
          <a:ln>
            <a:noFill/>
          </a:ln>
        </p:spPr>
        <p:txBody>
          <a:bodyPr anchorCtr="0" anchor="b" bIns="91425" lIns="91425" spcFirstLastPara="1" rIns="91425" wrap="square" tIns="91425">
            <a:noAutofit/>
          </a:bodyPr>
          <a:lstStyle/>
          <a:p>
            <a:pPr indent="0" lvl="0" marL="0" rtl="0" algn="l">
              <a:lnSpc>
                <a:spcPct val="100000"/>
              </a:lnSpc>
              <a:spcBef>
                <a:spcPts val="0"/>
              </a:spcBef>
              <a:spcAft>
                <a:spcPts val="0"/>
              </a:spcAft>
              <a:buSzPts val="1200"/>
              <a:buNone/>
            </a:pPr>
            <a:r>
              <a:rPr lang="pt-BR"/>
              <a:t>PROCESSOS SELETIVOS</a:t>
            </a:r>
            <a:endParaRPr/>
          </a:p>
        </p:txBody>
      </p:sp>
      <p:sp>
        <p:nvSpPr>
          <p:cNvPr id="285" name="Google Shape;285;p13"/>
          <p:cNvSpPr txBox="1"/>
          <p:nvPr>
            <p:ph idx="5" type="subTitle"/>
          </p:nvPr>
        </p:nvSpPr>
        <p:spPr>
          <a:xfrm>
            <a:off x="3757425" y="3850885"/>
            <a:ext cx="4073400" cy="489600"/>
          </a:xfrm>
          <a:prstGeom prst="rect">
            <a:avLst/>
          </a:prstGeom>
          <a:noFill/>
          <a:ln>
            <a:noFill/>
          </a:ln>
        </p:spPr>
        <p:txBody>
          <a:bodyPr anchorCtr="0" anchor="b" bIns="91425" lIns="91425" spcFirstLastPara="1" rIns="91425" wrap="square" tIns="91425">
            <a:noAutofit/>
          </a:bodyPr>
          <a:lstStyle/>
          <a:p>
            <a:pPr indent="0" lvl="0" marL="0" rtl="0" algn="l">
              <a:lnSpc>
                <a:spcPct val="100000"/>
              </a:lnSpc>
              <a:spcBef>
                <a:spcPts val="0"/>
              </a:spcBef>
              <a:spcAft>
                <a:spcPts val="0"/>
              </a:spcAft>
              <a:buSzPts val="1200"/>
              <a:buNone/>
            </a:pPr>
            <a:r>
              <a:rPr lang="pt-BR"/>
              <a:t>DESAFIOS UNIVERSITÁRIOS</a:t>
            </a:r>
            <a:endParaRPr/>
          </a:p>
        </p:txBody>
      </p:sp>
      <p:sp>
        <p:nvSpPr>
          <p:cNvPr id="286" name="Google Shape;286;p13"/>
          <p:cNvSpPr txBox="1"/>
          <p:nvPr>
            <p:ph idx="6" type="subTitle"/>
          </p:nvPr>
        </p:nvSpPr>
        <p:spPr>
          <a:xfrm>
            <a:off x="3742700" y="2656513"/>
            <a:ext cx="4073400" cy="489600"/>
          </a:xfrm>
          <a:prstGeom prst="rect">
            <a:avLst/>
          </a:prstGeom>
          <a:noFill/>
          <a:ln>
            <a:noFill/>
          </a:ln>
        </p:spPr>
        <p:txBody>
          <a:bodyPr anchorCtr="0" anchor="b" bIns="91425" lIns="91425" spcFirstLastPara="1" rIns="91425" wrap="square" tIns="91425">
            <a:noAutofit/>
          </a:bodyPr>
          <a:lstStyle/>
          <a:p>
            <a:pPr indent="0" lvl="0" marL="0" rtl="0" algn="l">
              <a:lnSpc>
                <a:spcPct val="100000"/>
              </a:lnSpc>
              <a:spcBef>
                <a:spcPts val="0"/>
              </a:spcBef>
              <a:spcAft>
                <a:spcPts val="0"/>
              </a:spcAft>
              <a:buSzPts val="1200"/>
              <a:buNone/>
            </a:pPr>
            <a:r>
              <a:rPr lang="pt-BR"/>
              <a:t>PROGRAMAS DE MENTORIA</a:t>
            </a:r>
            <a:endParaRPr/>
          </a:p>
        </p:txBody>
      </p:sp>
      <p:sp>
        <p:nvSpPr>
          <p:cNvPr id="287" name="Google Shape;287;p13"/>
          <p:cNvSpPr/>
          <p:nvPr/>
        </p:nvSpPr>
        <p:spPr>
          <a:xfrm>
            <a:off x="3065775" y="1400388"/>
            <a:ext cx="615600" cy="615600"/>
          </a:xfrm>
          <a:prstGeom prst="rect">
            <a:avLst/>
          </a:prstGeom>
          <a:solidFill>
            <a:srgbClr val="C1272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88" name="Google Shape;288;p13"/>
          <p:cNvSpPr/>
          <p:nvPr/>
        </p:nvSpPr>
        <p:spPr>
          <a:xfrm>
            <a:off x="3065775" y="2593513"/>
            <a:ext cx="615600" cy="615600"/>
          </a:xfrm>
          <a:prstGeom prst="rect">
            <a:avLst/>
          </a:prstGeom>
          <a:solidFill>
            <a:srgbClr val="C1272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89" name="Google Shape;289;p13"/>
          <p:cNvSpPr/>
          <p:nvPr/>
        </p:nvSpPr>
        <p:spPr>
          <a:xfrm>
            <a:off x="3065775" y="3787388"/>
            <a:ext cx="615600" cy="615600"/>
          </a:xfrm>
          <a:prstGeom prst="rect">
            <a:avLst/>
          </a:prstGeom>
          <a:solidFill>
            <a:srgbClr val="C1272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0" name="Google Shape;290;p13"/>
          <p:cNvSpPr/>
          <p:nvPr/>
        </p:nvSpPr>
        <p:spPr>
          <a:xfrm>
            <a:off x="3223437" y="1538106"/>
            <a:ext cx="300263" cy="340186"/>
          </a:xfrm>
          <a:custGeom>
            <a:rect b="b" l="l" r="r" t="t"/>
            <a:pathLst>
              <a:path extrusionOk="0" h="19326" w="17058">
                <a:moveTo>
                  <a:pt x="15013" y="2021"/>
                </a:moveTo>
                <a:lnTo>
                  <a:pt x="11577" y="5741"/>
                </a:lnTo>
                <a:cubicBezTo>
                  <a:pt x="11378" y="5958"/>
                  <a:pt x="11378" y="6290"/>
                  <a:pt x="11577" y="6507"/>
                </a:cubicBezTo>
                <a:lnTo>
                  <a:pt x="15013" y="10230"/>
                </a:lnTo>
                <a:lnTo>
                  <a:pt x="3195" y="10230"/>
                </a:lnTo>
                <a:lnTo>
                  <a:pt x="3195" y="2021"/>
                </a:lnTo>
                <a:close/>
                <a:moveTo>
                  <a:pt x="1716" y="1133"/>
                </a:moveTo>
                <a:cubicBezTo>
                  <a:pt x="1906" y="1136"/>
                  <a:pt x="2060" y="1290"/>
                  <a:pt x="2063" y="1480"/>
                </a:cubicBezTo>
                <a:lnTo>
                  <a:pt x="2063" y="17846"/>
                </a:lnTo>
                <a:cubicBezTo>
                  <a:pt x="2060" y="18036"/>
                  <a:pt x="1906" y="18190"/>
                  <a:pt x="1716" y="18193"/>
                </a:cubicBezTo>
                <a:lnTo>
                  <a:pt x="1483" y="18193"/>
                </a:lnTo>
                <a:cubicBezTo>
                  <a:pt x="1290" y="18190"/>
                  <a:pt x="1136" y="18036"/>
                  <a:pt x="1133" y="17846"/>
                </a:cubicBezTo>
                <a:lnTo>
                  <a:pt x="1133" y="1480"/>
                </a:lnTo>
                <a:cubicBezTo>
                  <a:pt x="1136" y="1290"/>
                  <a:pt x="1290" y="1136"/>
                  <a:pt x="1483" y="1133"/>
                </a:cubicBezTo>
                <a:close/>
                <a:moveTo>
                  <a:pt x="1483" y="1"/>
                </a:moveTo>
                <a:cubicBezTo>
                  <a:pt x="665" y="1"/>
                  <a:pt x="4" y="665"/>
                  <a:pt x="1" y="1480"/>
                </a:cubicBezTo>
                <a:lnTo>
                  <a:pt x="1" y="17846"/>
                </a:lnTo>
                <a:cubicBezTo>
                  <a:pt x="4" y="18661"/>
                  <a:pt x="665" y="19325"/>
                  <a:pt x="1483" y="19325"/>
                </a:cubicBezTo>
                <a:lnTo>
                  <a:pt x="1716" y="19325"/>
                </a:lnTo>
                <a:cubicBezTo>
                  <a:pt x="2531" y="19325"/>
                  <a:pt x="3195" y="18661"/>
                  <a:pt x="3195" y="17846"/>
                </a:cubicBezTo>
                <a:lnTo>
                  <a:pt x="3195" y="11363"/>
                </a:lnTo>
                <a:lnTo>
                  <a:pt x="16306" y="11363"/>
                </a:lnTo>
                <a:cubicBezTo>
                  <a:pt x="16801" y="11360"/>
                  <a:pt x="17058" y="10774"/>
                  <a:pt x="16722" y="10412"/>
                </a:cubicBezTo>
                <a:lnTo>
                  <a:pt x="12764" y="6124"/>
                </a:lnTo>
                <a:lnTo>
                  <a:pt x="16722" y="1836"/>
                </a:lnTo>
                <a:cubicBezTo>
                  <a:pt x="16873" y="1673"/>
                  <a:pt x="16916" y="1432"/>
                  <a:pt x="16825" y="1226"/>
                </a:cubicBezTo>
                <a:cubicBezTo>
                  <a:pt x="16734" y="1021"/>
                  <a:pt x="16532" y="885"/>
                  <a:pt x="16306" y="885"/>
                </a:cubicBezTo>
                <a:lnTo>
                  <a:pt x="3071" y="885"/>
                </a:lnTo>
                <a:cubicBezTo>
                  <a:pt x="2833" y="348"/>
                  <a:pt x="2302" y="1"/>
                  <a:pt x="1716" y="1"/>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435D74"/>
              </a:solidFill>
              <a:latin typeface="Arial"/>
              <a:ea typeface="Arial"/>
              <a:cs typeface="Arial"/>
              <a:sym typeface="Arial"/>
            </a:endParaRPr>
          </a:p>
        </p:txBody>
      </p:sp>
      <p:grpSp>
        <p:nvGrpSpPr>
          <p:cNvPr id="291" name="Google Shape;291;p13"/>
          <p:cNvGrpSpPr/>
          <p:nvPr/>
        </p:nvGrpSpPr>
        <p:grpSpPr>
          <a:xfrm>
            <a:off x="3197446" y="2727425"/>
            <a:ext cx="352230" cy="348542"/>
            <a:chOff x="1049375" y="2318350"/>
            <a:chExt cx="298525" cy="295400"/>
          </a:xfrm>
        </p:grpSpPr>
        <p:sp>
          <p:nvSpPr>
            <p:cNvPr id="292" name="Google Shape;292;p13"/>
            <p:cNvSpPr/>
            <p:nvPr/>
          </p:nvSpPr>
          <p:spPr>
            <a:xfrm>
              <a:off x="1101350" y="2492325"/>
              <a:ext cx="70125" cy="50525"/>
            </a:xfrm>
            <a:custGeom>
              <a:rect b="b" l="l" r="r" t="t"/>
              <a:pathLst>
                <a:path extrusionOk="0" h="2021" w="2805">
                  <a:moveTo>
                    <a:pt x="2473" y="0"/>
                  </a:moveTo>
                  <a:cubicBezTo>
                    <a:pt x="2377" y="0"/>
                    <a:pt x="2273" y="32"/>
                    <a:pt x="2206" y="99"/>
                  </a:cubicBezTo>
                  <a:lnTo>
                    <a:pt x="1072" y="1233"/>
                  </a:lnTo>
                  <a:lnTo>
                    <a:pt x="599" y="761"/>
                  </a:lnTo>
                  <a:cubicBezTo>
                    <a:pt x="536" y="713"/>
                    <a:pt x="449" y="690"/>
                    <a:pt x="363" y="690"/>
                  </a:cubicBezTo>
                  <a:cubicBezTo>
                    <a:pt x="276" y="690"/>
                    <a:pt x="189" y="713"/>
                    <a:pt x="126" y="761"/>
                  </a:cubicBezTo>
                  <a:cubicBezTo>
                    <a:pt x="0" y="887"/>
                    <a:pt x="0" y="1139"/>
                    <a:pt x="126" y="1233"/>
                  </a:cubicBezTo>
                  <a:lnTo>
                    <a:pt x="820" y="1958"/>
                  </a:lnTo>
                  <a:cubicBezTo>
                    <a:pt x="914" y="2021"/>
                    <a:pt x="977" y="2021"/>
                    <a:pt x="1072" y="2021"/>
                  </a:cubicBezTo>
                  <a:cubicBezTo>
                    <a:pt x="1135" y="2021"/>
                    <a:pt x="1261" y="1989"/>
                    <a:pt x="1292" y="1926"/>
                  </a:cubicBezTo>
                  <a:lnTo>
                    <a:pt x="2678" y="540"/>
                  </a:lnTo>
                  <a:cubicBezTo>
                    <a:pt x="2804" y="414"/>
                    <a:pt x="2804" y="162"/>
                    <a:pt x="2678" y="68"/>
                  </a:cubicBezTo>
                  <a:cubicBezTo>
                    <a:pt x="2634" y="24"/>
                    <a:pt x="2557" y="0"/>
                    <a:pt x="2473" y="0"/>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3" name="Google Shape;293;p13"/>
            <p:cNvSpPr/>
            <p:nvPr/>
          </p:nvSpPr>
          <p:spPr>
            <a:xfrm>
              <a:off x="1101350" y="2440525"/>
              <a:ext cx="70125" cy="51150"/>
            </a:xfrm>
            <a:custGeom>
              <a:rect b="b" l="l" r="r" t="t"/>
              <a:pathLst>
                <a:path extrusionOk="0" h="2046" w="2805">
                  <a:moveTo>
                    <a:pt x="2469" y="1"/>
                  </a:moveTo>
                  <a:cubicBezTo>
                    <a:pt x="2374" y="1"/>
                    <a:pt x="2272" y="40"/>
                    <a:pt x="2206" y="123"/>
                  </a:cubicBezTo>
                  <a:lnTo>
                    <a:pt x="1072" y="1257"/>
                  </a:lnTo>
                  <a:lnTo>
                    <a:pt x="599" y="785"/>
                  </a:lnTo>
                  <a:cubicBezTo>
                    <a:pt x="536" y="738"/>
                    <a:pt x="449" y="714"/>
                    <a:pt x="363" y="714"/>
                  </a:cubicBezTo>
                  <a:cubicBezTo>
                    <a:pt x="276" y="714"/>
                    <a:pt x="189" y="738"/>
                    <a:pt x="126" y="785"/>
                  </a:cubicBezTo>
                  <a:cubicBezTo>
                    <a:pt x="0" y="911"/>
                    <a:pt x="0" y="1163"/>
                    <a:pt x="126" y="1257"/>
                  </a:cubicBezTo>
                  <a:lnTo>
                    <a:pt x="820" y="1982"/>
                  </a:lnTo>
                  <a:cubicBezTo>
                    <a:pt x="914" y="2045"/>
                    <a:pt x="977" y="2045"/>
                    <a:pt x="1072" y="2045"/>
                  </a:cubicBezTo>
                  <a:cubicBezTo>
                    <a:pt x="1135" y="2045"/>
                    <a:pt x="1261" y="2014"/>
                    <a:pt x="1292" y="1951"/>
                  </a:cubicBezTo>
                  <a:lnTo>
                    <a:pt x="2678" y="564"/>
                  </a:lnTo>
                  <a:cubicBezTo>
                    <a:pt x="2804" y="438"/>
                    <a:pt x="2804" y="186"/>
                    <a:pt x="2678" y="92"/>
                  </a:cubicBezTo>
                  <a:cubicBezTo>
                    <a:pt x="2634" y="32"/>
                    <a:pt x="2554" y="1"/>
                    <a:pt x="2469" y="1"/>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4" name="Google Shape;294;p13"/>
            <p:cNvSpPr/>
            <p:nvPr/>
          </p:nvSpPr>
          <p:spPr>
            <a:xfrm>
              <a:off x="1101350" y="2388550"/>
              <a:ext cx="70125" cy="51125"/>
            </a:xfrm>
            <a:custGeom>
              <a:rect b="b" l="l" r="r" t="t"/>
              <a:pathLst>
                <a:path extrusionOk="0" h="2045" w="2805">
                  <a:moveTo>
                    <a:pt x="2469" y="1"/>
                  </a:moveTo>
                  <a:cubicBezTo>
                    <a:pt x="2374" y="1"/>
                    <a:pt x="2272" y="40"/>
                    <a:pt x="2206" y="123"/>
                  </a:cubicBezTo>
                  <a:lnTo>
                    <a:pt x="1072" y="1257"/>
                  </a:lnTo>
                  <a:lnTo>
                    <a:pt x="599" y="785"/>
                  </a:lnTo>
                  <a:cubicBezTo>
                    <a:pt x="536" y="722"/>
                    <a:pt x="449" y="690"/>
                    <a:pt x="363" y="690"/>
                  </a:cubicBezTo>
                  <a:cubicBezTo>
                    <a:pt x="276" y="690"/>
                    <a:pt x="189" y="722"/>
                    <a:pt x="126" y="785"/>
                  </a:cubicBezTo>
                  <a:cubicBezTo>
                    <a:pt x="0" y="911"/>
                    <a:pt x="0" y="1131"/>
                    <a:pt x="126" y="1257"/>
                  </a:cubicBezTo>
                  <a:lnTo>
                    <a:pt x="820" y="1982"/>
                  </a:lnTo>
                  <a:cubicBezTo>
                    <a:pt x="914" y="2045"/>
                    <a:pt x="977" y="2045"/>
                    <a:pt x="1072" y="2045"/>
                  </a:cubicBezTo>
                  <a:cubicBezTo>
                    <a:pt x="1135" y="2045"/>
                    <a:pt x="1261" y="2013"/>
                    <a:pt x="1292" y="1919"/>
                  </a:cubicBezTo>
                  <a:lnTo>
                    <a:pt x="2678" y="532"/>
                  </a:lnTo>
                  <a:cubicBezTo>
                    <a:pt x="2804" y="438"/>
                    <a:pt x="2804" y="186"/>
                    <a:pt x="2678" y="91"/>
                  </a:cubicBezTo>
                  <a:cubicBezTo>
                    <a:pt x="2634" y="32"/>
                    <a:pt x="2554" y="1"/>
                    <a:pt x="2469" y="1"/>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5" name="Google Shape;295;p13"/>
            <p:cNvSpPr/>
            <p:nvPr/>
          </p:nvSpPr>
          <p:spPr>
            <a:xfrm>
              <a:off x="1049375" y="2318350"/>
              <a:ext cx="298525" cy="295400"/>
            </a:xfrm>
            <a:custGeom>
              <a:rect b="b" l="l" r="r" t="t"/>
              <a:pathLst>
                <a:path extrusionOk="0" h="11816" w="11941">
                  <a:moveTo>
                    <a:pt x="6963" y="1198"/>
                  </a:moveTo>
                  <a:lnTo>
                    <a:pt x="7876" y="2143"/>
                  </a:lnTo>
                  <a:lnTo>
                    <a:pt x="6963" y="2143"/>
                  </a:lnTo>
                  <a:lnTo>
                    <a:pt x="6963" y="1198"/>
                  </a:lnTo>
                  <a:close/>
                  <a:moveTo>
                    <a:pt x="10286" y="3498"/>
                  </a:moveTo>
                  <a:cubicBezTo>
                    <a:pt x="10373" y="3498"/>
                    <a:pt x="10460" y="3530"/>
                    <a:pt x="10523" y="3593"/>
                  </a:cubicBezTo>
                  <a:lnTo>
                    <a:pt x="10995" y="4065"/>
                  </a:lnTo>
                  <a:cubicBezTo>
                    <a:pt x="11184" y="4223"/>
                    <a:pt x="11184" y="4475"/>
                    <a:pt x="11027" y="4569"/>
                  </a:cubicBezTo>
                  <a:lnTo>
                    <a:pt x="10806" y="4821"/>
                  </a:lnTo>
                  <a:lnTo>
                    <a:pt x="9798" y="3845"/>
                  </a:lnTo>
                  <a:lnTo>
                    <a:pt x="10050" y="3593"/>
                  </a:lnTo>
                  <a:cubicBezTo>
                    <a:pt x="10113" y="3530"/>
                    <a:pt x="10200" y="3498"/>
                    <a:pt x="10286" y="3498"/>
                  </a:cubicBezTo>
                  <a:close/>
                  <a:moveTo>
                    <a:pt x="9294" y="4349"/>
                  </a:moveTo>
                  <a:lnTo>
                    <a:pt x="10271" y="5325"/>
                  </a:lnTo>
                  <a:lnTo>
                    <a:pt x="7845" y="7783"/>
                  </a:lnTo>
                  <a:lnTo>
                    <a:pt x="6868" y="6774"/>
                  </a:lnTo>
                  <a:lnTo>
                    <a:pt x="9294" y="4349"/>
                  </a:lnTo>
                  <a:close/>
                  <a:moveTo>
                    <a:pt x="6585" y="7499"/>
                  </a:moveTo>
                  <a:lnTo>
                    <a:pt x="7183" y="8098"/>
                  </a:lnTo>
                  <a:lnTo>
                    <a:pt x="6427" y="8255"/>
                  </a:lnTo>
                  <a:lnTo>
                    <a:pt x="6585" y="7499"/>
                  </a:lnTo>
                  <a:close/>
                  <a:moveTo>
                    <a:pt x="6994" y="10398"/>
                  </a:moveTo>
                  <a:lnTo>
                    <a:pt x="6994" y="10776"/>
                  </a:lnTo>
                  <a:cubicBezTo>
                    <a:pt x="6994" y="10870"/>
                    <a:pt x="7057" y="10996"/>
                    <a:pt x="7089" y="11122"/>
                  </a:cubicBezTo>
                  <a:lnTo>
                    <a:pt x="1071" y="11122"/>
                  </a:lnTo>
                  <a:cubicBezTo>
                    <a:pt x="882" y="11122"/>
                    <a:pt x="693" y="10965"/>
                    <a:pt x="693" y="10776"/>
                  </a:cubicBezTo>
                  <a:lnTo>
                    <a:pt x="693" y="10398"/>
                  </a:lnTo>
                  <a:close/>
                  <a:moveTo>
                    <a:pt x="6270" y="663"/>
                  </a:moveTo>
                  <a:lnTo>
                    <a:pt x="6270" y="2458"/>
                  </a:lnTo>
                  <a:cubicBezTo>
                    <a:pt x="6270" y="2647"/>
                    <a:pt x="6427" y="2805"/>
                    <a:pt x="6616" y="2805"/>
                  </a:cubicBezTo>
                  <a:lnTo>
                    <a:pt x="8349" y="2805"/>
                  </a:lnTo>
                  <a:lnTo>
                    <a:pt x="8349" y="4286"/>
                  </a:lnTo>
                  <a:lnTo>
                    <a:pt x="6112" y="6554"/>
                  </a:lnTo>
                  <a:cubicBezTo>
                    <a:pt x="6081" y="6585"/>
                    <a:pt x="6018" y="6680"/>
                    <a:pt x="6018" y="6711"/>
                  </a:cubicBezTo>
                  <a:lnTo>
                    <a:pt x="5608" y="8633"/>
                  </a:lnTo>
                  <a:cubicBezTo>
                    <a:pt x="5545" y="8759"/>
                    <a:pt x="5608" y="8885"/>
                    <a:pt x="5671" y="8948"/>
                  </a:cubicBezTo>
                  <a:cubicBezTo>
                    <a:pt x="5742" y="9019"/>
                    <a:pt x="5813" y="9055"/>
                    <a:pt x="5897" y="9055"/>
                  </a:cubicBezTo>
                  <a:cubicBezTo>
                    <a:pt x="5925" y="9055"/>
                    <a:pt x="5955" y="9051"/>
                    <a:pt x="5986" y="9043"/>
                  </a:cubicBezTo>
                  <a:lnTo>
                    <a:pt x="7908" y="8602"/>
                  </a:lnTo>
                  <a:cubicBezTo>
                    <a:pt x="8002" y="8602"/>
                    <a:pt x="8034" y="8570"/>
                    <a:pt x="8065" y="8507"/>
                  </a:cubicBezTo>
                  <a:lnTo>
                    <a:pt x="8349" y="8255"/>
                  </a:lnTo>
                  <a:lnTo>
                    <a:pt x="8349" y="10807"/>
                  </a:lnTo>
                  <a:lnTo>
                    <a:pt x="8380" y="10807"/>
                  </a:lnTo>
                  <a:cubicBezTo>
                    <a:pt x="8380" y="10996"/>
                    <a:pt x="8223" y="11154"/>
                    <a:pt x="8034" y="11154"/>
                  </a:cubicBezTo>
                  <a:cubicBezTo>
                    <a:pt x="7845" y="11154"/>
                    <a:pt x="7687" y="10996"/>
                    <a:pt x="7687" y="10807"/>
                  </a:cubicBezTo>
                  <a:lnTo>
                    <a:pt x="7687" y="10083"/>
                  </a:lnTo>
                  <a:cubicBezTo>
                    <a:pt x="7687" y="9893"/>
                    <a:pt x="7530" y="9736"/>
                    <a:pt x="7309" y="9736"/>
                  </a:cubicBezTo>
                  <a:lnTo>
                    <a:pt x="1386" y="9736"/>
                  </a:lnTo>
                  <a:lnTo>
                    <a:pt x="1386" y="663"/>
                  </a:lnTo>
                  <a:close/>
                  <a:moveTo>
                    <a:pt x="1071" y="1"/>
                  </a:moveTo>
                  <a:cubicBezTo>
                    <a:pt x="882" y="1"/>
                    <a:pt x="693" y="158"/>
                    <a:pt x="693" y="379"/>
                  </a:cubicBezTo>
                  <a:lnTo>
                    <a:pt x="693" y="9736"/>
                  </a:lnTo>
                  <a:lnTo>
                    <a:pt x="347" y="9736"/>
                  </a:lnTo>
                  <a:cubicBezTo>
                    <a:pt x="158" y="9736"/>
                    <a:pt x="0" y="9893"/>
                    <a:pt x="0" y="10083"/>
                  </a:cubicBezTo>
                  <a:lnTo>
                    <a:pt x="0" y="10807"/>
                  </a:lnTo>
                  <a:cubicBezTo>
                    <a:pt x="0" y="11406"/>
                    <a:pt x="473" y="11815"/>
                    <a:pt x="1008" y="11815"/>
                  </a:cubicBezTo>
                  <a:lnTo>
                    <a:pt x="8002" y="11815"/>
                  </a:lnTo>
                  <a:cubicBezTo>
                    <a:pt x="8569" y="11815"/>
                    <a:pt x="9011" y="11343"/>
                    <a:pt x="9011" y="10807"/>
                  </a:cubicBezTo>
                  <a:lnTo>
                    <a:pt x="9011" y="7562"/>
                  </a:lnTo>
                  <a:lnTo>
                    <a:pt x="11499" y="5105"/>
                  </a:lnTo>
                  <a:cubicBezTo>
                    <a:pt x="11940" y="4664"/>
                    <a:pt x="11940" y="4034"/>
                    <a:pt x="11531" y="3593"/>
                  </a:cubicBezTo>
                  <a:lnTo>
                    <a:pt x="11058" y="3120"/>
                  </a:lnTo>
                  <a:cubicBezTo>
                    <a:pt x="10869" y="2931"/>
                    <a:pt x="10609" y="2836"/>
                    <a:pt x="10346" y="2836"/>
                  </a:cubicBezTo>
                  <a:cubicBezTo>
                    <a:pt x="10082" y="2836"/>
                    <a:pt x="9814" y="2931"/>
                    <a:pt x="9609" y="3120"/>
                  </a:cubicBezTo>
                  <a:lnTo>
                    <a:pt x="9105" y="3624"/>
                  </a:lnTo>
                  <a:lnTo>
                    <a:pt x="9105" y="2490"/>
                  </a:lnTo>
                  <a:cubicBezTo>
                    <a:pt x="9105" y="2427"/>
                    <a:pt x="9074" y="2332"/>
                    <a:pt x="8979" y="2269"/>
                  </a:cubicBezTo>
                  <a:lnTo>
                    <a:pt x="6900" y="127"/>
                  </a:lnTo>
                  <a:cubicBezTo>
                    <a:pt x="6805" y="64"/>
                    <a:pt x="6742" y="1"/>
                    <a:pt x="6648" y="1"/>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296" name="Google Shape;296;p13"/>
          <p:cNvGrpSpPr/>
          <p:nvPr/>
        </p:nvGrpSpPr>
        <p:grpSpPr>
          <a:xfrm>
            <a:off x="3162595" y="3884247"/>
            <a:ext cx="421951" cy="421914"/>
            <a:chOff x="-5276050" y="2037975"/>
            <a:chExt cx="292250" cy="292225"/>
          </a:xfrm>
        </p:grpSpPr>
        <p:sp>
          <p:nvSpPr>
            <p:cNvPr id="297" name="Google Shape;297;p13"/>
            <p:cNvSpPr/>
            <p:nvPr/>
          </p:nvSpPr>
          <p:spPr>
            <a:xfrm>
              <a:off x="-5102775" y="2211250"/>
              <a:ext cx="51225" cy="49650"/>
            </a:xfrm>
            <a:custGeom>
              <a:rect b="b" l="l" r="r" t="t"/>
              <a:pathLst>
                <a:path extrusionOk="0" h="1986" w="2049">
                  <a:moveTo>
                    <a:pt x="343" y="0"/>
                  </a:moveTo>
                  <a:cubicBezTo>
                    <a:pt x="253" y="0"/>
                    <a:pt x="158" y="32"/>
                    <a:pt x="95" y="95"/>
                  </a:cubicBezTo>
                  <a:cubicBezTo>
                    <a:pt x="1" y="189"/>
                    <a:pt x="1" y="441"/>
                    <a:pt x="95" y="536"/>
                  </a:cubicBezTo>
                  <a:lnTo>
                    <a:pt x="536" y="977"/>
                  </a:lnTo>
                  <a:lnTo>
                    <a:pt x="95" y="1418"/>
                  </a:lnTo>
                  <a:cubicBezTo>
                    <a:pt x="1" y="1544"/>
                    <a:pt x="1" y="1765"/>
                    <a:pt x="95" y="1891"/>
                  </a:cubicBezTo>
                  <a:cubicBezTo>
                    <a:pt x="158" y="1954"/>
                    <a:pt x="253" y="1985"/>
                    <a:pt x="343" y="1985"/>
                  </a:cubicBezTo>
                  <a:cubicBezTo>
                    <a:pt x="434" y="1985"/>
                    <a:pt x="521" y="1954"/>
                    <a:pt x="568" y="1891"/>
                  </a:cubicBezTo>
                  <a:lnTo>
                    <a:pt x="1009" y="1450"/>
                  </a:lnTo>
                  <a:lnTo>
                    <a:pt x="1450" y="1891"/>
                  </a:lnTo>
                  <a:cubicBezTo>
                    <a:pt x="1513" y="1954"/>
                    <a:pt x="1600" y="1985"/>
                    <a:pt x="1686" y="1985"/>
                  </a:cubicBezTo>
                  <a:cubicBezTo>
                    <a:pt x="1773" y="1985"/>
                    <a:pt x="1860" y="1954"/>
                    <a:pt x="1923" y="1891"/>
                  </a:cubicBezTo>
                  <a:cubicBezTo>
                    <a:pt x="2049" y="1765"/>
                    <a:pt x="2049" y="1544"/>
                    <a:pt x="1923" y="1418"/>
                  </a:cubicBezTo>
                  <a:lnTo>
                    <a:pt x="1482" y="977"/>
                  </a:lnTo>
                  <a:lnTo>
                    <a:pt x="1923" y="536"/>
                  </a:lnTo>
                  <a:cubicBezTo>
                    <a:pt x="2049" y="441"/>
                    <a:pt x="2049" y="189"/>
                    <a:pt x="1923" y="95"/>
                  </a:cubicBezTo>
                  <a:cubicBezTo>
                    <a:pt x="1860" y="32"/>
                    <a:pt x="1773" y="0"/>
                    <a:pt x="1686" y="0"/>
                  </a:cubicBezTo>
                  <a:cubicBezTo>
                    <a:pt x="1600" y="0"/>
                    <a:pt x="1513" y="32"/>
                    <a:pt x="1450" y="95"/>
                  </a:cubicBezTo>
                  <a:lnTo>
                    <a:pt x="1009" y="504"/>
                  </a:lnTo>
                  <a:lnTo>
                    <a:pt x="568" y="95"/>
                  </a:lnTo>
                  <a:cubicBezTo>
                    <a:pt x="521" y="32"/>
                    <a:pt x="434" y="0"/>
                    <a:pt x="343" y="0"/>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8" name="Google Shape;298;p13"/>
            <p:cNvSpPr/>
            <p:nvPr/>
          </p:nvSpPr>
          <p:spPr>
            <a:xfrm>
              <a:off x="-5224050" y="2107875"/>
              <a:ext cx="51200" cy="49825"/>
            </a:xfrm>
            <a:custGeom>
              <a:rect b="b" l="l" r="r" t="t"/>
              <a:pathLst>
                <a:path extrusionOk="0" h="1993" w="2048">
                  <a:moveTo>
                    <a:pt x="351" y="0"/>
                  </a:moveTo>
                  <a:cubicBezTo>
                    <a:pt x="260" y="0"/>
                    <a:pt x="173" y="24"/>
                    <a:pt x="126" y="71"/>
                  </a:cubicBezTo>
                  <a:cubicBezTo>
                    <a:pt x="0" y="197"/>
                    <a:pt x="0" y="449"/>
                    <a:pt x="126" y="544"/>
                  </a:cubicBezTo>
                  <a:lnTo>
                    <a:pt x="536" y="985"/>
                  </a:lnTo>
                  <a:lnTo>
                    <a:pt x="126" y="1426"/>
                  </a:lnTo>
                  <a:cubicBezTo>
                    <a:pt x="0" y="1552"/>
                    <a:pt x="0" y="1772"/>
                    <a:pt x="126" y="1898"/>
                  </a:cubicBezTo>
                  <a:cubicBezTo>
                    <a:pt x="173" y="1961"/>
                    <a:pt x="260" y="1993"/>
                    <a:pt x="351" y="1993"/>
                  </a:cubicBezTo>
                  <a:cubicBezTo>
                    <a:pt x="441" y="1993"/>
                    <a:pt x="536" y="1961"/>
                    <a:pt x="599" y="1898"/>
                  </a:cubicBezTo>
                  <a:lnTo>
                    <a:pt x="1008" y="1457"/>
                  </a:lnTo>
                  <a:lnTo>
                    <a:pt x="1449" y="1898"/>
                  </a:lnTo>
                  <a:cubicBezTo>
                    <a:pt x="1512" y="1961"/>
                    <a:pt x="1599" y="1993"/>
                    <a:pt x="1686" y="1993"/>
                  </a:cubicBezTo>
                  <a:cubicBezTo>
                    <a:pt x="1772" y="1993"/>
                    <a:pt x="1859" y="1961"/>
                    <a:pt x="1922" y="1898"/>
                  </a:cubicBezTo>
                  <a:cubicBezTo>
                    <a:pt x="2048" y="1772"/>
                    <a:pt x="2048" y="1520"/>
                    <a:pt x="1922" y="1426"/>
                  </a:cubicBezTo>
                  <a:lnTo>
                    <a:pt x="1481" y="985"/>
                  </a:lnTo>
                  <a:lnTo>
                    <a:pt x="1922" y="544"/>
                  </a:lnTo>
                  <a:cubicBezTo>
                    <a:pt x="2048" y="449"/>
                    <a:pt x="2048" y="197"/>
                    <a:pt x="1922" y="71"/>
                  </a:cubicBezTo>
                  <a:cubicBezTo>
                    <a:pt x="1875" y="24"/>
                    <a:pt x="1788" y="0"/>
                    <a:pt x="1697" y="0"/>
                  </a:cubicBezTo>
                  <a:cubicBezTo>
                    <a:pt x="1607" y="0"/>
                    <a:pt x="1512" y="24"/>
                    <a:pt x="1449" y="71"/>
                  </a:cubicBezTo>
                  <a:lnTo>
                    <a:pt x="1008" y="512"/>
                  </a:lnTo>
                  <a:lnTo>
                    <a:pt x="599" y="71"/>
                  </a:lnTo>
                  <a:cubicBezTo>
                    <a:pt x="536" y="24"/>
                    <a:pt x="441" y="0"/>
                    <a:pt x="351" y="0"/>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9" name="Google Shape;299;p13"/>
            <p:cNvSpPr/>
            <p:nvPr/>
          </p:nvSpPr>
          <p:spPr>
            <a:xfrm>
              <a:off x="-5276050" y="2037975"/>
              <a:ext cx="292250" cy="292225"/>
            </a:xfrm>
            <a:custGeom>
              <a:rect b="b" l="l" r="r" t="t"/>
              <a:pathLst>
                <a:path extrusionOk="0" h="11689" w="11690">
                  <a:moveTo>
                    <a:pt x="10334" y="3119"/>
                  </a:moveTo>
                  <a:cubicBezTo>
                    <a:pt x="10712" y="3119"/>
                    <a:pt x="11028" y="3403"/>
                    <a:pt x="11028" y="3781"/>
                  </a:cubicBezTo>
                  <a:cubicBezTo>
                    <a:pt x="11028" y="4190"/>
                    <a:pt x="10712" y="4442"/>
                    <a:pt x="10334" y="4442"/>
                  </a:cubicBezTo>
                  <a:cubicBezTo>
                    <a:pt x="9956" y="4442"/>
                    <a:pt x="9673" y="4127"/>
                    <a:pt x="9673" y="3781"/>
                  </a:cubicBezTo>
                  <a:cubicBezTo>
                    <a:pt x="9673" y="3403"/>
                    <a:pt x="9988" y="3119"/>
                    <a:pt x="10334" y="3119"/>
                  </a:cubicBezTo>
                  <a:close/>
                  <a:moveTo>
                    <a:pt x="4443" y="7593"/>
                  </a:moveTo>
                  <a:cubicBezTo>
                    <a:pt x="4853" y="7593"/>
                    <a:pt x="5105" y="7908"/>
                    <a:pt x="5105" y="8255"/>
                  </a:cubicBezTo>
                  <a:cubicBezTo>
                    <a:pt x="5105" y="8664"/>
                    <a:pt x="4790" y="8948"/>
                    <a:pt x="4443" y="8948"/>
                  </a:cubicBezTo>
                  <a:cubicBezTo>
                    <a:pt x="4065" y="8948"/>
                    <a:pt x="3781" y="8633"/>
                    <a:pt x="3781" y="8255"/>
                  </a:cubicBezTo>
                  <a:cubicBezTo>
                    <a:pt x="3781" y="7876"/>
                    <a:pt x="4096" y="7593"/>
                    <a:pt x="4443" y="7593"/>
                  </a:cubicBezTo>
                  <a:close/>
                  <a:moveTo>
                    <a:pt x="5829" y="725"/>
                  </a:moveTo>
                  <a:cubicBezTo>
                    <a:pt x="7341" y="725"/>
                    <a:pt x="8822" y="1386"/>
                    <a:pt x="9799" y="2521"/>
                  </a:cubicBezTo>
                  <a:cubicBezTo>
                    <a:pt x="9326" y="2710"/>
                    <a:pt x="8980" y="3245"/>
                    <a:pt x="8980" y="3781"/>
                  </a:cubicBezTo>
                  <a:cubicBezTo>
                    <a:pt x="8980" y="3718"/>
                    <a:pt x="8917" y="3623"/>
                    <a:pt x="8885" y="3560"/>
                  </a:cubicBezTo>
                  <a:lnTo>
                    <a:pt x="8854" y="3497"/>
                  </a:lnTo>
                  <a:lnTo>
                    <a:pt x="8192" y="2836"/>
                  </a:lnTo>
                  <a:cubicBezTo>
                    <a:pt x="8129" y="2773"/>
                    <a:pt x="8035" y="2741"/>
                    <a:pt x="7944" y="2741"/>
                  </a:cubicBezTo>
                  <a:cubicBezTo>
                    <a:pt x="7853" y="2741"/>
                    <a:pt x="7767" y="2773"/>
                    <a:pt x="7719" y="2836"/>
                  </a:cubicBezTo>
                  <a:cubicBezTo>
                    <a:pt x="7593" y="2962"/>
                    <a:pt x="7593" y="3182"/>
                    <a:pt x="7719" y="3308"/>
                  </a:cubicBezTo>
                  <a:lnTo>
                    <a:pt x="7814" y="3434"/>
                  </a:lnTo>
                  <a:cubicBezTo>
                    <a:pt x="6869" y="3466"/>
                    <a:pt x="5987" y="3875"/>
                    <a:pt x="5262" y="4568"/>
                  </a:cubicBezTo>
                  <a:cubicBezTo>
                    <a:pt x="4600" y="5230"/>
                    <a:pt x="4254" y="6081"/>
                    <a:pt x="4159" y="6963"/>
                  </a:cubicBezTo>
                  <a:cubicBezTo>
                    <a:pt x="3561" y="7120"/>
                    <a:pt x="3151" y="7656"/>
                    <a:pt x="3151" y="8318"/>
                  </a:cubicBezTo>
                  <a:cubicBezTo>
                    <a:pt x="3151" y="9074"/>
                    <a:pt x="3781" y="9704"/>
                    <a:pt x="4506" y="9704"/>
                  </a:cubicBezTo>
                  <a:cubicBezTo>
                    <a:pt x="5262" y="9704"/>
                    <a:pt x="5892" y="9074"/>
                    <a:pt x="5892" y="8318"/>
                  </a:cubicBezTo>
                  <a:cubicBezTo>
                    <a:pt x="5892" y="7687"/>
                    <a:pt x="5451" y="7120"/>
                    <a:pt x="4884" y="6963"/>
                  </a:cubicBezTo>
                  <a:cubicBezTo>
                    <a:pt x="5042" y="5482"/>
                    <a:pt x="6302" y="4222"/>
                    <a:pt x="7814" y="4127"/>
                  </a:cubicBezTo>
                  <a:lnTo>
                    <a:pt x="7814" y="4127"/>
                  </a:lnTo>
                  <a:lnTo>
                    <a:pt x="7751" y="4222"/>
                  </a:lnTo>
                  <a:cubicBezTo>
                    <a:pt x="7625" y="4348"/>
                    <a:pt x="7625" y="4568"/>
                    <a:pt x="7751" y="4694"/>
                  </a:cubicBezTo>
                  <a:cubicBezTo>
                    <a:pt x="7814" y="4757"/>
                    <a:pt x="7901" y="4789"/>
                    <a:pt x="7987" y="4789"/>
                  </a:cubicBezTo>
                  <a:cubicBezTo>
                    <a:pt x="8074" y="4789"/>
                    <a:pt x="8161" y="4757"/>
                    <a:pt x="8224" y="4694"/>
                  </a:cubicBezTo>
                  <a:lnTo>
                    <a:pt x="8885" y="4033"/>
                  </a:lnTo>
                  <a:cubicBezTo>
                    <a:pt x="8980" y="3938"/>
                    <a:pt x="9011" y="3875"/>
                    <a:pt x="9011" y="3781"/>
                  </a:cubicBezTo>
                  <a:cubicBezTo>
                    <a:pt x="9011" y="4537"/>
                    <a:pt x="9641" y="5167"/>
                    <a:pt x="10397" y="5167"/>
                  </a:cubicBezTo>
                  <a:cubicBezTo>
                    <a:pt x="10618" y="5167"/>
                    <a:pt x="10807" y="5136"/>
                    <a:pt x="11028" y="5010"/>
                  </a:cubicBezTo>
                  <a:cubicBezTo>
                    <a:pt x="11059" y="5293"/>
                    <a:pt x="11091" y="5545"/>
                    <a:pt x="11091" y="5829"/>
                  </a:cubicBezTo>
                  <a:cubicBezTo>
                    <a:pt x="11028" y="8696"/>
                    <a:pt x="8696" y="11027"/>
                    <a:pt x="5829" y="11027"/>
                  </a:cubicBezTo>
                  <a:cubicBezTo>
                    <a:pt x="2994" y="11027"/>
                    <a:pt x="694" y="8696"/>
                    <a:pt x="694" y="5829"/>
                  </a:cubicBezTo>
                  <a:cubicBezTo>
                    <a:pt x="694" y="2993"/>
                    <a:pt x="2994" y="725"/>
                    <a:pt x="5829" y="725"/>
                  </a:cubicBezTo>
                  <a:close/>
                  <a:moveTo>
                    <a:pt x="5829" y="0"/>
                  </a:moveTo>
                  <a:cubicBezTo>
                    <a:pt x="2584" y="0"/>
                    <a:pt x="1" y="2615"/>
                    <a:pt x="1" y="5829"/>
                  </a:cubicBezTo>
                  <a:cubicBezTo>
                    <a:pt x="1" y="7404"/>
                    <a:pt x="599" y="8853"/>
                    <a:pt x="1702" y="9956"/>
                  </a:cubicBezTo>
                  <a:cubicBezTo>
                    <a:pt x="2773" y="11058"/>
                    <a:pt x="4254" y="11689"/>
                    <a:pt x="5829" y="11689"/>
                  </a:cubicBezTo>
                  <a:cubicBezTo>
                    <a:pt x="6617" y="11689"/>
                    <a:pt x="7341" y="11531"/>
                    <a:pt x="8098" y="11216"/>
                  </a:cubicBezTo>
                  <a:cubicBezTo>
                    <a:pt x="8822" y="10901"/>
                    <a:pt x="9452" y="10523"/>
                    <a:pt x="9956" y="9956"/>
                  </a:cubicBezTo>
                  <a:cubicBezTo>
                    <a:pt x="10492" y="9420"/>
                    <a:pt x="10901" y="8790"/>
                    <a:pt x="11217" y="8128"/>
                  </a:cubicBezTo>
                  <a:cubicBezTo>
                    <a:pt x="11532" y="7404"/>
                    <a:pt x="11689" y="6616"/>
                    <a:pt x="11689" y="5829"/>
                  </a:cubicBezTo>
                  <a:cubicBezTo>
                    <a:pt x="11689" y="5356"/>
                    <a:pt x="11658" y="4884"/>
                    <a:pt x="11532" y="4442"/>
                  </a:cubicBezTo>
                  <a:cubicBezTo>
                    <a:pt x="11595" y="4253"/>
                    <a:pt x="11689" y="4033"/>
                    <a:pt x="11689" y="3781"/>
                  </a:cubicBezTo>
                  <a:cubicBezTo>
                    <a:pt x="11689" y="3119"/>
                    <a:pt x="11217" y="2552"/>
                    <a:pt x="10586" y="2458"/>
                  </a:cubicBezTo>
                  <a:cubicBezTo>
                    <a:pt x="9484" y="945"/>
                    <a:pt x="7719" y="0"/>
                    <a:pt x="5829" y="0"/>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300" name="Google Shape;300;p13"/>
          <p:cNvSpPr txBox="1"/>
          <p:nvPr/>
        </p:nvSpPr>
        <p:spPr>
          <a:xfrm>
            <a:off x="0" y="4825425"/>
            <a:ext cx="4862100" cy="276900"/>
          </a:xfrm>
          <a:prstGeom prst="rect">
            <a:avLst/>
          </a:prstGeom>
          <a:noFill/>
          <a:ln>
            <a:noFill/>
          </a:ln>
        </p:spPr>
        <p:txBody>
          <a:bodyPr anchorCtr="0" anchor="t" bIns="68550" lIns="137125" spcFirstLastPara="1" rIns="137125" wrap="square" tIns="68550">
            <a:spAutoFit/>
          </a:bodyPr>
          <a:lstStyle/>
          <a:p>
            <a:pPr indent="0" lvl="0" marL="0" marR="0" rtl="0" algn="l">
              <a:lnSpc>
                <a:spcPct val="100000"/>
              </a:lnSpc>
              <a:spcBef>
                <a:spcPts val="0"/>
              </a:spcBef>
              <a:spcAft>
                <a:spcPts val="0"/>
              </a:spcAft>
              <a:buClr>
                <a:srgbClr val="000000"/>
              </a:buClr>
              <a:buSzPts val="900"/>
              <a:buFont typeface="Arial"/>
              <a:buNone/>
            </a:pPr>
            <a:r>
              <a:rPr b="1" i="0" lang="pt-BR" sz="900" u="none" cap="none" strike="noStrike">
                <a:solidFill>
                  <a:srgbClr val="000000"/>
                </a:solidFill>
                <a:latin typeface="Arial"/>
                <a:ea typeface="Arial"/>
                <a:cs typeface="Arial"/>
                <a:sym typeface="Arial"/>
              </a:rPr>
              <a:t>Prep4Consulting 2026.</a:t>
            </a:r>
            <a:r>
              <a:rPr b="1" lang="pt-BR" sz="900"/>
              <a:t>2</a:t>
            </a:r>
            <a:r>
              <a:rPr b="1" i="0" lang="pt-BR" sz="900" u="none" cap="none" strike="noStrike">
                <a:solidFill>
                  <a:srgbClr val="000000"/>
                </a:solidFill>
                <a:latin typeface="Arial"/>
                <a:ea typeface="Arial"/>
                <a:cs typeface="Arial"/>
                <a:sym typeface="Arial"/>
              </a:rPr>
              <a:t> </a:t>
            </a:r>
            <a:r>
              <a:rPr b="0" i="0" lang="pt-BR" sz="900" u="none" cap="none" strike="noStrike">
                <a:solidFill>
                  <a:srgbClr val="000000"/>
                </a:solidFill>
                <a:latin typeface="Arial"/>
                <a:ea typeface="Arial"/>
                <a:cs typeface="Arial"/>
                <a:sym typeface="Arial"/>
              </a:rPr>
              <a:t>| GMAT: Estrutura da Prova</a:t>
            </a:r>
            <a:endParaRPr b="0" i="0" sz="900" u="none" cap="none" strike="noStrike">
              <a:solidFill>
                <a:srgbClr val="000000"/>
              </a:solidFill>
              <a:latin typeface="Arial"/>
              <a:ea typeface="Arial"/>
              <a:cs typeface="Arial"/>
              <a:sym typeface="Arial"/>
            </a:endParaRPr>
          </a:p>
        </p:txBody>
      </p:sp>
      <p:sp>
        <p:nvSpPr>
          <p:cNvPr id="301" name="Google Shape;301;p13"/>
          <p:cNvSpPr txBox="1"/>
          <p:nvPr/>
        </p:nvSpPr>
        <p:spPr>
          <a:xfrm>
            <a:off x="4281900" y="4825425"/>
            <a:ext cx="4862100" cy="276900"/>
          </a:xfrm>
          <a:prstGeom prst="rect">
            <a:avLst/>
          </a:prstGeom>
          <a:noFill/>
          <a:ln>
            <a:noFill/>
          </a:ln>
        </p:spPr>
        <p:txBody>
          <a:bodyPr anchorCtr="0" anchor="t" bIns="68550" lIns="137125" spcFirstLastPara="1" rIns="137125" wrap="square" tIns="68550">
            <a:spAutoFit/>
          </a:bodyPr>
          <a:lstStyle/>
          <a:p>
            <a:pPr indent="0" lvl="0" marL="0" marR="0" rtl="0" algn="r">
              <a:lnSpc>
                <a:spcPct val="100000"/>
              </a:lnSpc>
              <a:spcBef>
                <a:spcPts val="0"/>
              </a:spcBef>
              <a:spcAft>
                <a:spcPts val="0"/>
              </a:spcAft>
              <a:buClr>
                <a:srgbClr val="000000"/>
              </a:buClr>
              <a:buSzPts val="900"/>
              <a:buFont typeface="Arial"/>
              <a:buNone/>
            </a:pPr>
            <a:r>
              <a:rPr b="0" i="0" lang="pt-BR" sz="900" u="none" cap="none" strike="noStrike">
                <a:solidFill>
                  <a:srgbClr val="000000"/>
                </a:solidFill>
                <a:latin typeface="Arial"/>
                <a:ea typeface="Arial"/>
                <a:cs typeface="Arial"/>
                <a:sym typeface="Arial"/>
              </a:rPr>
              <a:t>Copyright © 2026 Clube de Consultoria Universitário. All rights reserved.</a:t>
            </a:r>
            <a:endParaRPr b="0" i="0" sz="900" u="none" cap="none" strike="noStrike">
              <a:solidFill>
                <a:srgbClr val="000000"/>
              </a:solidFill>
              <a:latin typeface="Arial"/>
              <a:ea typeface="Arial"/>
              <a:cs typeface="Arial"/>
              <a:sym typeface="Arial"/>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5" name="Shape 305"/>
        <p:cNvGrpSpPr/>
        <p:nvPr/>
      </p:nvGrpSpPr>
      <p:grpSpPr>
        <a:xfrm>
          <a:off x="0" y="0"/>
          <a:ext cx="0" cy="0"/>
          <a:chOff x="0" y="0"/>
          <a:chExt cx="0" cy="0"/>
        </a:xfrm>
      </p:grpSpPr>
      <p:sp>
        <p:nvSpPr>
          <p:cNvPr id="306" name="Google Shape;306;p14"/>
          <p:cNvSpPr/>
          <p:nvPr/>
        </p:nvSpPr>
        <p:spPr>
          <a:xfrm rot="10800000">
            <a:off x="75825" y="0"/>
            <a:ext cx="2264758" cy="5143500"/>
          </a:xfrm>
          <a:prstGeom prst="parallelogram">
            <a:avLst>
              <a:gd fmla="val 20300" name="adj"/>
            </a:avLst>
          </a:prstGeom>
          <a:solidFill>
            <a:srgbClr val="C1272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07" name="Google Shape;307;p14"/>
          <p:cNvSpPr txBox="1"/>
          <p:nvPr>
            <p:ph type="title"/>
          </p:nvPr>
        </p:nvSpPr>
        <p:spPr>
          <a:xfrm>
            <a:off x="2438400" y="166959"/>
            <a:ext cx="5116200" cy="572700"/>
          </a:xfrm>
          <a:prstGeom prst="rect">
            <a:avLst/>
          </a:prstGeom>
          <a:noFill/>
          <a:ln>
            <a:noFill/>
          </a:ln>
        </p:spPr>
        <p:txBody>
          <a:bodyPr anchorCtr="0" anchor="t" bIns="91425" lIns="91425" spcFirstLastPara="1" rIns="91425" wrap="square" tIns="91425">
            <a:noAutofit/>
          </a:bodyPr>
          <a:lstStyle/>
          <a:p>
            <a:pPr indent="0" lvl="0" marL="0" rtl="0" algn="ctr">
              <a:lnSpc>
                <a:spcPct val="100000"/>
              </a:lnSpc>
              <a:spcBef>
                <a:spcPts val="0"/>
              </a:spcBef>
              <a:spcAft>
                <a:spcPts val="0"/>
              </a:spcAft>
              <a:buSzPts val="3000"/>
              <a:buNone/>
            </a:pPr>
            <a:r>
              <a:rPr lang="pt-BR"/>
              <a:t>O QUE É GMAT?</a:t>
            </a:r>
            <a:endParaRPr/>
          </a:p>
        </p:txBody>
      </p:sp>
      <p:sp>
        <p:nvSpPr>
          <p:cNvPr id="308" name="Google Shape;308;p14"/>
          <p:cNvSpPr txBox="1"/>
          <p:nvPr>
            <p:ph idx="2" type="subTitle"/>
          </p:nvPr>
        </p:nvSpPr>
        <p:spPr>
          <a:xfrm>
            <a:off x="2999100" y="687772"/>
            <a:ext cx="4073400" cy="681300"/>
          </a:xfrm>
          <a:prstGeom prst="rect">
            <a:avLst/>
          </a:prstGeom>
          <a:noFill/>
          <a:ln>
            <a:noFill/>
          </a:ln>
        </p:spPr>
        <p:txBody>
          <a:bodyPr anchorCtr="0" anchor="t" bIns="91425" lIns="91425" spcFirstLastPara="1" rIns="91425" wrap="square" tIns="91425">
            <a:noAutofit/>
          </a:bodyPr>
          <a:lstStyle/>
          <a:p>
            <a:pPr indent="0" lvl="0" marL="0" rtl="0" algn="ctr">
              <a:lnSpc>
                <a:spcPct val="100000"/>
              </a:lnSpc>
              <a:spcBef>
                <a:spcPts val="0"/>
              </a:spcBef>
              <a:spcAft>
                <a:spcPts val="0"/>
              </a:spcAft>
              <a:buSzPts val="1200"/>
              <a:buNone/>
            </a:pPr>
            <a:r>
              <a:rPr lang="pt-BR"/>
              <a:t>Onde mais esse modelo aparece?</a:t>
            </a:r>
            <a:endParaRPr/>
          </a:p>
        </p:txBody>
      </p:sp>
      <p:sp>
        <p:nvSpPr>
          <p:cNvPr id="309" name="Google Shape;309;p14"/>
          <p:cNvSpPr txBox="1"/>
          <p:nvPr>
            <p:ph idx="4" type="subTitle"/>
          </p:nvPr>
        </p:nvSpPr>
        <p:spPr>
          <a:xfrm>
            <a:off x="3711075" y="1462141"/>
            <a:ext cx="4073400" cy="489600"/>
          </a:xfrm>
          <a:prstGeom prst="rect">
            <a:avLst/>
          </a:prstGeom>
          <a:noFill/>
          <a:ln>
            <a:noFill/>
          </a:ln>
        </p:spPr>
        <p:txBody>
          <a:bodyPr anchorCtr="0" anchor="b" bIns="91425" lIns="91425" spcFirstLastPara="1" rIns="91425" wrap="square" tIns="91425">
            <a:noAutofit/>
          </a:bodyPr>
          <a:lstStyle/>
          <a:p>
            <a:pPr indent="0" lvl="0" marL="0" rtl="0" algn="l">
              <a:lnSpc>
                <a:spcPct val="100000"/>
              </a:lnSpc>
              <a:spcBef>
                <a:spcPts val="0"/>
              </a:spcBef>
              <a:spcAft>
                <a:spcPts val="0"/>
              </a:spcAft>
              <a:buSzPts val="1200"/>
              <a:buNone/>
            </a:pPr>
            <a:r>
              <a:rPr lang="pt-BR"/>
              <a:t>CONSULTORIAS</a:t>
            </a:r>
            <a:endParaRPr/>
          </a:p>
        </p:txBody>
      </p:sp>
      <p:sp>
        <p:nvSpPr>
          <p:cNvPr id="310" name="Google Shape;310;p14"/>
          <p:cNvSpPr txBox="1"/>
          <p:nvPr>
            <p:ph idx="5" type="subTitle"/>
          </p:nvPr>
        </p:nvSpPr>
        <p:spPr>
          <a:xfrm>
            <a:off x="3757425" y="3850885"/>
            <a:ext cx="4073400" cy="489600"/>
          </a:xfrm>
          <a:prstGeom prst="rect">
            <a:avLst/>
          </a:prstGeom>
          <a:noFill/>
          <a:ln>
            <a:noFill/>
          </a:ln>
        </p:spPr>
        <p:txBody>
          <a:bodyPr anchorCtr="0" anchor="b" bIns="91425" lIns="91425" spcFirstLastPara="1" rIns="91425" wrap="square" tIns="91425">
            <a:noAutofit/>
          </a:bodyPr>
          <a:lstStyle/>
          <a:p>
            <a:pPr indent="0" lvl="0" marL="0" rtl="0" algn="l">
              <a:lnSpc>
                <a:spcPct val="100000"/>
              </a:lnSpc>
              <a:spcBef>
                <a:spcPts val="0"/>
              </a:spcBef>
              <a:spcAft>
                <a:spcPts val="0"/>
              </a:spcAft>
              <a:buSzPts val="1200"/>
              <a:buNone/>
            </a:pPr>
            <a:r>
              <a:rPr lang="pt-BR"/>
              <a:t>START UP</a:t>
            </a:r>
            <a:endParaRPr/>
          </a:p>
        </p:txBody>
      </p:sp>
      <p:sp>
        <p:nvSpPr>
          <p:cNvPr id="311" name="Google Shape;311;p14"/>
          <p:cNvSpPr txBox="1"/>
          <p:nvPr>
            <p:ph idx="6" type="subTitle"/>
          </p:nvPr>
        </p:nvSpPr>
        <p:spPr>
          <a:xfrm>
            <a:off x="3742700" y="2656513"/>
            <a:ext cx="4073400" cy="489600"/>
          </a:xfrm>
          <a:prstGeom prst="rect">
            <a:avLst/>
          </a:prstGeom>
          <a:noFill/>
          <a:ln>
            <a:noFill/>
          </a:ln>
        </p:spPr>
        <p:txBody>
          <a:bodyPr anchorCtr="0" anchor="b" bIns="91425" lIns="91425" spcFirstLastPara="1" rIns="91425" wrap="square" tIns="91425">
            <a:noAutofit/>
          </a:bodyPr>
          <a:lstStyle/>
          <a:p>
            <a:pPr indent="0" lvl="0" marL="0" rtl="0" algn="l">
              <a:lnSpc>
                <a:spcPct val="100000"/>
              </a:lnSpc>
              <a:spcBef>
                <a:spcPts val="0"/>
              </a:spcBef>
              <a:spcAft>
                <a:spcPts val="0"/>
              </a:spcAft>
              <a:buSzPts val="1200"/>
              <a:buNone/>
            </a:pPr>
            <a:r>
              <a:rPr lang="pt-BR"/>
              <a:t>BANCOS</a:t>
            </a:r>
            <a:endParaRPr/>
          </a:p>
        </p:txBody>
      </p:sp>
      <p:sp>
        <p:nvSpPr>
          <p:cNvPr id="312" name="Google Shape;312;p14"/>
          <p:cNvSpPr/>
          <p:nvPr/>
        </p:nvSpPr>
        <p:spPr>
          <a:xfrm>
            <a:off x="3065775" y="1400388"/>
            <a:ext cx="615600" cy="615600"/>
          </a:xfrm>
          <a:prstGeom prst="rect">
            <a:avLst/>
          </a:prstGeom>
          <a:solidFill>
            <a:srgbClr val="C1272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3" name="Google Shape;313;p14"/>
          <p:cNvSpPr/>
          <p:nvPr/>
        </p:nvSpPr>
        <p:spPr>
          <a:xfrm>
            <a:off x="3065775" y="2593513"/>
            <a:ext cx="615600" cy="615600"/>
          </a:xfrm>
          <a:prstGeom prst="rect">
            <a:avLst/>
          </a:prstGeom>
          <a:solidFill>
            <a:srgbClr val="C1272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4" name="Google Shape;314;p14"/>
          <p:cNvSpPr/>
          <p:nvPr/>
        </p:nvSpPr>
        <p:spPr>
          <a:xfrm>
            <a:off x="3065775" y="3787388"/>
            <a:ext cx="615600" cy="615600"/>
          </a:xfrm>
          <a:prstGeom prst="rect">
            <a:avLst/>
          </a:prstGeom>
          <a:solidFill>
            <a:srgbClr val="C1272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5" name="Google Shape;315;p14"/>
          <p:cNvSpPr/>
          <p:nvPr/>
        </p:nvSpPr>
        <p:spPr>
          <a:xfrm>
            <a:off x="3223437" y="1538106"/>
            <a:ext cx="300263" cy="340186"/>
          </a:xfrm>
          <a:custGeom>
            <a:rect b="b" l="l" r="r" t="t"/>
            <a:pathLst>
              <a:path extrusionOk="0" h="19326" w="17058">
                <a:moveTo>
                  <a:pt x="15013" y="2021"/>
                </a:moveTo>
                <a:lnTo>
                  <a:pt x="11577" y="5741"/>
                </a:lnTo>
                <a:cubicBezTo>
                  <a:pt x="11378" y="5958"/>
                  <a:pt x="11378" y="6290"/>
                  <a:pt x="11577" y="6507"/>
                </a:cubicBezTo>
                <a:lnTo>
                  <a:pt x="15013" y="10230"/>
                </a:lnTo>
                <a:lnTo>
                  <a:pt x="3195" y="10230"/>
                </a:lnTo>
                <a:lnTo>
                  <a:pt x="3195" y="2021"/>
                </a:lnTo>
                <a:close/>
                <a:moveTo>
                  <a:pt x="1716" y="1133"/>
                </a:moveTo>
                <a:cubicBezTo>
                  <a:pt x="1906" y="1136"/>
                  <a:pt x="2060" y="1290"/>
                  <a:pt x="2063" y="1480"/>
                </a:cubicBezTo>
                <a:lnTo>
                  <a:pt x="2063" y="17846"/>
                </a:lnTo>
                <a:cubicBezTo>
                  <a:pt x="2060" y="18036"/>
                  <a:pt x="1906" y="18190"/>
                  <a:pt x="1716" y="18193"/>
                </a:cubicBezTo>
                <a:lnTo>
                  <a:pt x="1483" y="18193"/>
                </a:lnTo>
                <a:cubicBezTo>
                  <a:pt x="1290" y="18190"/>
                  <a:pt x="1136" y="18036"/>
                  <a:pt x="1133" y="17846"/>
                </a:cubicBezTo>
                <a:lnTo>
                  <a:pt x="1133" y="1480"/>
                </a:lnTo>
                <a:cubicBezTo>
                  <a:pt x="1136" y="1290"/>
                  <a:pt x="1290" y="1136"/>
                  <a:pt x="1483" y="1133"/>
                </a:cubicBezTo>
                <a:close/>
                <a:moveTo>
                  <a:pt x="1483" y="1"/>
                </a:moveTo>
                <a:cubicBezTo>
                  <a:pt x="665" y="1"/>
                  <a:pt x="4" y="665"/>
                  <a:pt x="1" y="1480"/>
                </a:cubicBezTo>
                <a:lnTo>
                  <a:pt x="1" y="17846"/>
                </a:lnTo>
                <a:cubicBezTo>
                  <a:pt x="4" y="18661"/>
                  <a:pt x="665" y="19325"/>
                  <a:pt x="1483" y="19325"/>
                </a:cubicBezTo>
                <a:lnTo>
                  <a:pt x="1716" y="19325"/>
                </a:lnTo>
                <a:cubicBezTo>
                  <a:pt x="2531" y="19325"/>
                  <a:pt x="3195" y="18661"/>
                  <a:pt x="3195" y="17846"/>
                </a:cubicBezTo>
                <a:lnTo>
                  <a:pt x="3195" y="11363"/>
                </a:lnTo>
                <a:lnTo>
                  <a:pt x="16306" y="11363"/>
                </a:lnTo>
                <a:cubicBezTo>
                  <a:pt x="16801" y="11360"/>
                  <a:pt x="17058" y="10774"/>
                  <a:pt x="16722" y="10412"/>
                </a:cubicBezTo>
                <a:lnTo>
                  <a:pt x="12764" y="6124"/>
                </a:lnTo>
                <a:lnTo>
                  <a:pt x="16722" y="1836"/>
                </a:lnTo>
                <a:cubicBezTo>
                  <a:pt x="16873" y="1673"/>
                  <a:pt x="16916" y="1432"/>
                  <a:pt x="16825" y="1226"/>
                </a:cubicBezTo>
                <a:cubicBezTo>
                  <a:pt x="16734" y="1021"/>
                  <a:pt x="16532" y="885"/>
                  <a:pt x="16306" y="885"/>
                </a:cubicBezTo>
                <a:lnTo>
                  <a:pt x="3071" y="885"/>
                </a:lnTo>
                <a:cubicBezTo>
                  <a:pt x="2833" y="348"/>
                  <a:pt x="2302" y="1"/>
                  <a:pt x="1716" y="1"/>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435D74"/>
              </a:solidFill>
              <a:latin typeface="Arial"/>
              <a:ea typeface="Arial"/>
              <a:cs typeface="Arial"/>
              <a:sym typeface="Arial"/>
            </a:endParaRPr>
          </a:p>
        </p:txBody>
      </p:sp>
      <p:grpSp>
        <p:nvGrpSpPr>
          <p:cNvPr id="316" name="Google Shape;316;p14"/>
          <p:cNvGrpSpPr/>
          <p:nvPr/>
        </p:nvGrpSpPr>
        <p:grpSpPr>
          <a:xfrm>
            <a:off x="3197446" y="2727425"/>
            <a:ext cx="352230" cy="348542"/>
            <a:chOff x="1049375" y="2318350"/>
            <a:chExt cx="298525" cy="295400"/>
          </a:xfrm>
        </p:grpSpPr>
        <p:sp>
          <p:nvSpPr>
            <p:cNvPr id="317" name="Google Shape;317;p14"/>
            <p:cNvSpPr/>
            <p:nvPr/>
          </p:nvSpPr>
          <p:spPr>
            <a:xfrm>
              <a:off x="1101350" y="2492325"/>
              <a:ext cx="70125" cy="50525"/>
            </a:xfrm>
            <a:custGeom>
              <a:rect b="b" l="l" r="r" t="t"/>
              <a:pathLst>
                <a:path extrusionOk="0" h="2021" w="2805">
                  <a:moveTo>
                    <a:pt x="2473" y="0"/>
                  </a:moveTo>
                  <a:cubicBezTo>
                    <a:pt x="2377" y="0"/>
                    <a:pt x="2273" y="32"/>
                    <a:pt x="2206" y="99"/>
                  </a:cubicBezTo>
                  <a:lnTo>
                    <a:pt x="1072" y="1233"/>
                  </a:lnTo>
                  <a:lnTo>
                    <a:pt x="599" y="761"/>
                  </a:lnTo>
                  <a:cubicBezTo>
                    <a:pt x="536" y="713"/>
                    <a:pt x="449" y="690"/>
                    <a:pt x="363" y="690"/>
                  </a:cubicBezTo>
                  <a:cubicBezTo>
                    <a:pt x="276" y="690"/>
                    <a:pt x="189" y="713"/>
                    <a:pt x="126" y="761"/>
                  </a:cubicBezTo>
                  <a:cubicBezTo>
                    <a:pt x="0" y="887"/>
                    <a:pt x="0" y="1139"/>
                    <a:pt x="126" y="1233"/>
                  </a:cubicBezTo>
                  <a:lnTo>
                    <a:pt x="820" y="1958"/>
                  </a:lnTo>
                  <a:cubicBezTo>
                    <a:pt x="914" y="2021"/>
                    <a:pt x="977" y="2021"/>
                    <a:pt x="1072" y="2021"/>
                  </a:cubicBezTo>
                  <a:cubicBezTo>
                    <a:pt x="1135" y="2021"/>
                    <a:pt x="1261" y="1989"/>
                    <a:pt x="1292" y="1926"/>
                  </a:cubicBezTo>
                  <a:lnTo>
                    <a:pt x="2678" y="540"/>
                  </a:lnTo>
                  <a:cubicBezTo>
                    <a:pt x="2804" y="414"/>
                    <a:pt x="2804" y="162"/>
                    <a:pt x="2678" y="68"/>
                  </a:cubicBezTo>
                  <a:cubicBezTo>
                    <a:pt x="2634" y="24"/>
                    <a:pt x="2557" y="0"/>
                    <a:pt x="2473" y="0"/>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8" name="Google Shape;318;p14"/>
            <p:cNvSpPr/>
            <p:nvPr/>
          </p:nvSpPr>
          <p:spPr>
            <a:xfrm>
              <a:off x="1101350" y="2440525"/>
              <a:ext cx="70125" cy="51150"/>
            </a:xfrm>
            <a:custGeom>
              <a:rect b="b" l="l" r="r" t="t"/>
              <a:pathLst>
                <a:path extrusionOk="0" h="2046" w="2805">
                  <a:moveTo>
                    <a:pt x="2469" y="1"/>
                  </a:moveTo>
                  <a:cubicBezTo>
                    <a:pt x="2374" y="1"/>
                    <a:pt x="2272" y="40"/>
                    <a:pt x="2206" y="123"/>
                  </a:cubicBezTo>
                  <a:lnTo>
                    <a:pt x="1072" y="1257"/>
                  </a:lnTo>
                  <a:lnTo>
                    <a:pt x="599" y="785"/>
                  </a:lnTo>
                  <a:cubicBezTo>
                    <a:pt x="536" y="738"/>
                    <a:pt x="449" y="714"/>
                    <a:pt x="363" y="714"/>
                  </a:cubicBezTo>
                  <a:cubicBezTo>
                    <a:pt x="276" y="714"/>
                    <a:pt x="189" y="738"/>
                    <a:pt x="126" y="785"/>
                  </a:cubicBezTo>
                  <a:cubicBezTo>
                    <a:pt x="0" y="911"/>
                    <a:pt x="0" y="1163"/>
                    <a:pt x="126" y="1257"/>
                  </a:cubicBezTo>
                  <a:lnTo>
                    <a:pt x="820" y="1982"/>
                  </a:lnTo>
                  <a:cubicBezTo>
                    <a:pt x="914" y="2045"/>
                    <a:pt x="977" y="2045"/>
                    <a:pt x="1072" y="2045"/>
                  </a:cubicBezTo>
                  <a:cubicBezTo>
                    <a:pt x="1135" y="2045"/>
                    <a:pt x="1261" y="2014"/>
                    <a:pt x="1292" y="1951"/>
                  </a:cubicBezTo>
                  <a:lnTo>
                    <a:pt x="2678" y="564"/>
                  </a:lnTo>
                  <a:cubicBezTo>
                    <a:pt x="2804" y="438"/>
                    <a:pt x="2804" y="186"/>
                    <a:pt x="2678" y="92"/>
                  </a:cubicBezTo>
                  <a:cubicBezTo>
                    <a:pt x="2634" y="32"/>
                    <a:pt x="2554" y="1"/>
                    <a:pt x="2469" y="1"/>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9" name="Google Shape;319;p14"/>
            <p:cNvSpPr/>
            <p:nvPr/>
          </p:nvSpPr>
          <p:spPr>
            <a:xfrm>
              <a:off x="1101350" y="2388550"/>
              <a:ext cx="70125" cy="51125"/>
            </a:xfrm>
            <a:custGeom>
              <a:rect b="b" l="l" r="r" t="t"/>
              <a:pathLst>
                <a:path extrusionOk="0" h="2045" w="2805">
                  <a:moveTo>
                    <a:pt x="2469" y="1"/>
                  </a:moveTo>
                  <a:cubicBezTo>
                    <a:pt x="2374" y="1"/>
                    <a:pt x="2272" y="40"/>
                    <a:pt x="2206" y="123"/>
                  </a:cubicBezTo>
                  <a:lnTo>
                    <a:pt x="1072" y="1257"/>
                  </a:lnTo>
                  <a:lnTo>
                    <a:pt x="599" y="785"/>
                  </a:lnTo>
                  <a:cubicBezTo>
                    <a:pt x="536" y="722"/>
                    <a:pt x="449" y="690"/>
                    <a:pt x="363" y="690"/>
                  </a:cubicBezTo>
                  <a:cubicBezTo>
                    <a:pt x="276" y="690"/>
                    <a:pt x="189" y="722"/>
                    <a:pt x="126" y="785"/>
                  </a:cubicBezTo>
                  <a:cubicBezTo>
                    <a:pt x="0" y="911"/>
                    <a:pt x="0" y="1131"/>
                    <a:pt x="126" y="1257"/>
                  </a:cubicBezTo>
                  <a:lnTo>
                    <a:pt x="820" y="1982"/>
                  </a:lnTo>
                  <a:cubicBezTo>
                    <a:pt x="914" y="2045"/>
                    <a:pt x="977" y="2045"/>
                    <a:pt x="1072" y="2045"/>
                  </a:cubicBezTo>
                  <a:cubicBezTo>
                    <a:pt x="1135" y="2045"/>
                    <a:pt x="1261" y="2013"/>
                    <a:pt x="1292" y="1919"/>
                  </a:cubicBezTo>
                  <a:lnTo>
                    <a:pt x="2678" y="532"/>
                  </a:lnTo>
                  <a:cubicBezTo>
                    <a:pt x="2804" y="438"/>
                    <a:pt x="2804" y="186"/>
                    <a:pt x="2678" y="91"/>
                  </a:cubicBezTo>
                  <a:cubicBezTo>
                    <a:pt x="2634" y="32"/>
                    <a:pt x="2554" y="1"/>
                    <a:pt x="2469" y="1"/>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0" name="Google Shape;320;p14"/>
            <p:cNvSpPr/>
            <p:nvPr/>
          </p:nvSpPr>
          <p:spPr>
            <a:xfrm>
              <a:off x="1049375" y="2318350"/>
              <a:ext cx="298525" cy="295400"/>
            </a:xfrm>
            <a:custGeom>
              <a:rect b="b" l="l" r="r" t="t"/>
              <a:pathLst>
                <a:path extrusionOk="0" h="11816" w="11941">
                  <a:moveTo>
                    <a:pt x="6963" y="1198"/>
                  </a:moveTo>
                  <a:lnTo>
                    <a:pt x="7876" y="2143"/>
                  </a:lnTo>
                  <a:lnTo>
                    <a:pt x="6963" y="2143"/>
                  </a:lnTo>
                  <a:lnTo>
                    <a:pt x="6963" y="1198"/>
                  </a:lnTo>
                  <a:close/>
                  <a:moveTo>
                    <a:pt x="10286" y="3498"/>
                  </a:moveTo>
                  <a:cubicBezTo>
                    <a:pt x="10373" y="3498"/>
                    <a:pt x="10460" y="3530"/>
                    <a:pt x="10523" y="3593"/>
                  </a:cubicBezTo>
                  <a:lnTo>
                    <a:pt x="10995" y="4065"/>
                  </a:lnTo>
                  <a:cubicBezTo>
                    <a:pt x="11184" y="4223"/>
                    <a:pt x="11184" y="4475"/>
                    <a:pt x="11027" y="4569"/>
                  </a:cubicBezTo>
                  <a:lnTo>
                    <a:pt x="10806" y="4821"/>
                  </a:lnTo>
                  <a:lnTo>
                    <a:pt x="9798" y="3845"/>
                  </a:lnTo>
                  <a:lnTo>
                    <a:pt x="10050" y="3593"/>
                  </a:lnTo>
                  <a:cubicBezTo>
                    <a:pt x="10113" y="3530"/>
                    <a:pt x="10200" y="3498"/>
                    <a:pt x="10286" y="3498"/>
                  </a:cubicBezTo>
                  <a:close/>
                  <a:moveTo>
                    <a:pt x="9294" y="4349"/>
                  </a:moveTo>
                  <a:lnTo>
                    <a:pt x="10271" y="5325"/>
                  </a:lnTo>
                  <a:lnTo>
                    <a:pt x="7845" y="7783"/>
                  </a:lnTo>
                  <a:lnTo>
                    <a:pt x="6868" y="6774"/>
                  </a:lnTo>
                  <a:lnTo>
                    <a:pt x="9294" y="4349"/>
                  </a:lnTo>
                  <a:close/>
                  <a:moveTo>
                    <a:pt x="6585" y="7499"/>
                  </a:moveTo>
                  <a:lnTo>
                    <a:pt x="7183" y="8098"/>
                  </a:lnTo>
                  <a:lnTo>
                    <a:pt x="6427" y="8255"/>
                  </a:lnTo>
                  <a:lnTo>
                    <a:pt x="6585" y="7499"/>
                  </a:lnTo>
                  <a:close/>
                  <a:moveTo>
                    <a:pt x="6994" y="10398"/>
                  </a:moveTo>
                  <a:lnTo>
                    <a:pt x="6994" y="10776"/>
                  </a:lnTo>
                  <a:cubicBezTo>
                    <a:pt x="6994" y="10870"/>
                    <a:pt x="7057" y="10996"/>
                    <a:pt x="7089" y="11122"/>
                  </a:cubicBezTo>
                  <a:lnTo>
                    <a:pt x="1071" y="11122"/>
                  </a:lnTo>
                  <a:cubicBezTo>
                    <a:pt x="882" y="11122"/>
                    <a:pt x="693" y="10965"/>
                    <a:pt x="693" y="10776"/>
                  </a:cubicBezTo>
                  <a:lnTo>
                    <a:pt x="693" y="10398"/>
                  </a:lnTo>
                  <a:close/>
                  <a:moveTo>
                    <a:pt x="6270" y="663"/>
                  </a:moveTo>
                  <a:lnTo>
                    <a:pt x="6270" y="2458"/>
                  </a:lnTo>
                  <a:cubicBezTo>
                    <a:pt x="6270" y="2647"/>
                    <a:pt x="6427" y="2805"/>
                    <a:pt x="6616" y="2805"/>
                  </a:cubicBezTo>
                  <a:lnTo>
                    <a:pt x="8349" y="2805"/>
                  </a:lnTo>
                  <a:lnTo>
                    <a:pt x="8349" y="4286"/>
                  </a:lnTo>
                  <a:lnTo>
                    <a:pt x="6112" y="6554"/>
                  </a:lnTo>
                  <a:cubicBezTo>
                    <a:pt x="6081" y="6585"/>
                    <a:pt x="6018" y="6680"/>
                    <a:pt x="6018" y="6711"/>
                  </a:cubicBezTo>
                  <a:lnTo>
                    <a:pt x="5608" y="8633"/>
                  </a:lnTo>
                  <a:cubicBezTo>
                    <a:pt x="5545" y="8759"/>
                    <a:pt x="5608" y="8885"/>
                    <a:pt x="5671" y="8948"/>
                  </a:cubicBezTo>
                  <a:cubicBezTo>
                    <a:pt x="5742" y="9019"/>
                    <a:pt x="5813" y="9055"/>
                    <a:pt x="5897" y="9055"/>
                  </a:cubicBezTo>
                  <a:cubicBezTo>
                    <a:pt x="5925" y="9055"/>
                    <a:pt x="5955" y="9051"/>
                    <a:pt x="5986" y="9043"/>
                  </a:cubicBezTo>
                  <a:lnTo>
                    <a:pt x="7908" y="8602"/>
                  </a:lnTo>
                  <a:cubicBezTo>
                    <a:pt x="8002" y="8602"/>
                    <a:pt x="8034" y="8570"/>
                    <a:pt x="8065" y="8507"/>
                  </a:cubicBezTo>
                  <a:lnTo>
                    <a:pt x="8349" y="8255"/>
                  </a:lnTo>
                  <a:lnTo>
                    <a:pt x="8349" y="10807"/>
                  </a:lnTo>
                  <a:lnTo>
                    <a:pt x="8380" y="10807"/>
                  </a:lnTo>
                  <a:cubicBezTo>
                    <a:pt x="8380" y="10996"/>
                    <a:pt x="8223" y="11154"/>
                    <a:pt x="8034" y="11154"/>
                  </a:cubicBezTo>
                  <a:cubicBezTo>
                    <a:pt x="7845" y="11154"/>
                    <a:pt x="7687" y="10996"/>
                    <a:pt x="7687" y="10807"/>
                  </a:cubicBezTo>
                  <a:lnTo>
                    <a:pt x="7687" y="10083"/>
                  </a:lnTo>
                  <a:cubicBezTo>
                    <a:pt x="7687" y="9893"/>
                    <a:pt x="7530" y="9736"/>
                    <a:pt x="7309" y="9736"/>
                  </a:cubicBezTo>
                  <a:lnTo>
                    <a:pt x="1386" y="9736"/>
                  </a:lnTo>
                  <a:lnTo>
                    <a:pt x="1386" y="663"/>
                  </a:lnTo>
                  <a:close/>
                  <a:moveTo>
                    <a:pt x="1071" y="1"/>
                  </a:moveTo>
                  <a:cubicBezTo>
                    <a:pt x="882" y="1"/>
                    <a:pt x="693" y="158"/>
                    <a:pt x="693" y="379"/>
                  </a:cubicBezTo>
                  <a:lnTo>
                    <a:pt x="693" y="9736"/>
                  </a:lnTo>
                  <a:lnTo>
                    <a:pt x="347" y="9736"/>
                  </a:lnTo>
                  <a:cubicBezTo>
                    <a:pt x="158" y="9736"/>
                    <a:pt x="0" y="9893"/>
                    <a:pt x="0" y="10083"/>
                  </a:cubicBezTo>
                  <a:lnTo>
                    <a:pt x="0" y="10807"/>
                  </a:lnTo>
                  <a:cubicBezTo>
                    <a:pt x="0" y="11406"/>
                    <a:pt x="473" y="11815"/>
                    <a:pt x="1008" y="11815"/>
                  </a:cubicBezTo>
                  <a:lnTo>
                    <a:pt x="8002" y="11815"/>
                  </a:lnTo>
                  <a:cubicBezTo>
                    <a:pt x="8569" y="11815"/>
                    <a:pt x="9011" y="11343"/>
                    <a:pt x="9011" y="10807"/>
                  </a:cubicBezTo>
                  <a:lnTo>
                    <a:pt x="9011" y="7562"/>
                  </a:lnTo>
                  <a:lnTo>
                    <a:pt x="11499" y="5105"/>
                  </a:lnTo>
                  <a:cubicBezTo>
                    <a:pt x="11940" y="4664"/>
                    <a:pt x="11940" y="4034"/>
                    <a:pt x="11531" y="3593"/>
                  </a:cubicBezTo>
                  <a:lnTo>
                    <a:pt x="11058" y="3120"/>
                  </a:lnTo>
                  <a:cubicBezTo>
                    <a:pt x="10869" y="2931"/>
                    <a:pt x="10609" y="2836"/>
                    <a:pt x="10346" y="2836"/>
                  </a:cubicBezTo>
                  <a:cubicBezTo>
                    <a:pt x="10082" y="2836"/>
                    <a:pt x="9814" y="2931"/>
                    <a:pt x="9609" y="3120"/>
                  </a:cubicBezTo>
                  <a:lnTo>
                    <a:pt x="9105" y="3624"/>
                  </a:lnTo>
                  <a:lnTo>
                    <a:pt x="9105" y="2490"/>
                  </a:lnTo>
                  <a:cubicBezTo>
                    <a:pt x="9105" y="2427"/>
                    <a:pt x="9074" y="2332"/>
                    <a:pt x="8979" y="2269"/>
                  </a:cubicBezTo>
                  <a:lnTo>
                    <a:pt x="6900" y="127"/>
                  </a:lnTo>
                  <a:cubicBezTo>
                    <a:pt x="6805" y="64"/>
                    <a:pt x="6742" y="1"/>
                    <a:pt x="6648" y="1"/>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321" name="Google Shape;321;p14"/>
          <p:cNvGrpSpPr/>
          <p:nvPr/>
        </p:nvGrpSpPr>
        <p:grpSpPr>
          <a:xfrm>
            <a:off x="3162595" y="3884247"/>
            <a:ext cx="421951" cy="421914"/>
            <a:chOff x="-5276050" y="2037975"/>
            <a:chExt cx="292250" cy="292225"/>
          </a:xfrm>
        </p:grpSpPr>
        <p:sp>
          <p:nvSpPr>
            <p:cNvPr id="322" name="Google Shape;322;p14"/>
            <p:cNvSpPr/>
            <p:nvPr/>
          </p:nvSpPr>
          <p:spPr>
            <a:xfrm>
              <a:off x="-5102775" y="2211250"/>
              <a:ext cx="51225" cy="49650"/>
            </a:xfrm>
            <a:custGeom>
              <a:rect b="b" l="l" r="r" t="t"/>
              <a:pathLst>
                <a:path extrusionOk="0" h="1986" w="2049">
                  <a:moveTo>
                    <a:pt x="343" y="0"/>
                  </a:moveTo>
                  <a:cubicBezTo>
                    <a:pt x="253" y="0"/>
                    <a:pt x="158" y="32"/>
                    <a:pt x="95" y="95"/>
                  </a:cubicBezTo>
                  <a:cubicBezTo>
                    <a:pt x="1" y="189"/>
                    <a:pt x="1" y="441"/>
                    <a:pt x="95" y="536"/>
                  </a:cubicBezTo>
                  <a:lnTo>
                    <a:pt x="536" y="977"/>
                  </a:lnTo>
                  <a:lnTo>
                    <a:pt x="95" y="1418"/>
                  </a:lnTo>
                  <a:cubicBezTo>
                    <a:pt x="1" y="1544"/>
                    <a:pt x="1" y="1765"/>
                    <a:pt x="95" y="1891"/>
                  </a:cubicBezTo>
                  <a:cubicBezTo>
                    <a:pt x="158" y="1954"/>
                    <a:pt x="253" y="1985"/>
                    <a:pt x="343" y="1985"/>
                  </a:cubicBezTo>
                  <a:cubicBezTo>
                    <a:pt x="434" y="1985"/>
                    <a:pt x="521" y="1954"/>
                    <a:pt x="568" y="1891"/>
                  </a:cubicBezTo>
                  <a:lnTo>
                    <a:pt x="1009" y="1450"/>
                  </a:lnTo>
                  <a:lnTo>
                    <a:pt x="1450" y="1891"/>
                  </a:lnTo>
                  <a:cubicBezTo>
                    <a:pt x="1513" y="1954"/>
                    <a:pt x="1600" y="1985"/>
                    <a:pt x="1686" y="1985"/>
                  </a:cubicBezTo>
                  <a:cubicBezTo>
                    <a:pt x="1773" y="1985"/>
                    <a:pt x="1860" y="1954"/>
                    <a:pt x="1923" y="1891"/>
                  </a:cubicBezTo>
                  <a:cubicBezTo>
                    <a:pt x="2049" y="1765"/>
                    <a:pt x="2049" y="1544"/>
                    <a:pt x="1923" y="1418"/>
                  </a:cubicBezTo>
                  <a:lnTo>
                    <a:pt x="1482" y="977"/>
                  </a:lnTo>
                  <a:lnTo>
                    <a:pt x="1923" y="536"/>
                  </a:lnTo>
                  <a:cubicBezTo>
                    <a:pt x="2049" y="441"/>
                    <a:pt x="2049" y="189"/>
                    <a:pt x="1923" y="95"/>
                  </a:cubicBezTo>
                  <a:cubicBezTo>
                    <a:pt x="1860" y="32"/>
                    <a:pt x="1773" y="0"/>
                    <a:pt x="1686" y="0"/>
                  </a:cubicBezTo>
                  <a:cubicBezTo>
                    <a:pt x="1600" y="0"/>
                    <a:pt x="1513" y="32"/>
                    <a:pt x="1450" y="95"/>
                  </a:cubicBezTo>
                  <a:lnTo>
                    <a:pt x="1009" y="504"/>
                  </a:lnTo>
                  <a:lnTo>
                    <a:pt x="568" y="95"/>
                  </a:lnTo>
                  <a:cubicBezTo>
                    <a:pt x="521" y="32"/>
                    <a:pt x="434" y="0"/>
                    <a:pt x="343" y="0"/>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3" name="Google Shape;323;p14"/>
            <p:cNvSpPr/>
            <p:nvPr/>
          </p:nvSpPr>
          <p:spPr>
            <a:xfrm>
              <a:off x="-5224050" y="2107875"/>
              <a:ext cx="51200" cy="49825"/>
            </a:xfrm>
            <a:custGeom>
              <a:rect b="b" l="l" r="r" t="t"/>
              <a:pathLst>
                <a:path extrusionOk="0" h="1993" w="2048">
                  <a:moveTo>
                    <a:pt x="351" y="0"/>
                  </a:moveTo>
                  <a:cubicBezTo>
                    <a:pt x="260" y="0"/>
                    <a:pt x="173" y="24"/>
                    <a:pt x="126" y="71"/>
                  </a:cubicBezTo>
                  <a:cubicBezTo>
                    <a:pt x="0" y="197"/>
                    <a:pt x="0" y="449"/>
                    <a:pt x="126" y="544"/>
                  </a:cubicBezTo>
                  <a:lnTo>
                    <a:pt x="536" y="985"/>
                  </a:lnTo>
                  <a:lnTo>
                    <a:pt x="126" y="1426"/>
                  </a:lnTo>
                  <a:cubicBezTo>
                    <a:pt x="0" y="1552"/>
                    <a:pt x="0" y="1772"/>
                    <a:pt x="126" y="1898"/>
                  </a:cubicBezTo>
                  <a:cubicBezTo>
                    <a:pt x="173" y="1961"/>
                    <a:pt x="260" y="1993"/>
                    <a:pt x="351" y="1993"/>
                  </a:cubicBezTo>
                  <a:cubicBezTo>
                    <a:pt x="441" y="1993"/>
                    <a:pt x="536" y="1961"/>
                    <a:pt x="599" y="1898"/>
                  </a:cubicBezTo>
                  <a:lnTo>
                    <a:pt x="1008" y="1457"/>
                  </a:lnTo>
                  <a:lnTo>
                    <a:pt x="1449" y="1898"/>
                  </a:lnTo>
                  <a:cubicBezTo>
                    <a:pt x="1512" y="1961"/>
                    <a:pt x="1599" y="1993"/>
                    <a:pt x="1686" y="1993"/>
                  </a:cubicBezTo>
                  <a:cubicBezTo>
                    <a:pt x="1772" y="1993"/>
                    <a:pt x="1859" y="1961"/>
                    <a:pt x="1922" y="1898"/>
                  </a:cubicBezTo>
                  <a:cubicBezTo>
                    <a:pt x="2048" y="1772"/>
                    <a:pt x="2048" y="1520"/>
                    <a:pt x="1922" y="1426"/>
                  </a:cubicBezTo>
                  <a:lnTo>
                    <a:pt x="1481" y="985"/>
                  </a:lnTo>
                  <a:lnTo>
                    <a:pt x="1922" y="544"/>
                  </a:lnTo>
                  <a:cubicBezTo>
                    <a:pt x="2048" y="449"/>
                    <a:pt x="2048" y="197"/>
                    <a:pt x="1922" y="71"/>
                  </a:cubicBezTo>
                  <a:cubicBezTo>
                    <a:pt x="1875" y="24"/>
                    <a:pt x="1788" y="0"/>
                    <a:pt x="1697" y="0"/>
                  </a:cubicBezTo>
                  <a:cubicBezTo>
                    <a:pt x="1607" y="0"/>
                    <a:pt x="1512" y="24"/>
                    <a:pt x="1449" y="71"/>
                  </a:cubicBezTo>
                  <a:lnTo>
                    <a:pt x="1008" y="512"/>
                  </a:lnTo>
                  <a:lnTo>
                    <a:pt x="599" y="71"/>
                  </a:lnTo>
                  <a:cubicBezTo>
                    <a:pt x="536" y="24"/>
                    <a:pt x="441" y="0"/>
                    <a:pt x="351" y="0"/>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4" name="Google Shape;324;p14"/>
            <p:cNvSpPr/>
            <p:nvPr/>
          </p:nvSpPr>
          <p:spPr>
            <a:xfrm>
              <a:off x="-5276050" y="2037975"/>
              <a:ext cx="292250" cy="292225"/>
            </a:xfrm>
            <a:custGeom>
              <a:rect b="b" l="l" r="r" t="t"/>
              <a:pathLst>
                <a:path extrusionOk="0" h="11689" w="11690">
                  <a:moveTo>
                    <a:pt x="10334" y="3119"/>
                  </a:moveTo>
                  <a:cubicBezTo>
                    <a:pt x="10712" y="3119"/>
                    <a:pt x="11028" y="3403"/>
                    <a:pt x="11028" y="3781"/>
                  </a:cubicBezTo>
                  <a:cubicBezTo>
                    <a:pt x="11028" y="4190"/>
                    <a:pt x="10712" y="4442"/>
                    <a:pt x="10334" y="4442"/>
                  </a:cubicBezTo>
                  <a:cubicBezTo>
                    <a:pt x="9956" y="4442"/>
                    <a:pt x="9673" y="4127"/>
                    <a:pt x="9673" y="3781"/>
                  </a:cubicBezTo>
                  <a:cubicBezTo>
                    <a:pt x="9673" y="3403"/>
                    <a:pt x="9988" y="3119"/>
                    <a:pt x="10334" y="3119"/>
                  </a:cubicBezTo>
                  <a:close/>
                  <a:moveTo>
                    <a:pt x="4443" y="7593"/>
                  </a:moveTo>
                  <a:cubicBezTo>
                    <a:pt x="4853" y="7593"/>
                    <a:pt x="5105" y="7908"/>
                    <a:pt x="5105" y="8255"/>
                  </a:cubicBezTo>
                  <a:cubicBezTo>
                    <a:pt x="5105" y="8664"/>
                    <a:pt x="4790" y="8948"/>
                    <a:pt x="4443" y="8948"/>
                  </a:cubicBezTo>
                  <a:cubicBezTo>
                    <a:pt x="4065" y="8948"/>
                    <a:pt x="3781" y="8633"/>
                    <a:pt x="3781" y="8255"/>
                  </a:cubicBezTo>
                  <a:cubicBezTo>
                    <a:pt x="3781" y="7876"/>
                    <a:pt x="4096" y="7593"/>
                    <a:pt x="4443" y="7593"/>
                  </a:cubicBezTo>
                  <a:close/>
                  <a:moveTo>
                    <a:pt x="5829" y="725"/>
                  </a:moveTo>
                  <a:cubicBezTo>
                    <a:pt x="7341" y="725"/>
                    <a:pt x="8822" y="1386"/>
                    <a:pt x="9799" y="2521"/>
                  </a:cubicBezTo>
                  <a:cubicBezTo>
                    <a:pt x="9326" y="2710"/>
                    <a:pt x="8980" y="3245"/>
                    <a:pt x="8980" y="3781"/>
                  </a:cubicBezTo>
                  <a:cubicBezTo>
                    <a:pt x="8980" y="3718"/>
                    <a:pt x="8917" y="3623"/>
                    <a:pt x="8885" y="3560"/>
                  </a:cubicBezTo>
                  <a:lnTo>
                    <a:pt x="8854" y="3497"/>
                  </a:lnTo>
                  <a:lnTo>
                    <a:pt x="8192" y="2836"/>
                  </a:lnTo>
                  <a:cubicBezTo>
                    <a:pt x="8129" y="2773"/>
                    <a:pt x="8035" y="2741"/>
                    <a:pt x="7944" y="2741"/>
                  </a:cubicBezTo>
                  <a:cubicBezTo>
                    <a:pt x="7853" y="2741"/>
                    <a:pt x="7767" y="2773"/>
                    <a:pt x="7719" y="2836"/>
                  </a:cubicBezTo>
                  <a:cubicBezTo>
                    <a:pt x="7593" y="2962"/>
                    <a:pt x="7593" y="3182"/>
                    <a:pt x="7719" y="3308"/>
                  </a:cubicBezTo>
                  <a:lnTo>
                    <a:pt x="7814" y="3434"/>
                  </a:lnTo>
                  <a:cubicBezTo>
                    <a:pt x="6869" y="3466"/>
                    <a:pt x="5987" y="3875"/>
                    <a:pt x="5262" y="4568"/>
                  </a:cubicBezTo>
                  <a:cubicBezTo>
                    <a:pt x="4600" y="5230"/>
                    <a:pt x="4254" y="6081"/>
                    <a:pt x="4159" y="6963"/>
                  </a:cubicBezTo>
                  <a:cubicBezTo>
                    <a:pt x="3561" y="7120"/>
                    <a:pt x="3151" y="7656"/>
                    <a:pt x="3151" y="8318"/>
                  </a:cubicBezTo>
                  <a:cubicBezTo>
                    <a:pt x="3151" y="9074"/>
                    <a:pt x="3781" y="9704"/>
                    <a:pt x="4506" y="9704"/>
                  </a:cubicBezTo>
                  <a:cubicBezTo>
                    <a:pt x="5262" y="9704"/>
                    <a:pt x="5892" y="9074"/>
                    <a:pt x="5892" y="8318"/>
                  </a:cubicBezTo>
                  <a:cubicBezTo>
                    <a:pt x="5892" y="7687"/>
                    <a:pt x="5451" y="7120"/>
                    <a:pt x="4884" y="6963"/>
                  </a:cubicBezTo>
                  <a:cubicBezTo>
                    <a:pt x="5042" y="5482"/>
                    <a:pt x="6302" y="4222"/>
                    <a:pt x="7814" y="4127"/>
                  </a:cubicBezTo>
                  <a:lnTo>
                    <a:pt x="7814" y="4127"/>
                  </a:lnTo>
                  <a:lnTo>
                    <a:pt x="7751" y="4222"/>
                  </a:lnTo>
                  <a:cubicBezTo>
                    <a:pt x="7625" y="4348"/>
                    <a:pt x="7625" y="4568"/>
                    <a:pt x="7751" y="4694"/>
                  </a:cubicBezTo>
                  <a:cubicBezTo>
                    <a:pt x="7814" y="4757"/>
                    <a:pt x="7901" y="4789"/>
                    <a:pt x="7987" y="4789"/>
                  </a:cubicBezTo>
                  <a:cubicBezTo>
                    <a:pt x="8074" y="4789"/>
                    <a:pt x="8161" y="4757"/>
                    <a:pt x="8224" y="4694"/>
                  </a:cubicBezTo>
                  <a:lnTo>
                    <a:pt x="8885" y="4033"/>
                  </a:lnTo>
                  <a:cubicBezTo>
                    <a:pt x="8980" y="3938"/>
                    <a:pt x="9011" y="3875"/>
                    <a:pt x="9011" y="3781"/>
                  </a:cubicBezTo>
                  <a:cubicBezTo>
                    <a:pt x="9011" y="4537"/>
                    <a:pt x="9641" y="5167"/>
                    <a:pt x="10397" y="5167"/>
                  </a:cubicBezTo>
                  <a:cubicBezTo>
                    <a:pt x="10618" y="5167"/>
                    <a:pt x="10807" y="5136"/>
                    <a:pt x="11028" y="5010"/>
                  </a:cubicBezTo>
                  <a:cubicBezTo>
                    <a:pt x="11059" y="5293"/>
                    <a:pt x="11091" y="5545"/>
                    <a:pt x="11091" y="5829"/>
                  </a:cubicBezTo>
                  <a:cubicBezTo>
                    <a:pt x="11028" y="8696"/>
                    <a:pt x="8696" y="11027"/>
                    <a:pt x="5829" y="11027"/>
                  </a:cubicBezTo>
                  <a:cubicBezTo>
                    <a:pt x="2994" y="11027"/>
                    <a:pt x="694" y="8696"/>
                    <a:pt x="694" y="5829"/>
                  </a:cubicBezTo>
                  <a:cubicBezTo>
                    <a:pt x="694" y="2993"/>
                    <a:pt x="2994" y="725"/>
                    <a:pt x="5829" y="725"/>
                  </a:cubicBezTo>
                  <a:close/>
                  <a:moveTo>
                    <a:pt x="5829" y="0"/>
                  </a:moveTo>
                  <a:cubicBezTo>
                    <a:pt x="2584" y="0"/>
                    <a:pt x="1" y="2615"/>
                    <a:pt x="1" y="5829"/>
                  </a:cubicBezTo>
                  <a:cubicBezTo>
                    <a:pt x="1" y="7404"/>
                    <a:pt x="599" y="8853"/>
                    <a:pt x="1702" y="9956"/>
                  </a:cubicBezTo>
                  <a:cubicBezTo>
                    <a:pt x="2773" y="11058"/>
                    <a:pt x="4254" y="11689"/>
                    <a:pt x="5829" y="11689"/>
                  </a:cubicBezTo>
                  <a:cubicBezTo>
                    <a:pt x="6617" y="11689"/>
                    <a:pt x="7341" y="11531"/>
                    <a:pt x="8098" y="11216"/>
                  </a:cubicBezTo>
                  <a:cubicBezTo>
                    <a:pt x="8822" y="10901"/>
                    <a:pt x="9452" y="10523"/>
                    <a:pt x="9956" y="9956"/>
                  </a:cubicBezTo>
                  <a:cubicBezTo>
                    <a:pt x="10492" y="9420"/>
                    <a:pt x="10901" y="8790"/>
                    <a:pt x="11217" y="8128"/>
                  </a:cubicBezTo>
                  <a:cubicBezTo>
                    <a:pt x="11532" y="7404"/>
                    <a:pt x="11689" y="6616"/>
                    <a:pt x="11689" y="5829"/>
                  </a:cubicBezTo>
                  <a:cubicBezTo>
                    <a:pt x="11689" y="5356"/>
                    <a:pt x="11658" y="4884"/>
                    <a:pt x="11532" y="4442"/>
                  </a:cubicBezTo>
                  <a:cubicBezTo>
                    <a:pt x="11595" y="4253"/>
                    <a:pt x="11689" y="4033"/>
                    <a:pt x="11689" y="3781"/>
                  </a:cubicBezTo>
                  <a:cubicBezTo>
                    <a:pt x="11689" y="3119"/>
                    <a:pt x="11217" y="2552"/>
                    <a:pt x="10586" y="2458"/>
                  </a:cubicBezTo>
                  <a:cubicBezTo>
                    <a:pt x="9484" y="945"/>
                    <a:pt x="7719" y="0"/>
                    <a:pt x="5829" y="0"/>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325" name="Google Shape;325;p14"/>
          <p:cNvSpPr txBox="1"/>
          <p:nvPr/>
        </p:nvSpPr>
        <p:spPr>
          <a:xfrm>
            <a:off x="0" y="4825425"/>
            <a:ext cx="4862100" cy="276900"/>
          </a:xfrm>
          <a:prstGeom prst="rect">
            <a:avLst/>
          </a:prstGeom>
          <a:noFill/>
          <a:ln>
            <a:noFill/>
          </a:ln>
        </p:spPr>
        <p:txBody>
          <a:bodyPr anchorCtr="0" anchor="t" bIns="68550" lIns="137125" spcFirstLastPara="1" rIns="137125" wrap="square" tIns="68550">
            <a:spAutoFit/>
          </a:bodyPr>
          <a:lstStyle/>
          <a:p>
            <a:pPr indent="0" lvl="0" marL="0" marR="0" rtl="0" algn="l">
              <a:lnSpc>
                <a:spcPct val="100000"/>
              </a:lnSpc>
              <a:spcBef>
                <a:spcPts val="0"/>
              </a:spcBef>
              <a:spcAft>
                <a:spcPts val="0"/>
              </a:spcAft>
              <a:buClr>
                <a:srgbClr val="000000"/>
              </a:buClr>
              <a:buSzPts val="900"/>
              <a:buFont typeface="Arial"/>
              <a:buNone/>
            </a:pPr>
            <a:r>
              <a:rPr b="1" i="0" lang="pt-BR" sz="900" u="none" cap="none" strike="noStrike">
                <a:solidFill>
                  <a:srgbClr val="000000"/>
                </a:solidFill>
                <a:latin typeface="Arial"/>
                <a:ea typeface="Arial"/>
                <a:cs typeface="Arial"/>
                <a:sym typeface="Arial"/>
              </a:rPr>
              <a:t>Prep4Consulting 2026.</a:t>
            </a:r>
            <a:r>
              <a:rPr b="1" lang="pt-BR" sz="900"/>
              <a:t>2</a:t>
            </a:r>
            <a:r>
              <a:rPr b="1" i="0" lang="pt-BR" sz="900" u="none" cap="none" strike="noStrike">
                <a:solidFill>
                  <a:srgbClr val="000000"/>
                </a:solidFill>
                <a:latin typeface="Arial"/>
                <a:ea typeface="Arial"/>
                <a:cs typeface="Arial"/>
                <a:sym typeface="Arial"/>
              </a:rPr>
              <a:t> </a:t>
            </a:r>
            <a:r>
              <a:rPr b="0" i="0" lang="pt-BR" sz="900" u="none" cap="none" strike="noStrike">
                <a:solidFill>
                  <a:srgbClr val="000000"/>
                </a:solidFill>
                <a:latin typeface="Arial"/>
                <a:ea typeface="Arial"/>
                <a:cs typeface="Arial"/>
                <a:sym typeface="Arial"/>
              </a:rPr>
              <a:t>| GMAT: Estrutura da Prova</a:t>
            </a:r>
            <a:endParaRPr b="0" i="0" sz="900" u="none" cap="none" strike="noStrike">
              <a:solidFill>
                <a:srgbClr val="000000"/>
              </a:solidFill>
              <a:latin typeface="Arial"/>
              <a:ea typeface="Arial"/>
              <a:cs typeface="Arial"/>
              <a:sym typeface="Arial"/>
            </a:endParaRPr>
          </a:p>
        </p:txBody>
      </p:sp>
      <p:sp>
        <p:nvSpPr>
          <p:cNvPr id="326" name="Google Shape;326;p14"/>
          <p:cNvSpPr txBox="1"/>
          <p:nvPr/>
        </p:nvSpPr>
        <p:spPr>
          <a:xfrm>
            <a:off x="4281900" y="4825425"/>
            <a:ext cx="4862100" cy="276900"/>
          </a:xfrm>
          <a:prstGeom prst="rect">
            <a:avLst/>
          </a:prstGeom>
          <a:noFill/>
          <a:ln>
            <a:noFill/>
          </a:ln>
        </p:spPr>
        <p:txBody>
          <a:bodyPr anchorCtr="0" anchor="t" bIns="68550" lIns="137125" spcFirstLastPara="1" rIns="137125" wrap="square" tIns="68550">
            <a:spAutoFit/>
          </a:bodyPr>
          <a:lstStyle/>
          <a:p>
            <a:pPr indent="0" lvl="0" marL="0" marR="0" rtl="0" algn="r">
              <a:lnSpc>
                <a:spcPct val="100000"/>
              </a:lnSpc>
              <a:spcBef>
                <a:spcPts val="0"/>
              </a:spcBef>
              <a:spcAft>
                <a:spcPts val="0"/>
              </a:spcAft>
              <a:buClr>
                <a:srgbClr val="000000"/>
              </a:buClr>
              <a:buSzPts val="900"/>
              <a:buFont typeface="Arial"/>
              <a:buNone/>
            </a:pPr>
            <a:r>
              <a:rPr b="0" i="0" lang="pt-BR" sz="900" u="none" cap="none" strike="noStrike">
                <a:solidFill>
                  <a:srgbClr val="000000"/>
                </a:solidFill>
                <a:latin typeface="Arial"/>
                <a:ea typeface="Arial"/>
                <a:cs typeface="Arial"/>
                <a:sym typeface="Arial"/>
              </a:rPr>
              <a:t>Copyright © 2026 Clube de Consultoria Universitário. All rights reserved.</a:t>
            </a:r>
            <a:endParaRPr b="0" i="0" sz="900" u="none" cap="none" strike="noStrike">
              <a:solidFill>
                <a:srgbClr val="000000"/>
              </a:solidFill>
              <a:latin typeface="Arial"/>
              <a:ea typeface="Arial"/>
              <a:cs typeface="Arial"/>
              <a:sym typeface="Arial"/>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30" name="Shape 330"/>
        <p:cNvGrpSpPr/>
        <p:nvPr/>
      </p:nvGrpSpPr>
      <p:grpSpPr>
        <a:xfrm>
          <a:off x="0" y="0"/>
          <a:ext cx="0" cy="0"/>
          <a:chOff x="0" y="0"/>
          <a:chExt cx="0" cy="0"/>
        </a:xfrm>
      </p:grpSpPr>
      <p:sp>
        <p:nvSpPr>
          <p:cNvPr id="331" name="Google Shape;331;p15"/>
          <p:cNvSpPr txBox="1"/>
          <p:nvPr>
            <p:ph type="title"/>
          </p:nvPr>
        </p:nvSpPr>
        <p:spPr>
          <a:xfrm>
            <a:off x="923925" y="2959400"/>
            <a:ext cx="7344375" cy="1644600"/>
          </a:xfrm>
          <a:prstGeom prst="rect">
            <a:avLst/>
          </a:prstGeom>
          <a:noFill/>
          <a:ln>
            <a:noFill/>
          </a:ln>
        </p:spPr>
        <p:txBody>
          <a:bodyPr anchorCtr="0" anchor="t" bIns="91425" lIns="91425" spcFirstLastPara="1" rIns="91425" wrap="square" tIns="91425">
            <a:noAutofit/>
          </a:bodyPr>
          <a:lstStyle/>
          <a:p>
            <a:pPr indent="0" lvl="0" marL="0" rtl="0" algn="r">
              <a:lnSpc>
                <a:spcPct val="100000"/>
              </a:lnSpc>
              <a:spcBef>
                <a:spcPts val="0"/>
              </a:spcBef>
              <a:spcAft>
                <a:spcPts val="0"/>
              </a:spcAft>
              <a:buSzPts val="3600"/>
              <a:buNone/>
            </a:pPr>
            <a:r>
              <a:rPr lang="pt-BR">
                <a:solidFill>
                  <a:srgbClr val="C1272D"/>
                </a:solidFill>
              </a:rPr>
              <a:t>ASPECTOS IMPORTANTES</a:t>
            </a:r>
            <a:r>
              <a:rPr lang="pt-BR">
                <a:solidFill>
                  <a:schemeClr val="lt1"/>
                </a:solidFill>
              </a:rPr>
              <a:t> DA PROVA </a:t>
            </a:r>
            <a:endParaRPr>
              <a:solidFill>
                <a:schemeClr val="lt1"/>
              </a:solidFill>
            </a:endParaRPr>
          </a:p>
        </p:txBody>
      </p:sp>
      <p:sp>
        <p:nvSpPr>
          <p:cNvPr id="332" name="Google Shape;332;p15"/>
          <p:cNvSpPr txBox="1"/>
          <p:nvPr>
            <p:ph idx="3" type="title"/>
          </p:nvPr>
        </p:nvSpPr>
        <p:spPr>
          <a:xfrm>
            <a:off x="7008600" y="1601400"/>
            <a:ext cx="1259700" cy="1259700"/>
          </a:xfrm>
          <a:prstGeom prst="rect">
            <a:avLst/>
          </a:prstGeom>
          <a:solidFill>
            <a:srgbClr val="C1272D"/>
          </a:solidFill>
          <a:ln>
            <a:noFill/>
          </a:ln>
        </p:spPr>
        <p:txBody>
          <a:bodyPr anchorCtr="0" anchor="ctr" bIns="91425" lIns="91425" spcFirstLastPara="1" rIns="91425" wrap="square" tIns="91425">
            <a:noAutofit/>
          </a:bodyPr>
          <a:lstStyle/>
          <a:p>
            <a:pPr indent="0" lvl="0" marL="0" rtl="0" algn="r">
              <a:lnSpc>
                <a:spcPct val="100000"/>
              </a:lnSpc>
              <a:spcBef>
                <a:spcPts val="0"/>
              </a:spcBef>
              <a:spcAft>
                <a:spcPts val="0"/>
              </a:spcAft>
              <a:buSzPts val="12000"/>
              <a:buNone/>
            </a:pPr>
            <a:r>
              <a:rPr lang="pt-BR"/>
              <a:t>02.</a:t>
            </a:r>
            <a:endParaRPr/>
          </a:p>
        </p:txBody>
      </p:sp>
      <p:sp>
        <p:nvSpPr>
          <p:cNvPr id="333" name="Google Shape;333;p15"/>
          <p:cNvSpPr txBox="1"/>
          <p:nvPr/>
        </p:nvSpPr>
        <p:spPr>
          <a:xfrm>
            <a:off x="4281900" y="4825425"/>
            <a:ext cx="4862100" cy="276900"/>
          </a:xfrm>
          <a:prstGeom prst="rect">
            <a:avLst/>
          </a:prstGeom>
          <a:noFill/>
          <a:ln>
            <a:noFill/>
          </a:ln>
        </p:spPr>
        <p:txBody>
          <a:bodyPr anchorCtr="0" anchor="t" bIns="68550" lIns="137125" spcFirstLastPara="1" rIns="137125" wrap="square" tIns="68550">
            <a:spAutoFit/>
          </a:bodyPr>
          <a:lstStyle/>
          <a:p>
            <a:pPr indent="0" lvl="0" marL="0" marR="0" rtl="0" algn="r">
              <a:lnSpc>
                <a:spcPct val="100000"/>
              </a:lnSpc>
              <a:spcBef>
                <a:spcPts val="0"/>
              </a:spcBef>
              <a:spcAft>
                <a:spcPts val="0"/>
              </a:spcAft>
              <a:buClr>
                <a:srgbClr val="000000"/>
              </a:buClr>
              <a:buSzPts val="900"/>
              <a:buFont typeface="Arial"/>
              <a:buNone/>
            </a:pPr>
            <a:r>
              <a:rPr b="0" i="0" lang="pt-BR" sz="900" u="none" cap="none" strike="noStrike">
                <a:solidFill>
                  <a:srgbClr val="000000"/>
                </a:solidFill>
                <a:latin typeface="Arial"/>
                <a:ea typeface="Arial"/>
                <a:cs typeface="Arial"/>
                <a:sym typeface="Arial"/>
              </a:rPr>
              <a:t>Copyright © 2026 Clube de Consultoria Universitário. All rights reserved.</a:t>
            </a:r>
            <a:endParaRPr b="0" i="0" sz="900" u="none" cap="none" strike="noStrike">
              <a:solidFill>
                <a:srgbClr val="000000"/>
              </a:solidFill>
              <a:latin typeface="Arial"/>
              <a:ea typeface="Arial"/>
              <a:cs typeface="Arial"/>
              <a:sym typeface="Arial"/>
            </a:endParaRPr>
          </a:p>
        </p:txBody>
      </p:sp>
      <p:sp>
        <p:nvSpPr>
          <p:cNvPr id="334" name="Google Shape;334;p15"/>
          <p:cNvSpPr txBox="1"/>
          <p:nvPr/>
        </p:nvSpPr>
        <p:spPr>
          <a:xfrm>
            <a:off x="0" y="4825425"/>
            <a:ext cx="4862100" cy="276900"/>
          </a:xfrm>
          <a:prstGeom prst="rect">
            <a:avLst/>
          </a:prstGeom>
          <a:noFill/>
          <a:ln>
            <a:noFill/>
          </a:ln>
        </p:spPr>
        <p:txBody>
          <a:bodyPr anchorCtr="0" anchor="t" bIns="68550" lIns="137125" spcFirstLastPara="1" rIns="137125" wrap="square" tIns="68550">
            <a:spAutoFit/>
          </a:bodyPr>
          <a:lstStyle/>
          <a:p>
            <a:pPr indent="0" lvl="0" marL="0" marR="0" rtl="0" algn="l">
              <a:lnSpc>
                <a:spcPct val="100000"/>
              </a:lnSpc>
              <a:spcBef>
                <a:spcPts val="0"/>
              </a:spcBef>
              <a:spcAft>
                <a:spcPts val="0"/>
              </a:spcAft>
              <a:buClr>
                <a:srgbClr val="000000"/>
              </a:buClr>
              <a:buSzPts val="900"/>
              <a:buFont typeface="Arial"/>
              <a:buNone/>
            </a:pPr>
            <a:r>
              <a:rPr b="1" i="0" lang="pt-BR" sz="900" u="none" cap="none" strike="noStrike">
                <a:solidFill>
                  <a:srgbClr val="000000"/>
                </a:solidFill>
                <a:latin typeface="Arial"/>
                <a:ea typeface="Arial"/>
                <a:cs typeface="Arial"/>
                <a:sym typeface="Arial"/>
              </a:rPr>
              <a:t>Prep4Consulting 2026.2 </a:t>
            </a:r>
            <a:r>
              <a:rPr b="0" i="0" lang="pt-BR" sz="900" u="none" cap="none" strike="noStrike">
                <a:solidFill>
                  <a:srgbClr val="000000"/>
                </a:solidFill>
                <a:latin typeface="Arial"/>
                <a:ea typeface="Arial"/>
                <a:cs typeface="Arial"/>
                <a:sym typeface="Arial"/>
              </a:rPr>
              <a:t>| GMAT: Estrutura da Prova</a:t>
            </a:r>
            <a:endParaRPr b="0" i="0" sz="900" u="none" cap="none" strike="noStrike">
              <a:solidFill>
                <a:srgbClr val="000000"/>
              </a:solidFill>
              <a:latin typeface="Arial"/>
              <a:ea typeface="Arial"/>
              <a:cs typeface="Arial"/>
              <a:sym typeface="Arial"/>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8" name="Shape 338"/>
        <p:cNvGrpSpPr/>
        <p:nvPr/>
      </p:nvGrpSpPr>
      <p:grpSpPr>
        <a:xfrm>
          <a:off x="0" y="0"/>
          <a:ext cx="0" cy="0"/>
          <a:chOff x="0" y="0"/>
          <a:chExt cx="0" cy="0"/>
        </a:xfrm>
      </p:grpSpPr>
      <p:sp>
        <p:nvSpPr>
          <p:cNvPr id="339" name="Google Shape;339;p16"/>
          <p:cNvSpPr txBox="1"/>
          <p:nvPr>
            <p:ph type="title"/>
          </p:nvPr>
        </p:nvSpPr>
        <p:spPr>
          <a:xfrm>
            <a:off x="722375" y="384048"/>
            <a:ext cx="7699200" cy="5727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3000"/>
              <a:buNone/>
            </a:pPr>
            <a:r>
              <a:rPr lang="pt-BR"/>
              <a:t>ASPECTOS IMPORTANTES DA PROVA</a:t>
            </a:r>
            <a:endParaRPr/>
          </a:p>
        </p:txBody>
      </p:sp>
      <p:sp>
        <p:nvSpPr>
          <p:cNvPr id="340" name="Google Shape;340;p16"/>
          <p:cNvSpPr txBox="1"/>
          <p:nvPr>
            <p:ph idx="3" type="subTitle"/>
          </p:nvPr>
        </p:nvSpPr>
        <p:spPr>
          <a:xfrm>
            <a:off x="1616177" y="1653825"/>
            <a:ext cx="2782500" cy="489600"/>
          </a:xfrm>
          <a:prstGeom prst="rect">
            <a:avLst/>
          </a:prstGeom>
          <a:noFill/>
          <a:ln>
            <a:noFill/>
          </a:ln>
        </p:spPr>
        <p:txBody>
          <a:bodyPr anchorCtr="0" anchor="b" bIns="91425" lIns="91425" spcFirstLastPara="1" rIns="91425" wrap="square" tIns="91425">
            <a:noAutofit/>
          </a:bodyPr>
          <a:lstStyle/>
          <a:p>
            <a:pPr indent="0" lvl="0" marL="0" rtl="0" algn="l">
              <a:lnSpc>
                <a:spcPct val="100000"/>
              </a:lnSpc>
              <a:spcBef>
                <a:spcPts val="0"/>
              </a:spcBef>
              <a:spcAft>
                <a:spcPts val="0"/>
              </a:spcAft>
              <a:buSzPts val="1200"/>
              <a:buNone/>
            </a:pPr>
            <a:r>
              <a:rPr lang="pt-BR"/>
              <a:t>FORMATO</a:t>
            </a:r>
            <a:endParaRPr/>
          </a:p>
        </p:txBody>
      </p:sp>
      <p:sp>
        <p:nvSpPr>
          <p:cNvPr id="341" name="Google Shape;341;p16"/>
          <p:cNvSpPr txBox="1"/>
          <p:nvPr>
            <p:ph idx="4" type="subTitle"/>
          </p:nvPr>
        </p:nvSpPr>
        <p:spPr>
          <a:xfrm>
            <a:off x="5484125" y="1664089"/>
            <a:ext cx="2782500" cy="489600"/>
          </a:xfrm>
          <a:prstGeom prst="rect">
            <a:avLst/>
          </a:prstGeom>
          <a:noFill/>
          <a:ln>
            <a:noFill/>
          </a:ln>
        </p:spPr>
        <p:txBody>
          <a:bodyPr anchorCtr="0" anchor="b" bIns="91425" lIns="91425" spcFirstLastPara="1" rIns="91425" wrap="square" tIns="91425">
            <a:noAutofit/>
          </a:bodyPr>
          <a:lstStyle/>
          <a:p>
            <a:pPr indent="0" lvl="0" marL="0" rtl="0" algn="l">
              <a:lnSpc>
                <a:spcPct val="100000"/>
              </a:lnSpc>
              <a:spcBef>
                <a:spcPts val="0"/>
              </a:spcBef>
              <a:spcAft>
                <a:spcPts val="0"/>
              </a:spcAft>
              <a:buSzPts val="1200"/>
              <a:buNone/>
            </a:pPr>
            <a:r>
              <a:rPr lang="pt-BR"/>
              <a:t>TEMPO</a:t>
            </a:r>
            <a:endParaRPr/>
          </a:p>
        </p:txBody>
      </p:sp>
      <p:sp>
        <p:nvSpPr>
          <p:cNvPr id="342" name="Google Shape;342;p16"/>
          <p:cNvSpPr txBox="1"/>
          <p:nvPr>
            <p:ph idx="7" type="subTitle"/>
          </p:nvPr>
        </p:nvSpPr>
        <p:spPr>
          <a:xfrm>
            <a:off x="1559131" y="3413621"/>
            <a:ext cx="2782500" cy="489600"/>
          </a:xfrm>
          <a:prstGeom prst="rect">
            <a:avLst/>
          </a:prstGeom>
          <a:noFill/>
          <a:ln>
            <a:noFill/>
          </a:ln>
        </p:spPr>
        <p:txBody>
          <a:bodyPr anchorCtr="0" anchor="b" bIns="91425" lIns="91425" spcFirstLastPara="1" rIns="91425" wrap="square" tIns="91425">
            <a:noAutofit/>
          </a:bodyPr>
          <a:lstStyle/>
          <a:p>
            <a:pPr indent="0" lvl="0" marL="0" rtl="0" algn="l">
              <a:lnSpc>
                <a:spcPct val="100000"/>
              </a:lnSpc>
              <a:spcBef>
                <a:spcPts val="0"/>
              </a:spcBef>
              <a:spcAft>
                <a:spcPts val="0"/>
              </a:spcAft>
              <a:buSzPts val="1200"/>
              <a:buNone/>
            </a:pPr>
            <a:r>
              <a:rPr lang="pt-BR"/>
              <a:t>IDIOMA</a:t>
            </a:r>
            <a:endParaRPr/>
          </a:p>
        </p:txBody>
      </p:sp>
      <p:sp>
        <p:nvSpPr>
          <p:cNvPr id="343" name="Google Shape;343;p16"/>
          <p:cNvSpPr txBox="1"/>
          <p:nvPr>
            <p:ph idx="8" type="subTitle"/>
          </p:nvPr>
        </p:nvSpPr>
        <p:spPr>
          <a:xfrm>
            <a:off x="5484125" y="3413621"/>
            <a:ext cx="2782500" cy="489600"/>
          </a:xfrm>
          <a:prstGeom prst="rect">
            <a:avLst/>
          </a:prstGeom>
          <a:noFill/>
          <a:ln>
            <a:noFill/>
          </a:ln>
        </p:spPr>
        <p:txBody>
          <a:bodyPr anchorCtr="0" anchor="b" bIns="91425" lIns="91425" spcFirstLastPara="1" rIns="91425" wrap="square" tIns="91425">
            <a:noAutofit/>
          </a:bodyPr>
          <a:lstStyle/>
          <a:p>
            <a:pPr indent="0" lvl="0" marL="0" rtl="0" algn="l">
              <a:lnSpc>
                <a:spcPct val="100000"/>
              </a:lnSpc>
              <a:spcBef>
                <a:spcPts val="0"/>
              </a:spcBef>
              <a:spcAft>
                <a:spcPts val="0"/>
              </a:spcAft>
              <a:buSzPts val="1200"/>
              <a:buNone/>
            </a:pPr>
            <a:r>
              <a:rPr lang="pt-BR"/>
              <a:t>CONTEÚDO</a:t>
            </a:r>
            <a:endParaRPr/>
          </a:p>
        </p:txBody>
      </p:sp>
      <p:sp>
        <p:nvSpPr>
          <p:cNvPr id="344" name="Google Shape;344;p16"/>
          <p:cNvSpPr/>
          <p:nvPr/>
        </p:nvSpPr>
        <p:spPr>
          <a:xfrm>
            <a:off x="877275" y="1602663"/>
            <a:ext cx="615600" cy="615600"/>
          </a:xfrm>
          <a:prstGeom prst="rect">
            <a:avLst/>
          </a:prstGeom>
          <a:solidFill>
            <a:srgbClr val="C1272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5" name="Google Shape;345;p16"/>
          <p:cNvSpPr/>
          <p:nvPr/>
        </p:nvSpPr>
        <p:spPr>
          <a:xfrm>
            <a:off x="4792325" y="1602663"/>
            <a:ext cx="615600" cy="615600"/>
          </a:xfrm>
          <a:prstGeom prst="rect">
            <a:avLst/>
          </a:prstGeom>
          <a:solidFill>
            <a:srgbClr val="C1272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6" name="Google Shape;346;p16"/>
          <p:cNvSpPr/>
          <p:nvPr/>
        </p:nvSpPr>
        <p:spPr>
          <a:xfrm>
            <a:off x="877275" y="3350630"/>
            <a:ext cx="615600" cy="615600"/>
          </a:xfrm>
          <a:prstGeom prst="rect">
            <a:avLst/>
          </a:prstGeom>
          <a:solidFill>
            <a:srgbClr val="C1272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7" name="Google Shape;347;p16"/>
          <p:cNvSpPr/>
          <p:nvPr/>
        </p:nvSpPr>
        <p:spPr>
          <a:xfrm>
            <a:off x="4792325" y="3350630"/>
            <a:ext cx="615600" cy="615600"/>
          </a:xfrm>
          <a:prstGeom prst="rect">
            <a:avLst/>
          </a:prstGeom>
          <a:solidFill>
            <a:srgbClr val="C1272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348" name="Google Shape;348;p16"/>
          <p:cNvGrpSpPr/>
          <p:nvPr/>
        </p:nvGrpSpPr>
        <p:grpSpPr>
          <a:xfrm>
            <a:off x="4946006" y="3504304"/>
            <a:ext cx="308234" cy="308234"/>
            <a:chOff x="3270550" y="4993750"/>
            <a:chExt cx="483125" cy="483125"/>
          </a:xfrm>
        </p:grpSpPr>
        <p:sp>
          <p:nvSpPr>
            <p:cNvPr id="349" name="Google Shape;349;p16"/>
            <p:cNvSpPr/>
            <p:nvPr/>
          </p:nvSpPr>
          <p:spPr>
            <a:xfrm>
              <a:off x="3270550" y="4993750"/>
              <a:ext cx="483125" cy="483125"/>
            </a:xfrm>
            <a:custGeom>
              <a:rect b="b" l="l" r="r" t="t"/>
              <a:pathLst>
                <a:path extrusionOk="0" h="19325" w="19325">
                  <a:moveTo>
                    <a:pt x="17628" y="1133"/>
                  </a:moveTo>
                  <a:cubicBezTo>
                    <a:pt x="17939" y="1133"/>
                    <a:pt x="18193" y="1386"/>
                    <a:pt x="18193" y="1700"/>
                  </a:cubicBezTo>
                  <a:lnTo>
                    <a:pt x="18193" y="17628"/>
                  </a:lnTo>
                  <a:cubicBezTo>
                    <a:pt x="18193" y="17939"/>
                    <a:pt x="17939" y="18193"/>
                    <a:pt x="17628" y="18193"/>
                  </a:cubicBezTo>
                  <a:lnTo>
                    <a:pt x="1700" y="18193"/>
                  </a:lnTo>
                  <a:cubicBezTo>
                    <a:pt x="1386" y="18193"/>
                    <a:pt x="1133" y="17939"/>
                    <a:pt x="1133" y="17628"/>
                  </a:cubicBezTo>
                  <a:lnTo>
                    <a:pt x="1133" y="1700"/>
                  </a:lnTo>
                  <a:cubicBezTo>
                    <a:pt x="1133" y="1386"/>
                    <a:pt x="1386" y="1133"/>
                    <a:pt x="1700" y="1133"/>
                  </a:cubicBezTo>
                  <a:close/>
                  <a:moveTo>
                    <a:pt x="1700" y="1"/>
                  </a:moveTo>
                  <a:cubicBezTo>
                    <a:pt x="761" y="1"/>
                    <a:pt x="1" y="761"/>
                    <a:pt x="1" y="1700"/>
                  </a:cubicBezTo>
                  <a:lnTo>
                    <a:pt x="1" y="17628"/>
                  </a:lnTo>
                  <a:cubicBezTo>
                    <a:pt x="1" y="18564"/>
                    <a:pt x="761" y="19325"/>
                    <a:pt x="1700" y="19325"/>
                  </a:cubicBezTo>
                  <a:lnTo>
                    <a:pt x="17628" y="19325"/>
                  </a:lnTo>
                  <a:cubicBezTo>
                    <a:pt x="18564" y="19325"/>
                    <a:pt x="19325" y="18564"/>
                    <a:pt x="19325" y="17628"/>
                  </a:cubicBezTo>
                  <a:lnTo>
                    <a:pt x="19325" y="1700"/>
                  </a:lnTo>
                  <a:cubicBezTo>
                    <a:pt x="19325" y="761"/>
                    <a:pt x="18564" y="1"/>
                    <a:pt x="17628" y="1"/>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435D74"/>
                </a:solidFill>
                <a:latin typeface="Arial"/>
                <a:ea typeface="Arial"/>
                <a:cs typeface="Arial"/>
                <a:sym typeface="Arial"/>
              </a:endParaRPr>
            </a:p>
          </p:txBody>
        </p:sp>
        <p:sp>
          <p:nvSpPr>
            <p:cNvPr id="350" name="Google Shape;350;p16"/>
            <p:cNvSpPr/>
            <p:nvPr/>
          </p:nvSpPr>
          <p:spPr>
            <a:xfrm>
              <a:off x="3469675" y="5079600"/>
              <a:ext cx="88275" cy="85000"/>
            </a:xfrm>
            <a:custGeom>
              <a:rect b="b" l="l" r="r" t="t"/>
              <a:pathLst>
                <a:path extrusionOk="0" h="3400" w="3531">
                  <a:moveTo>
                    <a:pt x="1698" y="1135"/>
                  </a:moveTo>
                  <a:cubicBezTo>
                    <a:pt x="2202" y="1135"/>
                    <a:pt x="2456" y="1742"/>
                    <a:pt x="2099" y="2101"/>
                  </a:cubicBezTo>
                  <a:cubicBezTo>
                    <a:pt x="1983" y="2216"/>
                    <a:pt x="1842" y="2268"/>
                    <a:pt x="1703" y="2268"/>
                  </a:cubicBezTo>
                  <a:cubicBezTo>
                    <a:pt x="1411" y="2268"/>
                    <a:pt x="1133" y="2041"/>
                    <a:pt x="1133" y="1700"/>
                  </a:cubicBezTo>
                  <a:cubicBezTo>
                    <a:pt x="1133" y="1386"/>
                    <a:pt x="1384" y="1135"/>
                    <a:pt x="1698" y="1135"/>
                  </a:cubicBezTo>
                  <a:close/>
                  <a:moveTo>
                    <a:pt x="1698" y="0"/>
                  </a:moveTo>
                  <a:cubicBezTo>
                    <a:pt x="1479" y="0"/>
                    <a:pt x="1259" y="42"/>
                    <a:pt x="1049" y="129"/>
                  </a:cubicBezTo>
                  <a:cubicBezTo>
                    <a:pt x="415" y="392"/>
                    <a:pt x="1" y="1011"/>
                    <a:pt x="1" y="1700"/>
                  </a:cubicBezTo>
                  <a:cubicBezTo>
                    <a:pt x="1" y="2639"/>
                    <a:pt x="759" y="3397"/>
                    <a:pt x="1698" y="3400"/>
                  </a:cubicBezTo>
                  <a:cubicBezTo>
                    <a:pt x="2386" y="3400"/>
                    <a:pt x="3005" y="2983"/>
                    <a:pt x="3268" y="2349"/>
                  </a:cubicBezTo>
                  <a:cubicBezTo>
                    <a:pt x="3531" y="1715"/>
                    <a:pt x="3386" y="984"/>
                    <a:pt x="2900" y="498"/>
                  </a:cubicBezTo>
                  <a:cubicBezTo>
                    <a:pt x="2574" y="173"/>
                    <a:pt x="2140" y="0"/>
                    <a:pt x="1698" y="0"/>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435D74"/>
                </a:solidFill>
                <a:latin typeface="Arial"/>
                <a:ea typeface="Arial"/>
                <a:cs typeface="Arial"/>
                <a:sym typeface="Arial"/>
              </a:endParaRPr>
            </a:p>
          </p:txBody>
        </p:sp>
        <p:sp>
          <p:nvSpPr>
            <p:cNvPr id="351" name="Google Shape;351;p16"/>
            <p:cNvSpPr/>
            <p:nvPr/>
          </p:nvSpPr>
          <p:spPr>
            <a:xfrm>
              <a:off x="3441375" y="5192875"/>
              <a:ext cx="141475" cy="198175"/>
            </a:xfrm>
            <a:custGeom>
              <a:rect b="b" l="l" r="r" t="t"/>
              <a:pathLst>
                <a:path extrusionOk="0" h="7927" w="5659">
                  <a:moveTo>
                    <a:pt x="3397" y="1133"/>
                  </a:moveTo>
                  <a:lnTo>
                    <a:pt x="3397" y="6795"/>
                  </a:lnTo>
                  <a:lnTo>
                    <a:pt x="2265" y="6795"/>
                  </a:lnTo>
                  <a:lnTo>
                    <a:pt x="2265" y="1133"/>
                  </a:lnTo>
                  <a:close/>
                  <a:moveTo>
                    <a:pt x="565" y="1"/>
                  </a:moveTo>
                  <a:cubicBezTo>
                    <a:pt x="251" y="1"/>
                    <a:pt x="1" y="251"/>
                    <a:pt x="1" y="565"/>
                  </a:cubicBezTo>
                  <a:cubicBezTo>
                    <a:pt x="1" y="879"/>
                    <a:pt x="251" y="1133"/>
                    <a:pt x="565" y="1133"/>
                  </a:cubicBezTo>
                  <a:lnTo>
                    <a:pt x="1133" y="1133"/>
                  </a:lnTo>
                  <a:lnTo>
                    <a:pt x="1133" y="6795"/>
                  </a:lnTo>
                  <a:lnTo>
                    <a:pt x="565" y="6795"/>
                  </a:lnTo>
                  <a:cubicBezTo>
                    <a:pt x="251" y="6795"/>
                    <a:pt x="1" y="7045"/>
                    <a:pt x="1" y="7359"/>
                  </a:cubicBezTo>
                  <a:cubicBezTo>
                    <a:pt x="1" y="7673"/>
                    <a:pt x="251" y="7927"/>
                    <a:pt x="565" y="7927"/>
                  </a:cubicBezTo>
                  <a:lnTo>
                    <a:pt x="5094" y="7927"/>
                  </a:lnTo>
                  <a:cubicBezTo>
                    <a:pt x="5408" y="7927"/>
                    <a:pt x="5659" y="7673"/>
                    <a:pt x="5659" y="7359"/>
                  </a:cubicBezTo>
                  <a:cubicBezTo>
                    <a:pt x="5659" y="7045"/>
                    <a:pt x="5408" y="6795"/>
                    <a:pt x="5094" y="6795"/>
                  </a:cubicBezTo>
                  <a:lnTo>
                    <a:pt x="4530" y="6795"/>
                  </a:lnTo>
                  <a:lnTo>
                    <a:pt x="4530" y="565"/>
                  </a:lnTo>
                  <a:cubicBezTo>
                    <a:pt x="4530" y="251"/>
                    <a:pt x="4276" y="1"/>
                    <a:pt x="3962" y="1"/>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435D74"/>
                </a:solidFill>
                <a:latin typeface="Arial"/>
                <a:ea typeface="Arial"/>
                <a:cs typeface="Arial"/>
                <a:sym typeface="Arial"/>
              </a:endParaRPr>
            </a:p>
          </p:txBody>
        </p:sp>
      </p:grpSp>
      <p:pic>
        <p:nvPicPr>
          <p:cNvPr descr="Club Suit outline" id="352" name="Google Shape;352;p16"/>
          <p:cNvPicPr preferRelativeResize="0"/>
          <p:nvPr/>
        </p:nvPicPr>
        <p:blipFill rotWithShape="1">
          <a:blip r:embed="rId3">
            <a:alphaModFix/>
          </a:blip>
          <a:srcRect b="0" l="0" r="0" t="0"/>
          <a:stretch/>
        </p:blipFill>
        <p:spPr>
          <a:xfrm>
            <a:off x="877275" y="1595613"/>
            <a:ext cx="615600" cy="615600"/>
          </a:xfrm>
          <a:prstGeom prst="rect">
            <a:avLst/>
          </a:prstGeom>
          <a:noFill/>
          <a:ln>
            <a:noFill/>
          </a:ln>
        </p:spPr>
      </p:pic>
      <p:pic>
        <p:nvPicPr>
          <p:cNvPr descr="Alarm clock outline" id="353" name="Google Shape;353;p16"/>
          <p:cNvPicPr preferRelativeResize="0"/>
          <p:nvPr/>
        </p:nvPicPr>
        <p:blipFill rotWithShape="1">
          <a:blip r:embed="rId4">
            <a:alphaModFix/>
          </a:blip>
          <a:srcRect b="0" l="0" r="0" t="0"/>
          <a:stretch/>
        </p:blipFill>
        <p:spPr>
          <a:xfrm>
            <a:off x="4817301" y="1615725"/>
            <a:ext cx="565642" cy="565642"/>
          </a:xfrm>
          <a:prstGeom prst="rect">
            <a:avLst/>
          </a:prstGeom>
          <a:noFill/>
          <a:ln>
            <a:noFill/>
          </a:ln>
        </p:spPr>
      </p:pic>
      <p:pic>
        <p:nvPicPr>
          <p:cNvPr descr="Artificial Intelligence outline" id="354" name="Google Shape;354;p16"/>
          <p:cNvPicPr preferRelativeResize="0"/>
          <p:nvPr/>
        </p:nvPicPr>
        <p:blipFill rotWithShape="1">
          <a:blip r:embed="rId5">
            <a:alphaModFix/>
          </a:blip>
          <a:srcRect b="0" l="0" r="0" t="0"/>
          <a:stretch/>
        </p:blipFill>
        <p:spPr>
          <a:xfrm>
            <a:off x="928277" y="3413621"/>
            <a:ext cx="501898" cy="501898"/>
          </a:xfrm>
          <a:prstGeom prst="rect">
            <a:avLst/>
          </a:prstGeom>
          <a:noFill/>
          <a:ln>
            <a:noFill/>
          </a:ln>
        </p:spPr>
      </p:pic>
      <p:sp>
        <p:nvSpPr>
          <p:cNvPr id="355" name="Google Shape;355;p16"/>
          <p:cNvSpPr txBox="1"/>
          <p:nvPr/>
        </p:nvSpPr>
        <p:spPr>
          <a:xfrm>
            <a:off x="0" y="4825425"/>
            <a:ext cx="4862100" cy="276900"/>
          </a:xfrm>
          <a:prstGeom prst="rect">
            <a:avLst/>
          </a:prstGeom>
          <a:noFill/>
          <a:ln>
            <a:noFill/>
          </a:ln>
        </p:spPr>
        <p:txBody>
          <a:bodyPr anchorCtr="0" anchor="t" bIns="68550" lIns="137125" spcFirstLastPara="1" rIns="137125" wrap="square" tIns="68550">
            <a:spAutoFit/>
          </a:bodyPr>
          <a:lstStyle/>
          <a:p>
            <a:pPr indent="0" lvl="0" marL="0" marR="0" rtl="0" algn="l">
              <a:lnSpc>
                <a:spcPct val="100000"/>
              </a:lnSpc>
              <a:spcBef>
                <a:spcPts val="0"/>
              </a:spcBef>
              <a:spcAft>
                <a:spcPts val="0"/>
              </a:spcAft>
              <a:buClr>
                <a:srgbClr val="000000"/>
              </a:buClr>
              <a:buSzPts val="900"/>
              <a:buFont typeface="Arial"/>
              <a:buNone/>
            </a:pPr>
            <a:r>
              <a:rPr b="1" i="0" lang="pt-BR" sz="900" u="none" cap="none" strike="noStrike">
                <a:solidFill>
                  <a:srgbClr val="000000"/>
                </a:solidFill>
                <a:latin typeface="Arial"/>
                <a:ea typeface="Arial"/>
                <a:cs typeface="Arial"/>
                <a:sym typeface="Arial"/>
              </a:rPr>
              <a:t>Prep4Consulting 2026.</a:t>
            </a:r>
            <a:r>
              <a:rPr b="1" lang="pt-BR" sz="900"/>
              <a:t>2</a:t>
            </a:r>
            <a:r>
              <a:rPr b="1" i="0" lang="pt-BR" sz="900" u="none" cap="none" strike="noStrike">
                <a:solidFill>
                  <a:srgbClr val="000000"/>
                </a:solidFill>
                <a:latin typeface="Arial"/>
                <a:ea typeface="Arial"/>
                <a:cs typeface="Arial"/>
                <a:sym typeface="Arial"/>
              </a:rPr>
              <a:t> </a:t>
            </a:r>
            <a:r>
              <a:rPr b="0" i="0" lang="pt-BR" sz="900" u="none" cap="none" strike="noStrike">
                <a:solidFill>
                  <a:srgbClr val="000000"/>
                </a:solidFill>
                <a:latin typeface="Arial"/>
                <a:ea typeface="Arial"/>
                <a:cs typeface="Arial"/>
                <a:sym typeface="Arial"/>
              </a:rPr>
              <a:t>| GMAT: Estrutura da Prova</a:t>
            </a:r>
            <a:endParaRPr b="0" i="0" sz="900" u="none" cap="none" strike="noStrike">
              <a:solidFill>
                <a:srgbClr val="000000"/>
              </a:solidFill>
              <a:latin typeface="Arial"/>
              <a:ea typeface="Arial"/>
              <a:cs typeface="Arial"/>
              <a:sym typeface="Arial"/>
            </a:endParaRPr>
          </a:p>
        </p:txBody>
      </p:sp>
      <p:sp>
        <p:nvSpPr>
          <p:cNvPr id="356" name="Google Shape;356;p16"/>
          <p:cNvSpPr txBox="1"/>
          <p:nvPr/>
        </p:nvSpPr>
        <p:spPr>
          <a:xfrm>
            <a:off x="4281900" y="4825425"/>
            <a:ext cx="4862100" cy="276900"/>
          </a:xfrm>
          <a:prstGeom prst="rect">
            <a:avLst/>
          </a:prstGeom>
          <a:noFill/>
          <a:ln>
            <a:noFill/>
          </a:ln>
        </p:spPr>
        <p:txBody>
          <a:bodyPr anchorCtr="0" anchor="t" bIns="68550" lIns="137125" spcFirstLastPara="1" rIns="137125" wrap="square" tIns="68550">
            <a:spAutoFit/>
          </a:bodyPr>
          <a:lstStyle/>
          <a:p>
            <a:pPr indent="0" lvl="0" marL="0" marR="0" rtl="0" algn="r">
              <a:lnSpc>
                <a:spcPct val="100000"/>
              </a:lnSpc>
              <a:spcBef>
                <a:spcPts val="0"/>
              </a:spcBef>
              <a:spcAft>
                <a:spcPts val="0"/>
              </a:spcAft>
              <a:buClr>
                <a:srgbClr val="000000"/>
              </a:buClr>
              <a:buSzPts val="900"/>
              <a:buFont typeface="Arial"/>
              <a:buNone/>
            </a:pPr>
            <a:r>
              <a:rPr b="0" i="0" lang="pt-BR" sz="900" u="none" cap="none" strike="noStrike">
                <a:solidFill>
                  <a:srgbClr val="000000"/>
                </a:solidFill>
                <a:latin typeface="Arial"/>
                <a:ea typeface="Arial"/>
                <a:cs typeface="Arial"/>
                <a:sym typeface="Arial"/>
              </a:rPr>
              <a:t>Copyright © 2026 Clube de Consultoria Universitário. All rights reserved.</a:t>
            </a:r>
            <a:endParaRPr b="0" i="0" sz="900" u="none" cap="none" strike="noStrike">
              <a:solidFill>
                <a:srgbClr val="000000"/>
              </a:solidFill>
              <a:latin typeface="Arial"/>
              <a:ea typeface="Arial"/>
              <a:cs typeface="Arial"/>
              <a:sym typeface="Arial"/>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0" name="Shape 360"/>
        <p:cNvGrpSpPr/>
        <p:nvPr/>
      </p:nvGrpSpPr>
      <p:grpSpPr>
        <a:xfrm>
          <a:off x="0" y="0"/>
          <a:ext cx="0" cy="0"/>
          <a:chOff x="0" y="0"/>
          <a:chExt cx="0" cy="0"/>
        </a:xfrm>
      </p:grpSpPr>
      <p:sp>
        <p:nvSpPr>
          <p:cNvPr id="361" name="Google Shape;361;p17"/>
          <p:cNvSpPr txBox="1"/>
          <p:nvPr>
            <p:ph type="title"/>
          </p:nvPr>
        </p:nvSpPr>
        <p:spPr>
          <a:xfrm>
            <a:off x="722375" y="384048"/>
            <a:ext cx="7699200" cy="5727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3000"/>
              <a:buNone/>
            </a:pPr>
            <a:r>
              <a:rPr lang="pt-BR">
                <a:solidFill>
                  <a:srgbClr val="C1272D"/>
                </a:solidFill>
              </a:rPr>
              <a:t>ASPECTOS IMPORTANTES DA PROVA</a:t>
            </a:r>
            <a:endParaRPr>
              <a:solidFill>
                <a:srgbClr val="C1272D"/>
              </a:solidFill>
            </a:endParaRPr>
          </a:p>
        </p:txBody>
      </p:sp>
      <p:sp>
        <p:nvSpPr>
          <p:cNvPr id="362" name="Google Shape;362;p17"/>
          <p:cNvSpPr txBox="1"/>
          <p:nvPr>
            <p:ph idx="1" type="subTitle"/>
          </p:nvPr>
        </p:nvSpPr>
        <p:spPr>
          <a:xfrm>
            <a:off x="3069900" y="3075925"/>
            <a:ext cx="3321376" cy="1462500"/>
          </a:xfrm>
          <a:prstGeom prst="rect">
            <a:avLst/>
          </a:prstGeom>
          <a:noFill/>
          <a:ln>
            <a:noFill/>
          </a:ln>
        </p:spPr>
        <p:txBody>
          <a:bodyPr anchorCtr="0" anchor="t" bIns="91425" lIns="91425" spcFirstLastPara="1" rIns="91425" wrap="square" tIns="91425">
            <a:noAutofit/>
          </a:bodyPr>
          <a:lstStyle/>
          <a:p>
            <a:pPr indent="-171450" lvl="0" marL="171450" rtl="0" algn="l">
              <a:lnSpc>
                <a:spcPct val="100000"/>
              </a:lnSpc>
              <a:spcBef>
                <a:spcPts val="0"/>
              </a:spcBef>
              <a:spcAft>
                <a:spcPts val="0"/>
              </a:spcAft>
              <a:buSzPts val="1200"/>
              <a:buFont typeface="Arial"/>
              <a:buChar char="•"/>
            </a:pPr>
            <a:r>
              <a:rPr lang="pt-BR"/>
              <a:t>Maior alcance de candidatos </a:t>
            </a:r>
            <a:endParaRPr/>
          </a:p>
          <a:p>
            <a:pPr indent="-171450" lvl="0" marL="171450" rtl="0" algn="l">
              <a:lnSpc>
                <a:spcPct val="100000"/>
              </a:lnSpc>
              <a:spcBef>
                <a:spcPts val="0"/>
              </a:spcBef>
              <a:spcAft>
                <a:spcPts val="0"/>
              </a:spcAft>
              <a:buSzPts val="1200"/>
              <a:buFont typeface="Arial"/>
              <a:buChar char="•"/>
            </a:pPr>
            <a:r>
              <a:rPr lang="pt-BR"/>
              <a:t>Maior flexibilidade para realização de prova </a:t>
            </a:r>
            <a:endParaRPr/>
          </a:p>
          <a:p>
            <a:pPr indent="-171450" lvl="0" marL="171450" rtl="0" algn="l">
              <a:lnSpc>
                <a:spcPct val="100000"/>
              </a:lnSpc>
              <a:spcBef>
                <a:spcPts val="0"/>
              </a:spcBef>
              <a:spcAft>
                <a:spcPts val="0"/>
              </a:spcAft>
              <a:buSzPts val="1200"/>
              <a:buFont typeface="Arial"/>
              <a:buChar char="•"/>
            </a:pPr>
            <a:r>
              <a:rPr lang="pt-BR"/>
              <a:t>Recursos </a:t>
            </a:r>
            <a:r>
              <a:rPr b="1" lang="pt-BR"/>
              <a:t>antifraude</a:t>
            </a:r>
            <a:endParaRPr b="1"/>
          </a:p>
        </p:txBody>
      </p:sp>
      <p:sp>
        <p:nvSpPr>
          <p:cNvPr id="363" name="Google Shape;363;p17"/>
          <p:cNvSpPr txBox="1"/>
          <p:nvPr>
            <p:ph idx="3" type="subTitle"/>
          </p:nvPr>
        </p:nvSpPr>
        <p:spPr>
          <a:xfrm>
            <a:off x="3069900" y="2586325"/>
            <a:ext cx="3004200" cy="489600"/>
          </a:xfrm>
          <a:prstGeom prst="rect">
            <a:avLst/>
          </a:prstGeom>
          <a:noFill/>
          <a:ln>
            <a:noFill/>
          </a:ln>
        </p:spPr>
        <p:txBody>
          <a:bodyPr anchorCtr="0" anchor="b" bIns="91425" lIns="91425" spcFirstLastPara="1" rIns="91425" wrap="square" tIns="91425">
            <a:noAutofit/>
          </a:bodyPr>
          <a:lstStyle/>
          <a:p>
            <a:pPr indent="0" lvl="0" marL="0" rtl="0" algn="ctr">
              <a:lnSpc>
                <a:spcPct val="100000"/>
              </a:lnSpc>
              <a:spcBef>
                <a:spcPts val="0"/>
              </a:spcBef>
              <a:spcAft>
                <a:spcPts val="0"/>
              </a:spcAft>
              <a:buSzPts val="1200"/>
              <a:buNone/>
            </a:pPr>
            <a:r>
              <a:rPr lang="pt-BR"/>
              <a:t>PROVAS ONLINE</a:t>
            </a:r>
            <a:endParaRPr/>
          </a:p>
        </p:txBody>
      </p:sp>
      <p:pic>
        <p:nvPicPr>
          <p:cNvPr descr="Computer with solid fill" id="364" name="Google Shape;364;p17"/>
          <p:cNvPicPr preferRelativeResize="0"/>
          <p:nvPr/>
        </p:nvPicPr>
        <p:blipFill rotWithShape="1">
          <a:blip r:embed="rId3">
            <a:alphaModFix/>
          </a:blip>
          <a:srcRect b="0" l="0" r="0" t="0"/>
          <a:stretch/>
        </p:blipFill>
        <p:spPr>
          <a:xfrm>
            <a:off x="3850250" y="1123825"/>
            <a:ext cx="1443500" cy="1462500"/>
          </a:xfrm>
          <a:prstGeom prst="rect">
            <a:avLst/>
          </a:prstGeom>
          <a:noFill/>
          <a:ln>
            <a:noFill/>
          </a:ln>
        </p:spPr>
      </p:pic>
      <p:sp>
        <p:nvSpPr>
          <p:cNvPr id="365" name="Google Shape;365;p17"/>
          <p:cNvSpPr txBox="1"/>
          <p:nvPr/>
        </p:nvSpPr>
        <p:spPr>
          <a:xfrm>
            <a:off x="0" y="4825425"/>
            <a:ext cx="4862100" cy="276900"/>
          </a:xfrm>
          <a:prstGeom prst="rect">
            <a:avLst/>
          </a:prstGeom>
          <a:noFill/>
          <a:ln>
            <a:noFill/>
          </a:ln>
        </p:spPr>
        <p:txBody>
          <a:bodyPr anchorCtr="0" anchor="t" bIns="68550" lIns="137125" spcFirstLastPara="1" rIns="137125" wrap="square" tIns="68550">
            <a:spAutoFit/>
          </a:bodyPr>
          <a:lstStyle/>
          <a:p>
            <a:pPr indent="0" lvl="0" marL="0" marR="0" rtl="0" algn="l">
              <a:lnSpc>
                <a:spcPct val="100000"/>
              </a:lnSpc>
              <a:spcBef>
                <a:spcPts val="0"/>
              </a:spcBef>
              <a:spcAft>
                <a:spcPts val="0"/>
              </a:spcAft>
              <a:buClr>
                <a:srgbClr val="000000"/>
              </a:buClr>
              <a:buSzPts val="900"/>
              <a:buFont typeface="Arial"/>
              <a:buNone/>
            </a:pPr>
            <a:r>
              <a:rPr b="1" i="0" lang="pt-BR" sz="900" u="none" cap="none" strike="noStrike">
                <a:solidFill>
                  <a:srgbClr val="000000"/>
                </a:solidFill>
                <a:latin typeface="Arial"/>
                <a:ea typeface="Arial"/>
                <a:cs typeface="Arial"/>
                <a:sym typeface="Arial"/>
              </a:rPr>
              <a:t>Prep4Consulting 2026.</a:t>
            </a:r>
            <a:r>
              <a:rPr b="1" lang="pt-BR" sz="900"/>
              <a:t>2</a:t>
            </a:r>
            <a:r>
              <a:rPr b="1" i="0" lang="pt-BR" sz="900" u="none" cap="none" strike="noStrike">
                <a:solidFill>
                  <a:srgbClr val="000000"/>
                </a:solidFill>
                <a:latin typeface="Arial"/>
                <a:ea typeface="Arial"/>
                <a:cs typeface="Arial"/>
                <a:sym typeface="Arial"/>
              </a:rPr>
              <a:t> </a:t>
            </a:r>
            <a:r>
              <a:rPr b="0" i="0" lang="pt-BR" sz="900" u="none" cap="none" strike="noStrike">
                <a:solidFill>
                  <a:srgbClr val="000000"/>
                </a:solidFill>
                <a:latin typeface="Arial"/>
                <a:ea typeface="Arial"/>
                <a:cs typeface="Arial"/>
                <a:sym typeface="Arial"/>
              </a:rPr>
              <a:t>| GMAT: Estrutura da Prova</a:t>
            </a:r>
            <a:endParaRPr b="0" i="0" sz="900" u="none" cap="none" strike="noStrike">
              <a:solidFill>
                <a:srgbClr val="000000"/>
              </a:solidFill>
              <a:latin typeface="Arial"/>
              <a:ea typeface="Arial"/>
              <a:cs typeface="Arial"/>
              <a:sym typeface="Arial"/>
            </a:endParaRPr>
          </a:p>
        </p:txBody>
      </p:sp>
      <p:sp>
        <p:nvSpPr>
          <p:cNvPr id="366" name="Google Shape;366;p17"/>
          <p:cNvSpPr txBox="1"/>
          <p:nvPr/>
        </p:nvSpPr>
        <p:spPr>
          <a:xfrm>
            <a:off x="4281900" y="4825425"/>
            <a:ext cx="4862100" cy="276900"/>
          </a:xfrm>
          <a:prstGeom prst="rect">
            <a:avLst/>
          </a:prstGeom>
          <a:noFill/>
          <a:ln>
            <a:noFill/>
          </a:ln>
        </p:spPr>
        <p:txBody>
          <a:bodyPr anchorCtr="0" anchor="t" bIns="68550" lIns="137125" spcFirstLastPara="1" rIns="137125" wrap="square" tIns="68550">
            <a:spAutoFit/>
          </a:bodyPr>
          <a:lstStyle/>
          <a:p>
            <a:pPr indent="0" lvl="0" marL="0" marR="0" rtl="0" algn="r">
              <a:lnSpc>
                <a:spcPct val="100000"/>
              </a:lnSpc>
              <a:spcBef>
                <a:spcPts val="0"/>
              </a:spcBef>
              <a:spcAft>
                <a:spcPts val="0"/>
              </a:spcAft>
              <a:buClr>
                <a:srgbClr val="000000"/>
              </a:buClr>
              <a:buSzPts val="900"/>
              <a:buFont typeface="Arial"/>
              <a:buNone/>
            </a:pPr>
            <a:r>
              <a:rPr b="0" i="0" lang="pt-BR" sz="900" u="none" cap="none" strike="noStrike">
                <a:solidFill>
                  <a:srgbClr val="000000"/>
                </a:solidFill>
                <a:latin typeface="Arial"/>
                <a:ea typeface="Arial"/>
                <a:cs typeface="Arial"/>
                <a:sym typeface="Arial"/>
              </a:rPr>
              <a:t>Copyright © 2026 Clube de Consultoria Universitário. All rights reserved.</a:t>
            </a:r>
            <a:endParaRPr b="0" i="0" sz="900" u="none" cap="none" strike="noStrike">
              <a:solidFill>
                <a:srgbClr val="000000"/>
              </a:solidFill>
              <a:latin typeface="Arial"/>
              <a:ea typeface="Arial"/>
              <a:cs typeface="Arial"/>
              <a:sym typeface="Arial"/>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70" name="Shape 370"/>
        <p:cNvGrpSpPr/>
        <p:nvPr/>
      </p:nvGrpSpPr>
      <p:grpSpPr>
        <a:xfrm>
          <a:off x="0" y="0"/>
          <a:ext cx="0" cy="0"/>
          <a:chOff x="0" y="0"/>
          <a:chExt cx="0" cy="0"/>
        </a:xfrm>
      </p:grpSpPr>
      <p:sp>
        <p:nvSpPr>
          <p:cNvPr id="371" name="Google Shape;371;p18"/>
          <p:cNvSpPr txBox="1"/>
          <p:nvPr>
            <p:ph type="title"/>
          </p:nvPr>
        </p:nvSpPr>
        <p:spPr>
          <a:xfrm>
            <a:off x="722375" y="384048"/>
            <a:ext cx="7699200" cy="5727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3000"/>
              <a:buNone/>
            </a:pPr>
            <a:r>
              <a:rPr lang="pt-BR">
                <a:solidFill>
                  <a:srgbClr val="C1272D"/>
                </a:solidFill>
              </a:rPr>
              <a:t>ASPECTOS IMPORTANTES DA PROVA</a:t>
            </a:r>
            <a:endParaRPr>
              <a:solidFill>
                <a:srgbClr val="C1272D"/>
              </a:solidFill>
            </a:endParaRPr>
          </a:p>
        </p:txBody>
      </p:sp>
      <p:sp>
        <p:nvSpPr>
          <p:cNvPr id="372" name="Google Shape;372;p18"/>
          <p:cNvSpPr txBox="1"/>
          <p:nvPr>
            <p:ph idx="1" type="subTitle"/>
          </p:nvPr>
        </p:nvSpPr>
        <p:spPr>
          <a:xfrm>
            <a:off x="770950" y="956748"/>
            <a:ext cx="6407475" cy="425003"/>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200"/>
              <a:buNone/>
            </a:pPr>
            <a:r>
              <a:rPr b="1" lang="pt-BR"/>
              <a:t>Exemplos de plataformas utilizadas pelas empresas para a realização das provas</a:t>
            </a:r>
            <a:endParaRPr b="1"/>
          </a:p>
        </p:txBody>
      </p:sp>
      <p:pic>
        <p:nvPicPr>
          <p:cNvPr id="373" name="Google Shape;373;p18"/>
          <p:cNvPicPr preferRelativeResize="0"/>
          <p:nvPr/>
        </p:nvPicPr>
        <p:blipFill rotWithShape="1">
          <a:blip r:embed="rId3">
            <a:alphaModFix/>
          </a:blip>
          <a:srcRect b="0" l="0" r="0" t="0"/>
          <a:stretch/>
        </p:blipFill>
        <p:spPr>
          <a:xfrm>
            <a:off x="1050078" y="2894001"/>
            <a:ext cx="1911931" cy="346651"/>
          </a:xfrm>
          <a:prstGeom prst="rect">
            <a:avLst/>
          </a:prstGeom>
          <a:noFill/>
          <a:ln>
            <a:noFill/>
          </a:ln>
        </p:spPr>
      </p:pic>
      <p:pic>
        <p:nvPicPr>
          <p:cNvPr id="374" name="Google Shape;374;p18"/>
          <p:cNvPicPr preferRelativeResize="0"/>
          <p:nvPr/>
        </p:nvPicPr>
        <p:blipFill rotWithShape="1">
          <a:blip r:embed="rId4">
            <a:alphaModFix/>
          </a:blip>
          <a:srcRect b="0" l="0" r="0" t="0"/>
          <a:stretch/>
        </p:blipFill>
        <p:spPr>
          <a:xfrm>
            <a:off x="995632" y="1718908"/>
            <a:ext cx="2020825" cy="608943"/>
          </a:xfrm>
          <a:prstGeom prst="rect">
            <a:avLst/>
          </a:prstGeom>
          <a:noFill/>
          <a:ln>
            <a:noFill/>
          </a:ln>
        </p:spPr>
      </p:pic>
      <p:pic>
        <p:nvPicPr>
          <p:cNvPr id="375" name="Google Shape;375;p18"/>
          <p:cNvPicPr preferRelativeResize="0"/>
          <p:nvPr/>
        </p:nvPicPr>
        <p:blipFill rotWithShape="1">
          <a:blip r:embed="rId5">
            <a:alphaModFix/>
          </a:blip>
          <a:srcRect b="0" l="0" r="0" t="0"/>
          <a:stretch/>
        </p:blipFill>
        <p:spPr>
          <a:xfrm>
            <a:off x="995632" y="3806802"/>
            <a:ext cx="1812391" cy="683067"/>
          </a:xfrm>
          <a:prstGeom prst="rect">
            <a:avLst/>
          </a:prstGeom>
          <a:noFill/>
          <a:ln>
            <a:noFill/>
          </a:ln>
        </p:spPr>
      </p:pic>
      <p:sp>
        <p:nvSpPr>
          <p:cNvPr id="376" name="Google Shape;376;p18"/>
          <p:cNvSpPr txBox="1"/>
          <p:nvPr/>
        </p:nvSpPr>
        <p:spPr>
          <a:xfrm>
            <a:off x="3374081" y="1692861"/>
            <a:ext cx="6410155" cy="523180"/>
          </a:xfrm>
          <a:prstGeom prst="rect">
            <a:avLst/>
          </a:prstGeom>
          <a:noFill/>
          <a:ln>
            <a:noFill/>
          </a:ln>
        </p:spPr>
        <p:txBody>
          <a:bodyPr anchorCtr="0" anchor="t" bIns="45700" lIns="91425" spcFirstLastPara="1" rIns="91425" wrap="square" tIns="45700">
            <a:spAutoFit/>
          </a:bodyPr>
          <a:lstStyle/>
          <a:p>
            <a:pPr indent="-285750" lvl="0" marL="285750" marR="0" rtl="0" algn="l">
              <a:lnSpc>
                <a:spcPct val="200000"/>
              </a:lnSpc>
              <a:spcBef>
                <a:spcPts val="0"/>
              </a:spcBef>
              <a:spcAft>
                <a:spcPts val="0"/>
              </a:spcAft>
              <a:buClr>
                <a:schemeClr val="dk1"/>
              </a:buClr>
              <a:buSzPts val="2000"/>
              <a:buFont typeface="Arial"/>
              <a:buChar char="•"/>
            </a:pPr>
            <a:r>
              <a:rPr b="0" i="0" lang="pt-BR" sz="1400" u="none" cap="none" strike="noStrike">
                <a:solidFill>
                  <a:schemeClr val="lt1"/>
                </a:solidFill>
                <a:latin typeface="Work Sans"/>
                <a:ea typeface="Work Sans"/>
                <a:cs typeface="Work Sans"/>
                <a:sym typeface="Work Sans"/>
              </a:rPr>
              <a:t>BCG, Kearney, Oliver Wyman, Advisia, Pragmatis, Kéa</a:t>
            </a:r>
            <a:endParaRPr b="0" i="0" sz="1400" u="none" cap="none" strike="noStrike">
              <a:solidFill>
                <a:schemeClr val="lt1"/>
              </a:solidFill>
              <a:latin typeface="Work Sans"/>
              <a:ea typeface="Work Sans"/>
              <a:cs typeface="Work Sans"/>
              <a:sym typeface="Work Sans"/>
            </a:endParaRPr>
          </a:p>
        </p:txBody>
      </p:sp>
      <p:sp>
        <p:nvSpPr>
          <p:cNvPr id="377" name="Google Shape;377;p18"/>
          <p:cNvSpPr txBox="1"/>
          <p:nvPr/>
        </p:nvSpPr>
        <p:spPr>
          <a:xfrm>
            <a:off x="3374082" y="2790865"/>
            <a:ext cx="5243704" cy="523180"/>
          </a:xfrm>
          <a:prstGeom prst="rect">
            <a:avLst/>
          </a:prstGeom>
          <a:noFill/>
          <a:ln>
            <a:noFill/>
          </a:ln>
        </p:spPr>
        <p:txBody>
          <a:bodyPr anchorCtr="0" anchor="t" bIns="45700" lIns="91425" spcFirstLastPara="1" rIns="91425" wrap="square" tIns="45700">
            <a:spAutoFit/>
          </a:bodyPr>
          <a:lstStyle/>
          <a:p>
            <a:pPr indent="-285750" lvl="0" marL="285750" marR="0" rtl="0" algn="l">
              <a:lnSpc>
                <a:spcPct val="200000"/>
              </a:lnSpc>
              <a:spcBef>
                <a:spcPts val="0"/>
              </a:spcBef>
              <a:spcAft>
                <a:spcPts val="0"/>
              </a:spcAft>
              <a:buClr>
                <a:schemeClr val="dk1"/>
              </a:buClr>
              <a:buSzPts val="2000"/>
              <a:buFont typeface="Arial"/>
              <a:buChar char="•"/>
            </a:pPr>
            <a:r>
              <a:rPr b="0" i="0" lang="pt-BR" sz="1400" u="none" cap="none" strike="noStrike">
                <a:solidFill>
                  <a:schemeClr val="lt1"/>
                </a:solidFill>
                <a:latin typeface="Work Sans"/>
                <a:ea typeface="Work Sans"/>
                <a:cs typeface="Work Sans"/>
                <a:sym typeface="Work Sans"/>
              </a:rPr>
              <a:t>L.E.K.</a:t>
            </a:r>
            <a:endParaRPr b="0" i="0" sz="1400" u="none" cap="none" strike="noStrike">
              <a:solidFill>
                <a:schemeClr val="lt1"/>
              </a:solidFill>
              <a:latin typeface="Work Sans"/>
              <a:ea typeface="Work Sans"/>
              <a:cs typeface="Work Sans"/>
              <a:sym typeface="Work Sans"/>
            </a:endParaRPr>
          </a:p>
        </p:txBody>
      </p:sp>
      <p:sp>
        <p:nvSpPr>
          <p:cNvPr id="378" name="Google Shape;378;p18"/>
          <p:cNvSpPr txBox="1"/>
          <p:nvPr/>
        </p:nvSpPr>
        <p:spPr>
          <a:xfrm>
            <a:off x="3374082" y="3886745"/>
            <a:ext cx="5243704" cy="523180"/>
          </a:xfrm>
          <a:prstGeom prst="rect">
            <a:avLst/>
          </a:prstGeom>
          <a:noFill/>
          <a:ln>
            <a:noFill/>
          </a:ln>
        </p:spPr>
        <p:txBody>
          <a:bodyPr anchorCtr="0" anchor="t" bIns="45700" lIns="91425" spcFirstLastPara="1" rIns="91425" wrap="square" tIns="45700">
            <a:spAutoFit/>
          </a:bodyPr>
          <a:lstStyle/>
          <a:p>
            <a:pPr indent="-285750" lvl="0" marL="285750" marR="0" rtl="0" algn="l">
              <a:lnSpc>
                <a:spcPct val="200000"/>
              </a:lnSpc>
              <a:spcBef>
                <a:spcPts val="0"/>
              </a:spcBef>
              <a:spcAft>
                <a:spcPts val="0"/>
              </a:spcAft>
              <a:buClr>
                <a:schemeClr val="dk1"/>
              </a:buClr>
              <a:buSzPts val="2000"/>
              <a:buFont typeface="Arial"/>
              <a:buChar char="•"/>
            </a:pPr>
            <a:r>
              <a:rPr b="0" i="0" lang="pt-BR" sz="1400" u="none" cap="none" strike="noStrike">
                <a:solidFill>
                  <a:schemeClr val="lt1"/>
                </a:solidFill>
                <a:latin typeface="Work Sans"/>
                <a:ea typeface="Work Sans"/>
                <a:cs typeface="Work Sans"/>
                <a:sym typeface="Work Sans"/>
              </a:rPr>
              <a:t>Peers, Visagio</a:t>
            </a:r>
            <a:endParaRPr b="0" i="0" sz="1400" u="none" cap="none" strike="noStrike">
              <a:solidFill>
                <a:schemeClr val="lt1"/>
              </a:solidFill>
              <a:latin typeface="Work Sans"/>
              <a:ea typeface="Work Sans"/>
              <a:cs typeface="Work Sans"/>
              <a:sym typeface="Work Sans"/>
            </a:endParaRPr>
          </a:p>
        </p:txBody>
      </p:sp>
      <p:sp>
        <p:nvSpPr>
          <p:cNvPr id="379" name="Google Shape;379;p18"/>
          <p:cNvSpPr txBox="1"/>
          <p:nvPr/>
        </p:nvSpPr>
        <p:spPr>
          <a:xfrm>
            <a:off x="0" y="4825425"/>
            <a:ext cx="4862100" cy="276900"/>
          </a:xfrm>
          <a:prstGeom prst="rect">
            <a:avLst/>
          </a:prstGeom>
          <a:noFill/>
          <a:ln>
            <a:noFill/>
          </a:ln>
        </p:spPr>
        <p:txBody>
          <a:bodyPr anchorCtr="0" anchor="t" bIns="68550" lIns="137125" spcFirstLastPara="1" rIns="137125" wrap="square" tIns="68550">
            <a:spAutoFit/>
          </a:bodyPr>
          <a:lstStyle/>
          <a:p>
            <a:pPr indent="0" lvl="0" marL="0" marR="0" rtl="0" algn="l">
              <a:lnSpc>
                <a:spcPct val="100000"/>
              </a:lnSpc>
              <a:spcBef>
                <a:spcPts val="0"/>
              </a:spcBef>
              <a:spcAft>
                <a:spcPts val="0"/>
              </a:spcAft>
              <a:buClr>
                <a:srgbClr val="000000"/>
              </a:buClr>
              <a:buSzPts val="900"/>
              <a:buFont typeface="Arial"/>
              <a:buNone/>
            </a:pPr>
            <a:r>
              <a:rPr b="1" i="0" lang="pt-BR" sz="900" u="none" cap="none" strike="noStrike">
                <a:solidFill>
                  <a:srgbClr val="000000"/>
                </a:solidFill>
                <a:latin typeface="Arial"/>
                <a:ea typeface="Arial"/>
                <a:cs typeface="Arial"/>
                <a:sym typeface="Arial"/>
              </a:rPr>
              <a:t>Prep4Consulting 2026.</a:t>
            </a:r>
            <a:r>
              <a:rPr b="1" lang="pt-BR" sz="900"/>
              <a:t>2</a:t>
            </a:r>
            <a:r>
              <a:rPr b="1" i="0" lang="pt-BR" sz="900" u="none" cap="none" strike="noStrike">
                <a:solidFill>
                  <a:srgbClr val="000000"/>
                </a:solidFill>
                <a:latin typeface="Arial"/>
                <a:ea typeface="Arial"/>
                <a:cs typeface="Arial"/>
                <a:sym typeface="Arial"/>
              </a:rPr>
              <a:t> </a:t>
            </a:r>
            <a:r>
              <a:rPr b="0" i="0" lang="pt-BR" sz="900" u="none" cap="none" strike="noStrike">
                <a:solidFill>
                  <a:srgbClr val="000000"/>
                </a:solidFill>
                <a:latin typeface="Arial"/>
                <a:ea typeface="Arial"/>
                <a:cs typeface="Arial"/>
                <a:sym typeface="Arial"/>
              </a:rPr>
              <a:t>| GMAT: Estrutura da Prova</a:t>
            </a:r>
            <a:endParaRPr b="0" i="0" sz="900" u="none" cap="none" strike="noStrike">
              <a:solidFill>
                <a:srgbClr val="000000"/>
              </a:solidFill>
              <a:latin typeface="Arial"/>
              <a:ea typeface="Arial"/>
              <a:cs typeface="Arial"/>
              <a:sym typeface="Arial"/>
            </a:endParaRPr>
          </a:p>
        </p:txBody>
      </p:sp>
      <p:sp>
        <p:nvSpPr>
          <p:cNvPr id="380" name="Google Shape;380;p18"/>
          <p:cNvSpPr txBox="1"/>
          <p:nvPr/>
        </p:nvSpPr>
        <p:spPr>
          <a:xfrm>
            <a:off x="4281900" y="4825425"/>
            <a:ext cx="4862100" cy="276900"/>
          </a:xfrm>
          <a:prstGeom prst="rect">
            <a:avLst/>
          </a:prstGeom>
          <a:noFill/>
          <a:ln>
            <a:noFill/>
          </a:ln>
        </p:spPr>
        <p:txBody>
          <a:bodyPr anchorCtr="0" anchor="t" bIns="68550" lIns="137125" spcFirstLastPara="1" rIns="137125" wrap="square" tIns="68550">
            <a:spAutoFit/>
          </a:bodyPr>
          <a:lstStyle/>
          <a:p>
            <a:pPr indent="0" lvl="0" marL="0" marR="0" rtl="0" algn="r">
              <a:lnSpc>
                <a:spcPct val="100000"/>
              </a:lnSpc>
              <a:spcBef>
                <a:spcPts val="0"/>
              </a:spcBef>
              <a:spcAft>
                <a:spcPts val="0"/>
              </a:spcAft>
              <a:buClr>
                <a:srgbClr val="000000"/>
              </a:buClr>
              <a:buSzPts val="900"/>
              <a:buFont typeface="Arial"/>
              <a:buNone/>
            </a:pPr>
            <a:r>
              <a:rPr b="0" i="0" lang="pt-BR" sz="900" u="none" cap="none" strike="noStrike">
                <a:solidFill>
                  <a:srgbClr val="000000"/>
                </a:solidFill>
                <a:latin typeface="Arial"/>
                <a:ea typeface="Arial"/>
                <a:cs typeface="Arial"/>
                <a:sym typeface="Arial"/>
              </a:rPr>
              <a:t>Copyright © 2026 Clube de Consultoria Universitário. All rights reserved.</a:t>
            </a:r>
            <a:endParaRPr b="0" i="0" sz="900" u="none" cap="none" strike="noStrike">
              <a:solidFill>
                <a:srgbClr val="000000"/>
              </a:solidFill>
              <a:latin typeface="Arial"/>
              <a:ea typeface="Arial"/>
              <a:cs typeface="Arial"/>
              <a:sym typeface="Arial"/>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4" name="Shape 384"/>
        <p:cNvGrpSpPr/>
        <p:nvPr/>
      </p:nvGrpSpPr>
      <p:grpSpPr>
        <a:xfrm>
          <a:off x="0" y="0"/>
          <a:ext cx="0" cy="0"/>
          <a:chOff x="0" y="0"/>
          <a:chExt cx="0" cy="0"/>
        </a:xfrm>
      </p:grpSpPr>
      <p:sp>
        <p:nvSpPr>
          <p:cNvPr id="385" name="Google Shape;385;p19"/>
          <p:cNvSpPr txBox="1"/>
          <p:nvPr>
            <p:ph type="title"/>
          </p:nvPr>
        </p:nvSpPr>
        <p:spPr>
          <a:xfrm>
            <a:off x="722375" y="384048"/>
            <a:ext cx="7699200" cy="5727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3000"/>
              <a:buNone/>
            </a:pPr>
            <a:r>
              <a:rPr lang="pt-BR">
                <a:solidFill>
                  <a:srgbClr val="C1272D"/>
                </a:solidFill>
              </a:rPr>
              <a:t>ASPECTOS IMPORTANTES DA PROVA</a:t>
            </a:r>
            <a:endParaRPr>
              <a:solidFill>
                <a:srgbClr val="C1272D"/>
              </a:solidFill>
            </a:endParaRPr>
          </a:p>
        </p:txBody>
      </p:sp>
      <p:sp>
        <p:nvSpPr>
          <p:cNvPr id="386" name="Google Shape;386;p19"/>
          <p:cNvSpPr txBox="1"/>
          <p:nvPr>
            <p:ph idx="1" type="subTitle"/>
          </p:nvPr>
        </p:nvSpPr>
        <p:spPr>
          <a:xfrm>
            <a:off x="770950" y="956748"/>
            <a:ext cx="6407475" cy="425003"/>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200"/>
              <a:buNone/>
            </a:pPr>
            <a:r>
              <a:rPr b="1" lang="pt-BR"/>
              <a:t>Exemplos de plataformas utilizadas pelas empresas para a realização das provas</a:t>
            </a:r>
            <a:endParaRPr b="1"/>
          </a:p>
        </p:txBody>
      </p:sp>
      <p:pic>
        <p:nvPicPr>
          <p:cNvPr id="387" name="Google Shape;387;p19"/>
          <p:cNvPicPr preferRelativeResize="0"/>
          <p:nvPr/>
        </p:nvPicPr>
        <p:blipFill rotWithShape="1">
          <a:blip r:embed="rId3">
            <a:alphaModFix/>
          </a:blip>
          <a:srcRect b="0" l="0" r="0" t="0"/>
          <a:stretch/>
        </p:blipFill>
        <p:spPr>
          <a:xfrm>
            <a:off x="377775" y="1666430"/>
            <a:ext cx="1687251" cy="620640"/>
          </a:xfrm>
          <a:prstGeom prst="rect">
            <a:avLst/>
          </a:prstGeom>
          <a:noFill/>
          <a:ln>
            <a:noFill/>
          </a:ln>
        </p:spPr>
      </p:pic>
      <p:pic>
        <p:nvPicPr>
          <p:cNvPr id="388" name="Google Shape;388;p19"/>
          <p:cNvPicPr preferRelativeResize="0"/>
          <p:nvPr/>
        </p:nvPicPr>
        <p:blipFill rotWithShape="1">
          <a:blip r:embed="rId4">
            <a:alphaModFix/>
          </a:blip>
          <a:srcRect b="0" l="0" r="0" t="0"/>
          <a:stretch/>
        </p:blipFill>
        <p:spPr>
          <a:xfrm>
            <a:off x="377775" y="2571750"/>
            <a:ext cx="8388449" cy="1316388"/>
          </a:xfrm>
          <a:prstGeom prst="rect">
            <a:avLst/>
          </a:prstGeom>
          <a:noFill/>
          <a:ln>
            <a:noFill/>
          </a:ln>
        </p:spPr>
      </p:pic>
      <p:sp>
        <p:nvSpPr>
          <p:cNvPr id="389" name="Google Shape;389;p19"/>
          <p:cNvSpPr txBox="1"/>
          <p:nvPr/>
        </p:nvSpPr>
        <p:spPr>
          <a:xfrm>
            <a:off x="722375" y="4172818"/>
            <a:ext cx="10545647" cy="523180"/>
          </a:xfrm>
          <a:prstGeom prst="rect">
            <a:avLst/>
          </a:prstGeom>
          <a:noFill/>
          <a:ln>
            <a:noFill/>
          </a:ln>
        </p:spPr>
        <p:txBody>
          <a:bodyPr anchorCtr="0" anchor="t" bIns="45700" lIns="91425" spcFirstLastPara="1" rIns="91425" wrap="square" tIns="45700">
            <a:spAutoFit/>
          </a:bodyPr>
          <a:lstStyle/>
          <a:p>
            <a:pPr indent="-285750" lvl="0" marL="285750" marR="0" rtl="0" algn="l">
              <a:lnSpc>
                <a:spcPct val="200000"/>
              </a:lnSpc>
              <a:spcBef>
                <a:spcPts val="0"/>
              </a:spcBef>
              <a:spcAft>
                <a:spcPts val="0"/>
              </a:spcAft>
              <a:buClr>
                <a:schemeClr val="dk1"/>
              </a:buClr>
              <a:buSzPts val="2000"/>
              <a:buFont typeface="Arial"/>
              <a:buChar char="•"/>
            </a:pPr>
            <a:r>
              <a:rPr b="0" i="0" lang="pt-BR" sz="1400" u="none" cap="none" strike="noStrike">
                <a:solidFill>
                  <a:schemeClr val="lt1"/>
                </a:solidFill>
                <a:latin typeface="Work Sans"/>
                <a:ea typeface="Work Sans"/>
                <a:cs typeface="Work Sans"/>
                <a:sym typeface="Work Sans"/>
              </a:rPr>
              <a:t>Recursos para a prevenção de fraudes e para segurança no processo seletivo</a:t>
            </a:r>
            <a:endParaRPr b="0" i="0" sz="1400" u="none" cap="none" strike="noStrike">
              <a:solidFill>
                <a:schemeClr val="lt1"/>
              </a:solidFill>
              <a:latin typeface="Work Sans"/>
              <a:ea typeface="Work Sans"/>
              <a:cs typeface="Work Sans"/>
              <a:sym typeface="Work Sans"/>
            </a:endParaRPr>
          </a:p>
        </p:txBody>
      </p:sp>
      <p:sp>
        <p:nvSpPr>
          <p:cNvPr id="390" name="Google Shape;390;p19"/>
          <p:cNvSpPr txBox="1"/>
          <p:nvPr/>
        </p:nvSpPr>
        <p:spPr>
          <a:xfrm>
            <a:off x="0" y="4825425"/>
            <a:ext cx="4862100" cy="276900"/>
          </a:xfrm>
          <a:prstGeom prst="rect">
            <a:avLst/>
          </a:prstGeom>
          <a:noFill/>
          <a:ln>
            <a:noFill/>
          </a:ln>
        </p:spPr>
        <p:txBody>
          <a:bodyPr anchorCtr="0" anchor="t" bIns="68550" lIns="137125" spcFirstLastPara="1" rIns="137125" wrap="square" tIns="68550">
            <a:spAutoFit/>
          </a:bodyPr>
          <a:lstStyle/>
          <a:p>
            <a:pPr indent="0" lvl="0" marL="0" marR="0" rtl="0" algn="l">
              <a:lnSpc>
                <a:spcPct val="100000"/>
              </a:lnSpc>
              <a:spcBef>
                <a:spcPts val="0"/>
              </a:spcBef>
              <a:spcAft>
                <a:spcPts val="0"/>
              </a:spcAft>
              <a:buClr>
                <a:srgbClr val="000000"/>
              </a:buClr>
              <a:buSzPts val="900"/>
              <a:buFont typeface="Arial"/>
              <a:buNone/>
            </a:pPr>
            <a:r>
              <a:rPr b="1" i="0" lang="pt-BR" sz="900" u="none" cap="none" strike="noStrike">
                <a:solidFill>
                  <a:srgbClr val="000000"/>
                </a:solidFill>
                <a:latin typeface="Arial"/>
                <a:ea typeface="Arial"/>
                <a:cs typeface="Arial"/>
                <a:sym typeface="Arial"/>
              </a:rPr>
              <a:t>Prep4Consulting 2026.</a:t>
            </a:r>
            <a:r>
              <a:rPr b="1" lang="pt-BR" sz="900"/>
              <a:t>2</a:t>
            </a:r>
            <a:r>
              <a:rPr b="1" i="0" lang="pt-BR" sz="900" u="none" cap="none" strike="noStrike">
                <a:solidFill>
                  <a:srgbClr val="000000"/>
                </a:solidFill>
                <a:latin typeface="Arial"/>
                <a:ea typeface="Arial"/>
                <a:cs typeface="Arial"/>
                <a:sym typeface="Arial"/>
              </a:rPr>
              <a:t> </a:t>
            </a:r>
            <a:r>
              <a:rPr b="0" i="0" lang="pt-BR" sz="900" u="none" cap="none" strike="noStrike">
                <a:solidFill>
                  <a:srgbClr val="000000"/>
                </a:solidFill>
                <a:latin typeface="Arial"/>
                <a:ea typeface="Arial"/>
                <a:cs typeface="Arial"/>
                <a:sym typeface="Arial"/>
              </a:rPr>
              <a:t>| GMAT: Estrutura da Prova</a:t>
            </a:r>
            <a:endParaRPr b="0" i="0" sz="900" u="none" cap="none" strike="noStrike">
              <a:solidFill>
                <a:srgbClr val="000000"/>
              </a:solidFill>
              <a:latin typeface="Arial"/>
              <a:ea typeface="Arial"/>
              <a:cs typeface="Arial"/>
              <a:sym typeface="Arial"/>
            </a:endParaRPr>
          </a:p>
        </p:txBody>
      </p:sp>
      <p:sp>
        <p:nvSpPr>
          <p:cNvPr id="391" name="Google Shape;391;p19"/>
          <p:cNvSpPr txBox="1"/>
          <p:nvPr/>
        </p:nvSpPr>
        <p:spPr>
          <a:xfrm>
            <a:off x="4281900" y="4825425"/>
            <a:ext cx="4862100" cy="276900"/>
          </a:xfrm>
          <a:prstGeom prst="rect">
            <a:avLst/>
          </a:prstGeom>
          <a:noFill/>
          <a:ln>
            <a:noFill/>
          </a:ln>
        </p:spPr>
        <p:txBody>
          <a:bodyPr anchorCtr="0" anchor="t" bIns="68550" lIns="137125" spcFirstLastPara="1" rIns="137125" wrap="square" tIns="68550">
            <a:spAutoFit/>
          </a:bodyPr>
          <a:lstStyle/>
          <a:p>
            <a:pPr indent="0" lvl="0" marL="0" marR="0" rtl="0" algn="r">
              <a:lnSpc>
                <a:spcPct val="100000"/>
              </a:lnSpc>
              <a:spcBef>
                <a:spcPts val="0"/>
              </a:spcBef>
              <a:spcAft>
                <a:spcPts val="0"/>
              </a:spcAft>
              <a:buClr>
                <a:srgbClr val="000000"/>
              </a:buClr>
              <a:buSzPts val="900"/>
              <a:buFont typeface="Arial"/>
              <a:buNone/>
            </a:pPr>
            <a:r>
              <a:rPr b="0" i="0" lang="pt-BR" sz="900" u="none" cap="none" strike="noStrike">
                <a:solidFill>
                  <a:srgbClr val="000000"/>
                </a:solidFill>
                <a:latin typeface="Arial"/>
                <a:ea typeface="Arial"/>
                <a:cs typeface="Arial"/>
                <a:sym typeface="Arial"/>
              </a:rPr>
              <a:t>Copyright © 2026 Clube de Consultoria Universitário. All rights reserved.</a:t>
            </a:r>
            <a:endParaRPr b="0" i="0" sz="900" u="none" cap="none" strike="noStrike">
              <a:solidFill>
                <a:srgbClr val="000000"/>
              </a:solidFill>
              <a:latin typeface="Arial"/>
              <a:ea typeface="Arial"/>
              <a:cs typeface="Arial"/>
              <a:sym typeface="Arial"/>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95" name="Shape 395"/>
        <p:cNvGrpSpPr/>
        <p:nvPr/>
      </p:nvGrpSpPr>
      <p:grpSpPr>
        <a:xfrm>
          <a:off x="0" y="0"/>
          <a:ext cx="0" cy="0"/>
          <a:chOff x="0" y="0"/>
          <a:chExt cx="0" cy="0"/>
        </a:xfrm>
      </p:grpSpPr>
      <p:sp>
        <p:nvSpPr>
          <p:cNvPr id="396" name="Google Shape;396;p20"/>
          <p:cNvSpPr txBox="1"/>
          <p:nvPr>
            <p:ph type="title"/>
          </p:nvPr>
        </p:nvSpPr>
        <p:spPr>
          <a:xfrm>
            <a:off x="722375" y="384048"/>
            <a:ext cx="7699200" cy="5727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3000"/>
              <a:buNone/>
            </a:pPr>
            <a:r>
              <a:rPr lang="pt-BR">
                <a:solidFill>
                  <a:srgbClr val="C1272D"/>
                </a:solidFill>
              </a:rPr>
              <a:t>ASPECTOS IMPORTANTES DA PROVA</a:t>
            </a:r>
            <a:endParaRPr>
              <a:solidFill>
                <a:srgbClr val="C1272D"/>
              </a:solidFill>
            </a:endParaRPr>
          </a:p>
        </p:txBody>
      </p:sp>
      <p:sp>
        <p:nvSpPr>
          <p:cNvPr id="397" name="Google Shape;397;p20"/>
          <p:cNvSpPr txBox="1"/>
          <p:nvPr>
            <p:ph idx="1" type="subTitle"/>
          </p:nvPr>
        </p:nvSpPr>
        <p:spPr>
          <a:xfrm>
            <a:off x="770950" y="956748"/>
            <a:ext cx="6407475" cy="425003"/>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200"/>
              <a:buNone/>
            </a:pPr>
            <a:r>
              <a:rPr b="1" lang="pt-BR"/>
              <a:t>Alguns processos seletivos que possuem provas em português</a:t>
            </a:r>
            <a:endParaRPr b="1"/>
          </a:p>
        </p:txBody>
      </p:sp>
      <p:pic>
        <p:nvPicPr>
          <p:cNvPr descr="Bain &amp; Company fecha aquisição de agência de marketing digital - ABC da  Comunicação" id="398" name="Google Shape;398;p20"/>
          <p:cNvPicPr preferRelativeResize="0"/>
          <p:nvPr/>
        </p:nvPicPr>
        <p:blipFill rotWithShape="1">
          <a:blip r:embed="rId3">
            <a:alphaModFix/>
          </a:blip>
          <a:srcRect b="0" l="0" r="0" t="0"/>
          <a:stretch/>
        </p:blipFill>
        <p:spPr>
          <a:xfrm>
            <a:off x="1673959" y="1768475"/>
            <a:ext cx="2706688" cy="803275"/>
          </a:xfrm>
          <a:prstGeom prst="rect">
            <a:avLst/>
          </a:prstGeom>
          <a:noFill/>
          <a:ln>
            <a:noFill/>
          </a:ln>
        </p:spPr>
      </p:pic>
      <p:pic>
        <p:nvPicPr>
          <p:cNvPr id="399" name="Google Shape;399;p20"/>
          <p:cNvPicPr preferRelativeResize="0"/>
          <p:nvPr/>
        </p:nvPicPr>
        <p:blipFill rotWithShape="1">
          <a:blip r:embed="rId4">
            <a:alphaModFix/>
          </a:blip>
          <a:srcRect b="0" l="0" r="0" t="0"/>
          <a:stretch/>
        </p:blipFill>
        <p:spPr>
          <a:xfrm>
            <a:off x="5147103" y="1984038"/>
            <a:ext cx="2538413" cy="303212"/>
          </a:xfrm>
          <a:prstGeom prst="rect">
            <a:avLst/>
          </a:prstGeom>
          <a:noFill/>
          <a:ln>
            <a:noFill/>
          </a:ln>
        </p:spPr>
      </p:pic>
      <p:pic>
        <p:nvPicPr>
          <p:cNvPr id="400" name="Google Shape;400;p20"/>
          <p:cNvPicPr preferRelativeResize="0"/>
          <p:nvPr/>
        </p:nvPicPr>
        <p:blipFill rotWithShape="1">
          <a:blip r:embed="rId5">
            <a:alphaModFix/>
          </a:blip>
          <a:srcRect b="0" l="0" r="0" t="0"/>
          <a:stretch/>
        </p:blipFill>
        <p:spPr>
          <a:xfrm>
            <a:off x="5635259" y="2687320"/>
            <a:ext cx="1562100" cy="555625"/>
          </a:xfrm>
          <a:prstGeom prst="rect">
            <a:avLst/>
          </a:prstGeom>
          <a:noFill/>
          <a:ln>
            <a:noFill/>
          </a:ln>
        </p:spPr>
      </p:pic>
      <p:pic>
        <p:nvPicPr>
          <p:cNvPr descr="visagio - CEFET Jr. Consultoria" id="401" name="Google Shape;401;p20"/>
          <p:cNvPicPr preferRelativeResize="0"/>
          <p:nvPr/>
        </p:nvPicPr>
        <p:blipFill rotWithShape="1">
          <a:blip r:embed="rId6">
            <a:alphaModFix/>
          </a:blip>
          <a:srcRect b="0" l="0" r="0" t="0"/>
          <a:stretch/>
        </p:blipFill>
        <p:spPr>
          <a:xfrm>
            <a:off x="2148675" y="2780949"/>
            <a:ext cx="1654175" cy="542925"/>
          </a:xfrm>
          <a:prstGeom prst="rect">
            <a:avLst/>
          </a:prstGeom>
          <a:noFill/>
          <a:ln>
            <a:noFill/>
          </a:ln>
        </p:spPr>
      </p:pic>
      <p:sp>
        <p:nvSpPr>
          <p:cNvPr id="402" name="Google Shape;402;p20"/>
          <p:cNvSpPr txBox="1"/>
          <p:nvPr/>
        </p:nvSpPr>
        <p:spPr>
          <a:xfrm>
            <a:off x="684554" y="3817440"/>
            <a:ext cx="7774841" cy="738623"/>
          </a:xfrm>
          <a:prstGeom prst="rect">
            <a:avLst/>
          </a:prstGeom>
          <a:noFill/>
          <a:ln>
            <a:noFill/>
          </a:ln>
        </p:spPr>
        <p:txBody>
          <a:bodyPr anchorCtr="0" anchor="t" bIns="45700" lIns="91425" spcFirstLastPara="1" rIns="91425" wrap="square" tIns="45700">
            <a:spAutoFit/>
          </a:bodyPr>
          <a:lstStyle/>
          <a:p>
            <a:pPr indent="-285750" lvl="0" marL="285750" marR="0" rtl="0" algn="l">
              <a:lnSpc>
                <a:spcPct val="150000"/>
              </a:lnSpc>
              <a:spcBef>
                <a:spcPts val="0"/>
              </a:spcBef>
              <a:spcAft>
                <a:spcPts val="0"/>
              </a:spcAft>
              <a:buClr>
                <a:schemeClr val="dk1"/>
              </a:buClr>
              <a:buSzPts val="2000"/>
              <a:buFont typeface="Arial"/>
              <a:buChar char="•"/>
            </a:pPr>
            <a:r>
              <a:rPr b="0" i="0" lang="pt-BR" sz="1400" u="none" cap="none" strike="noStrike">
                <a:solidFill>
                  <a:schemeClr val="lt1"/>
                </a:solidFill>
                <a:latin typeface="Arial"/>
                <a:ea typeface="Arial"/>
                <a:cs typeface="Arial"/>
                <a:sym typeface="Arial"/>
              </a:rPr>
              <a:t>Espera-se que, por ser a língua nativa, as pessoas tenham melhor desempenho e, portanto, isso afeta os resultados dos processos seletivos, apesar de deixá-lo mais abrangente</a:t>
            </a:r>
            <a:endParaRPr b="0" i="0" sz="1400" u="none" cap="none" strike="noStrike">
              <a:solidFill>
                <a:schemeClr val="lt1"/>
              </a:solidFill>
              <a:latin typeface="Arial"/>
              <a:ea typeface="Arial"/>
              <a:cs typeface="Arial"/>
              <a:sym typeface="Arial"/>
            </a:endParaRPr>
          </a:p>
        </p:txBody>
      </p:sp>
      <p:sp>
        <p:nvSpPr>
          <p:cNvPr id="403" name="Google Shape;403;p20"/>
          <p:cNvSpPr txBox="1"/>
          <p:nvPr/>
        </p:nvSpPr>
        <p:spPr>
          <a:xfrm>
            <a:off x="0" y="4825425"/>
            <a:ext cx="4862100" cy="276900"/>
          </a:xfrm>
          <a:prstGeom prst="rect">
            <a:avLst/>
          </a:prstGeom>
          <a:noFill/>
          <a:ln>
            <a:noFill/>
          </a:ln>
        </p:spPr>
        <p:txBody>
          <a:bodyPr anchorCtr="0" anchor="t" bIns="68550" lIns="137125" spcFirstLastPara="1" rIns="137125" wrap="square" tIns="68550">
            <a:spAutoFit/>
          </a:bodyPr>
          <a:lstStyle/>
          <a:p>
            <a:pPr indent="0" lvl="0" marL="0" marR="0" rtl="0" algn="l">
              <a:lnSpc>
                <a:spcPct val="100000"/>
              </a:lnSpc>
              <a:spcBef>
                <a:spcPts val="0"/>
              </a:spcBef>
              <a:spcAft>
                <a:spcPts val="0"/>
              </a:spcAft>
              <a:buClr>
                <a:srgbClr val="000000"/>
              </a:buClr>
              <a:buSzPts val="900"/>
              <a:buFont typeface="Arial"/>
              <a:buNone/>
            </a:pPr>
            <a:r>
              <a:rPr b="1" i="0" lang="pt-BR" sz="900" u="none" cap="none" strike="noStrike">
                <a:solidFill>
                  <a:srgbClr val="000000"/>
                </a:solidFill>
                <a:latin typeface="Arial"/>
                <a:ea typeface="Arial"/>
                <a:cs typeface="Arial"/>
                <a:sym typeface="Arial"/>
              </a:rPr>
              <a:t>Prep4Consulting 2026.</a:t>
            </a:r>
            <a:r>
              <a:rPr b="1" lang="pt-BR" sz="900"/>
              <a:t>2</a:t>
            </a:r>
            <a:r>
              <a:rPr b="1" i="0" lang="pt-BR" sz="900" u="none" cap="none" strike="noStrike">
                <a:solidFill>
                  <a:srgbClr val="000000"/>
                </a:solidFill>
                <a:latin typeface="Arial"/>
                <a:ea typeface="Arial"/>
                <a:cs typeface="Arial"/>
                <a:sym typeface="Arial"/>
              </a:rPr>
              <a:t> </a:t>
            </a:r>
            <a:r>
              <a:rPr b="0" i="0" lang="pt-BR" sz="900" u="none" cap="none" strike="noStrike">
                <a:solidFill>
                  <a:srgbClr val="000000"/>
                </a:solidFill>
                <a:latin typeface="Arial"/>
                <a:ea typeface="Arial"/>
                <a:cs typeface="Arial"/>
                <a:sym typeface="Arial"/>
              </a:rPr>
              <a:t>| GMAT: Estrutura da Prova</a:t>
            </a:r>
            <a:endParaRPr b="0" i="0" sz="900" u="none" cap="none" strike="noStrike">
              <a:solidFill>
                <a:srgbClr val="000000"/>
              </a:solidFill>
              <a:latin typeface="Arial"/>
              <a:ea typeface="Arial"/>
              <a:cs typeface="Arial"/>
              <a:sym typeface="Arial"/>
            </a:endParaRPr>
          </a:p>
        </p:txBody>
      </p:sp>
      <p:sp>
        <p:nvSpPr>
          <p:cNvPr id="404" name="Google Shape;404;p20"/>
          <p:cNvSpPr txBox="1"/>
          <p:nvPr/>
        </p:nvSpPr>
        <p:spPr>
          <a:xfrm>
            <a:off x="4281900" y="4825425"/>
            <a:ext cx="4862100" cy="276900"/>
          </a:xfrm>
          <a:prstGeom prst="rect">
            <a:avLst/>
          </a:prstGeom>
          <a:noFill/>
          <a:ln>
            <a:noFill/>
          </a:ln>
        </p:spPr>
        <p:txBody>
          <a:bodyPr anchorCtr="0" anchor="t" bIns="68550" lIns="137125" spcFirstLastPara="1" rIns="137125" wrap="square" tIns="68550">
            <a:spAutoFit/>
          </a:bodyPr>
          <a:lstStyle/>
          <a:p>
            <a:pPr indent="0" lvl="0" marL="0" marR="0" rtl="0" algn="r">
              <a:lnSpc>
                <a:spcPct val="100000"/>
              </a:lnSpc>
              <a:spcBef>
                <a:spcPts val="0"/>
              </a:spcBef>
              <a:spcAft>
                <a:spcPts val="0"/>
              </a:spcAft>
              <a:buClr>
                <a:srgbClr val="000000"/>
              </a:buClr>
              <a:buSzPts val="900"/>
              <a:buFont typeface="Arial"/>
              <a:buNone/>
            </a:pPr>
            <a:r>
              <a:rPr b="0" i="0" lang="pt-BR" sz="900" u="none" cap="none" strike="noStrike">
                <a:solidFill>
                  <a:srgbClr val="000000"/>
                </a:solidFill>
                <a:latin typeface="Arial"/>
                <a:ea typeface="Arial"/>
                <a:cs typeface="Arial"/>
                <a:sym typeface="Arial"/>
              </a:rPr>
              <a:t>Copyright © 2026 Clube de Consultoria Universitário. All rights reserved.</a:t>
            </a:r>
            <a:endParaRPr b="0" i="0" sz="900" u="none" cap="none" strike="noStrike">
              <a:solidFill>
                <a:srgbClr val="000000"/>
              </a:solidFill>
              <a:latin typeface="Arial"/>
              <a:ea typeface="Arial"/>
              <a:cs typeface="Arial"/>
              <a:sym typeface="Arial"/>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08" name="Shape 408"/>
        <p:cNvGrpSpPr/>
        <p:nvPr/>
      </p:nvGrpSpPr>
      <p:grpSpPr>
        <a:xfrm>
          <a:off x="0" y="0"/>
          <a:ext cx="0" cy="0"/>
          <a:chOff x="0" y="0"/>
          <a:chExt cx="0" cy="0"/>
        </a:xfrm>
      </p:grpSpPr>
      <p:sp>
        <p:nvSpPr>
          <p:cNvPr id="409" name="Google Shape;409;p21"/>
          <p:cNvSpPr txBox="1"/>
          <p:nvPr>
            <p:ph type="title"/>
          </p:nvPr>
        </p:nvSpPr>
        <p:spPr>
          <a:xfrm>
            <a:off x="722375" y="384048"/>
            <a:ext cx="7699200" cy="5727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3000"/>
              <a:buNone/>
            </a:pPr>
            <a:r>
              <a:rPr lang="pt-BR">
                <a:solidFill>
                  <a:srgbClr val="C1272D"/>
                </a:solidFill>
              </a:rPr>
              <a:t>ASPECTOS IMPORTANTES DA PROVA</a:t>
            </a:r>
            <a:endParaRPr>
              <a:solidFill>
                <a:srgbClr val="C1272D"/>
              </a:solidFill>
            </a:endParaRPr>
          </a:p>
        </p:txBody>
      </p:sp>
      <p:sp>
        <p:nvSpPr>
          <p:cNvPr id="410" name="Google Shape;410;p21"/>
          <p:cNvSpPr txBox="1"/>
          <p:nvPr>
            <p:ph idx="1" type="subTitle"/>
          </p:nvPr>
        </p:nvSpPr>
        <p:spPr>
          <a:xfrm>
            <a:off x="770950" y="956748"/>
            <a:ext cx="6407475" cy="425003"/>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200"/>
              <a:buNone/>
            </a:pPr>
            <a:r>
              <a:rPr b="1" lang="pt-BR"/>
              <a:t>Exemplos comuns de tempos das provas</a:t>
            </a:r>
            <a:endParaRPr b="1"/>
          </a:p>
        </p:txBody>
      </p:sp>
      <p:sp>
        <p:nvSpPr>
          <p:cNvPr id="411" name="Google Shape;411;p21"/>
          <p:cNvSpPr txBox="1"/>
          <p:nvPr/>
        </p:nvSpPr>
        <p:spPr>
          <a:xfrm>
            <a:off x="770950" y="1735376"/>
            <a:ext cx="7650625" cy="2677616"/>
          </a:xfrm>
          <a:prstGeom prst="rect">
            <a:avLst/>
          </a:prstGeom>
          <a:noFill/>
          <a:ln>
            <a:noFill/>
          </a:ln>
        </p:spPr>
        <p:txBody>
          <a:bodyPr anchorCtr="0" anchor="t" bIns="45700" lIns="91425" spcFirstLastPara="1" rIns="91425" wrap="square" tIns="45700">
            <a:spAutoFit/>
          </a:bodyPr>
          <a:lstStyle/>
          <a:p>
            <a:pPr indent="-285750" lvl="0" marL="285750" marR="0" rtl="0" algn="l">
              <a:lnSpc>
                <a:spcPct val="150000"/>
              </a:lnSpc>
              <a:spcBef>
                <a:spcPts val="0"/>
              </a:spcBef>
              <a:spcAft>
                <a:spcPts val="0"/>
              </a:spcAft>
              <a:buClr>
                <a:schemeClr val="dk1"/>
              </a:buClr>
              <a:buSzPts val="2000"/>
              <a:buFont typeface="Arial"/>
              <a:buChar char="•"/>
            </a:pPr>
            <a:r>
              <a:rPr b="0" i="0" lang="pt-BR" sz="1400" u="none" cap="none" strike="noStrike">
                <a:solidFill>
                  <a:schemeClr val="lt1"/>
                </a:solidFill>
                <a:latin typeface="Work Sans"/>
                <a:ea typeface="Work Sans"/>
                <a:cs typeface="Work Sans"/>
                <a:sym typeface="Work Sans"/>
              </a:rPr>
              <a:t>Há processos seletivos com provas de </a:t>
            </a:r>
            <a:r>
              <a:rPr b="1" i="0" lang="pt-BR" sz="1400" u="none" cap="none" strike="noStrike">
                <a:solidFill>
                  <a:schemeClr val="lt1"/>
                </a:solidFill>
                <a:latin typeface="Work Sans"/>
                <a:ea typeface="Work Sans"/>
                <a:cs typeface="Work Sans"/>
                <a:sym typeface="Work Sans"/>
              </a:rPr>
              <a:t>15 a 20 min</a:t>
            </a:r>
            <a:r>
              <a:rPr b="0" i="0" lang="pt-BR" sz="1400" u="none" cap="none" strike="noStrike">
                <a:solidFill>
                  <a:schemeClr val="lt1"/>
                </a:solidFill>
                <a:latin typeface="Work Sans"/>
                <a:ea typeface="Work Sans"/>
                <a:cs typeface="Work Sans"/>
                <a:sym typeface="Work Sans"/>
              </a:rPr>
              <a:t>, mas há outros com provas de </a:t>
            </a:r>
            <a:r>
              <a:rPr b="1" i="0" lang="pt-BR" sz="1400" u="none" cap="none" strike="noStrike">
                <a:solidFill>
                  <a:schemeClr val="lt1"/>
                </a:solidFill>
                <a:latin typeface="Work Sans"/>
                <a:ea typeface="Work Sans"/>
                <a:cs typeface="Work Sans"/>
                <a:sym typeface="Work Sans"/>
              </a:rPr>
              <a:t>até 1h</a:t>
            </a:r>
            <a:endParaRPr/>
          </a:p>
          <a:p>
            <a:pPr indent="0" lvl="0" marL="0" marR="0" rtl="0" algn="l">
              <a:lnSpc>
                <a:spcPct val="150000"/>
              </a:lnSpc>
              <a:spcBef>
                <a:spcPts val="0"/>
              </a:spcBef>
              <a:spcAft>
                <a:spcPts val="0"/>
              </a:spcAft>
              <a:buNone/>
            </a:pPr>
            <a:r>
              <a:t/>
            </a:r>
            <a:endParaRPr b="1" i="0" sz="1400" u="none" cap="none" strike="noStrike">
              <a:solidFill>
                <a:schemeClr val="lt1"/>
              </a:solidFill>
              <a:latin typeface="Work Sans"/>
              <a:ea typeface="Work Sans"/>
              <a:cs typeface="Work Sans"/>
              <a:sym typeface="Work Sans"/>
            </a:endParaRPr>
          </a:p>
          <a:p>
            <a:pPr indent="-285750" lvl="0" marL="285750" marR="0" rtl="0" algn="l">
              <a:lnSpc>
                <a:spcPct val="150000"/>
              </a:lnSpc>
              <a:spcBef>
                <a:spcPts val="0"/>
              </a:spcBef>
              <a:spcAft>
                <a:spcPts val="0"/>
              </a:spcAft>
              <a:buClr>
                <a:schemeClr val="dk1"/>
              </a:buClr>
              <a:buSzPts val="2000"/>
              <a:buFont typeface="Arial"/>
              <a:buChar char="•"/>
            </a:pPr>
            <a:r>
              <a:rPr b="0" i="0" lang="pt-BR" sz="1400" u="none" cap="none" strike="noStrike">
                <a:solidFill>
                  <a:schemeClr val="lt1"/>
                </a:solidFill>
                <a:latin typeface="Work Sans"/>
                <a:ea typeface="Work Sans"/>
                <a:cs typeface="Work Sans"/>
                <a:sym typeface="Work Sans"/>
              </a:rPr>
              <a:t>Alguns processos seletivos são </a:t>
            </a:r>
            <a:r>
              <a:rPr b="1" i="0" lang="pt-BR" sz="1400" u="none" cap="none" strike="noStrike">
                <a:solidFill>
                  <a:schemeClr val="lt1"/>
                </a:solidFill>
                <a:latin typeface="Work Sans"/>
                <a:ea typeface="Work Sans"/>
                <a:cs typeface="Work Sans"/>
                <a:sym typeface="Work Sans"/>
              </a:rPr>
              <a:t>separados por módulos </a:t>
            </a:r>
            <a:r>
              <a:rPr b="0" i="0" lang="pt-BR" sz="1400" u="none" cap="none" strike="noStrike">
                <a:solidFill>
                  <a:schemeClr val="lt1"/>
                </a:solidFill>
                <a:latin typeface="Work Sans"/>
                <a:ea typeface="Work Sans"/>
                <a:cs typeface="Work Sans"/>
                <a:sym typeface="Work Sans"/>
              </a:rPr>
              <a:t>e você não precisa realizá-los de uma vez (Ex: Bain&amp;Company) </a:t>
            </a:r>
            <a:endParaRPr/>
          </a:p>
          <a:p>
            <a:pPr indent="0" lvl="0" marL="0" marR="0" rtl="0" algn="l">
              <a:lnSpc>
                <a:spcPct val="150000"/>
              </a:lnSpc>
              <a:spcBef>
                <a:spcPts val="0"/>
              </a:spcBef>
              <a:spcAft>
                <a:spcPts val="0"/>
              </a:spcAft>
              <a:buNone/>
            </a:pPr>
            <a:r>
              <a:t/>
            </a:r>
            <a:endParaRPr b="0" i="0" sz="1400" u="none" cap="none" strike="noStrike">
              <a:solidFill>
                <a:schemeClr val="lt1"/>
              </a:solidFill>
              <a:latin typeface="Work Sans"/>
              <a:ea typeface="Work Sans"/>
              <a:cs typeface="Work Sans"/>
              <a:sym typeface="Work Sans"/>
            </a:endParaRPr>
          </a:p>
          <a:p>
            <a:pPr indent="-285750" lvl="0" marL="285750" marR="0" rtl="0" algn="l">
              <a:lnSpc>
                <a:spcPct val="150000"/>
              </a:lnSpc>
              <a:spcBef>
                <a:spcPts val="0"/>
              </a:spcBef>
              <a:spcAft>
                <a:spcPts val="0"/>
              </a:spcAft>
              <a:buClr>
                <a:schemeClr val="dk1"/>
              </a:buClr>
              <a:buSzPts val="2000"/>
              <a:buFont typeface="Arial"/>
              <a:buChar char="•"/>
            </a:pPr>
            <a:r>
              <a:rPr b="0" i="0" lang="pt-BR" sz="1400" u="none" cap="none" strike="noStrike">
                <a:solidFill>
                  <a:schemeClr val="lt1"/>
                </a:solidFill>
                <a:latin typeface="Work Sans"/>
                <a:ea typeface="Work Sans"/>
                <a:cs typeface="Work Sans"/>
                <a:sym typeface="Work Sans"/>
              </a:rPr>
              <a:t>O tempo por questão varia, mas algo entre </a:t>
            </a:r>
            <a:r>
              <a:rPr b="1" i="0" lang="pt-BR" sz="1400" u="none" cap="none" strike="noStrike">
                <a:solidFill>
                  <a:schemeClr val="lt1"/>
                </a:solidFill>
                <a:latin typeface="Work Sans"/>
                <a:ea typeface="Work Sans"/>
                <a:cs typeface="Work Sans"/>
                <a:sym typeface="Work Sans"/>
              </a:rPr>
              <a:t>1 min e 1min30s </a:t>
            </a:r>
            <a:r>
              <a:rPr b="0" i="0" lang="pt-BR" sz="1400" u="none" cap="none" strike="noStrike">
                <a:solidFill>
                  <a:schemeClr val="lt1"/>
                </a:solidFill>
                <a:latin typeface="Work Sans"/>
                <a:ea typeface="Work Sans"/>
                <a:cs typeface="Work Sans"/>
                <a:sym typeface="Work Sans"/>
              </a:rPr>
              <a:t>por questão por questão é comum</a:t>
            </a:r>
            <a:endParaRPr b="0" i="0" sz="1400" u="none" cap="none" strike="noStrike">
              <a:solidFill>
                <a:schemeClr val="lt1"/>
              </a:solidFill>
              <a:latin typeface="Work Sans"/>
              <a:ea typeface="Work Sans"/>
              <a:cs typeface="Work Sans"/>
              <a:sym typeface="Work Sans"/>
            </a:endParaRPr>
          </a:p>
        </p:txBody>
      </p:sp>
      <p:sp>
        <p:nvSpPr>
          <p:cNvPr id="412" name="Google Shape;412;p21"/>
          <p:cNvSpPr txBox="1"/>
          <p:nvPr/>
        </p:nvSpPr>
        <p:spPr>
          <a:xfrm>
            <a:off x="0" y="4825425"/>
            <a:ext cx="4862100" cy="276900"/>
          </a:xfrm>
          <a:prstGeom prst="rect">
            <a:avLst/>
          </a:prstGeom>
          <a:noFill/>
          <a:ln>
            <a:noFill/>
          </a:ln>
        </p:spPr>
        <p:txBody>
          <a:bodyPr anchorCtr="0" anchor="t" bIns="68550" lIns="137125" spcFirstLastPara="1" rIns="137125" wrap="square" tIns="68550">
            <a:spAutoFit/>
          </a:bodyPr>
          <a:lstStyle/>
          <a:p>
            <a:pPr indent="0" lvl="0" marL="0" marR="0" rtl="0" algn="l">
              <a:lnSpc>
                <a:spcPct val="100000"/>
              </a:lnSpc>
              <a:spcBef>
                <a:spcPts val="0"/>
              </a:spcBef>
              <a:spcAft>
                <a:spcPts val="0"/>
              </a:spcAft>
              <a:buClr>
                <a:srgbClr val="000000"/>
              </a:buClr>
              <a:buSzPts val="900"/>
              <a:buFont typeface="Arial"/>
              <a:buNone/>
            </a:pPr>
            <a:r>
              <a:rPr b="1" i="0" lang="pt-BR" sz="900" u="none" cap="none" strike="noStrike">
                <a:solidFill>
                  <a:srgbClr val="000000"/>
                </a:solidFill>
                <a:latin typeface="Arial"/>
                <a:ea typeface="Arial"/>
                <a:cs typeface="Arial"/>
                <a:sym typeface="Arial"/>
              </a:rPr>
              <a:t>Prep4Consulting 2026.</a:t>
            </a:r>
            <a:r>
              <a:rPr b="1" lang="pt-BR" sz="900"/>
              <a:t>2</a:t>
            </a:r>
            <a:r>
              <a:rPr b="1" i="0" lang="pt-BR" sz="900" u="none" cap="none" strike="noStrike">
                <a:solidFill>
                  <a:srgbClr val="000000"/>
                </a:solidFill>
                <a:latin typeface="Arial"/>
                <a:ea typeface="Arial"/>
                <a:cs typeface="Arial"/>
                <a:sym typeface="Arial"/>
              </a:rPr>
              <a:t> </a:t>
            </a:r>
            <a:r>
              <a:rPr b="0" i="0" lang="pt-BR" sz="900" u="none" cap="none" strike="noStrike">
                <a:solidFill>
                  <a:srgbClr val="000000"/>
                </a:solidFill>
                <a:latin typeface="Arial"/>
                <a:ea typeface="Arial"/>
                <a:cs typeface="Arial"/>
                <a:sym typeface="Arial"/>
              </a:rPr>
              <a:t>| GMAT: Estrutura da Prova</a:t>
            </a:r>
            <a:endParaRPr b="0" i="0" sz="900" u="none" cap="none" strike="noStrike">
              <a:solidFill>
                <a:srgbClr val="000000"/>
              </a:solidFill>
              <a:latin typeface="Arial"/>
              <a:ea typeface="Arial"/>
              <a:cs typeface="Arial"/>
              <a:sym typeface="Arial"/>
            </a:endParaRPr>
          </a:p>
        </p:txBody>
      </p:sp>
      <p:sp>
        <p:nvSpPr>
          <p:cNvPr id="413" name="Google Shape;413;p21"/>
          <p:cNvSpPr txBox="1"/>
          <p:nvPr/>
        </p:nvSpPr>
        <p:spPr>
          <a:xfrm>
            <a:off x="4281900" y="4825425"/>
            <a:ext cx="4862100" cy="276900"/>
          </a:xfrm>
          <a:prstGeom prst="rect">
            <a:avLst/>
          </a:prstGeom>
          <a:noFill/>
          <a:ln>
            <a:noFill/>
          </a:ln>
        </p:spPr>
        <p:txBody>
          <a:bodyPr anchorCtr="0" anchor="t" bIns="68550" lIns="137125" spcFirstLastPara="1" rIns="137125" wrap="square" tIns="68550">
            <a:spAutoFit/>
          </a:bodyPr>
          <a:lstStyle/>
          <a:p>
            <a:pPr indent="0" lvl="0" marL="0" marR="0" rtl="0" algn="r">
              <a:lnSpc>
                <a:spcPct val="100000"/>
              </a:lnSpc>
              <a:spcBef>
                <a:spcPts val="0"/>
              </a:spcBef>
              <a:spcAft>
                <a:spcPts val="0"/>
              </a:spcAft>
              <a:buClr>
                <a:srgbClr val="000000"/>
              </a:buClr>
              <a:buSzPts val="900"/>
              <a:buFont typeface="Arial"/>
              <a:buNone/>
            </a:pPr>
            <a:r>
              <a:rPr b="0" i="0" lang="pt-BR" sz="900" u="none" cap="none" strike="noStrike">
                <a:solidFill>
                  <a:srgbClr val="000000"/>
                </a:solidFill>
                <a:latin typeface="Arial"/>
                <a:ea typeface="Arial"/>
                <a:cs typeface="Arial"/>
                <a:sym typeface="Arial"/>
              </a:rPr>
              <a:t>Copyright © 2026 Clube de Consultoria Universitário. All rights reserved.</a:t>
            </a:r>
            <a:endParaRPr b="0" i="0" sz="900" u="none" cap="none" strike="noStrike">
              <a:solidFill>
                <a:srgbClr val="000000"/>
              </a:solidFill>
              <a:latin typeface="Arial"/>
              <a:ea typeface="Arial"/>
              <a:cs typeface="Arial"/>
              <a:sym typeface="Arial"/>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17" name="Shape 417"/>
        <p:cNvGrpSpPr/>
        <p:nvPr/>
      </p:nvGrpSpPr>
      <p:grpSpPr>
        <a:xfrm>
          <a:off x="0" y="0"/>
          <a:ext cx="0" cy="0"/>
          <a:chOff x="0" y="0"/>
          <a:chExt cx="0" cy="0"/>
        </a:xfrm>
      </p:grpSpPr>
      <p:sp>
        <p:nvSpPr>
          <p:cNvPr id="418" name="Google Shape;418;p22"/>
          <p:cNvSpPr txBox="1"/>
          <p:nvPr>
            <p:ph type="title"/>
          </p:nvPr>
        </p:nvSpPr>
        <p:spPr>
          <a:xfrm>
            <a:off x="722375" y="384048"/>
            <a:ext cx="7699200" cy="5727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3000"/>
              <a:buNone/>
            </a:pPr>
            <a:r>
              <a:rPr lang="pt-BR">
                <a:solidFill>
                  <a:srgbClr val="C1272D"/>
                </a:solidFill>
              </a:rPr>
              <a:t>ASPECTOS IMPORTANTES DA PROVA</a:t>
            </a:r>
            <a:endParaRPr>
              <a:solidFill>
                <a:srgbClr val="C1272D"/>
              </a:solidFill>
            </a:endParaRPr>
          </a:p>
        </p:txBody>
      </p:sp>
      <p:sp>
        <p:nvSpPr>
          <p:cNvPr id="419" name="Google Shape;419;p22"/>
          <p:cNvSpPr txBox="1"/>
          <p:nvPr>
            <p:ph idx="1" type="subTitle"/>
          </p:nvPr>
        </p:nvSpPr>
        <p:spPr>
          <a:xfrm>
            <a:off x="770950" y="956748"/>
            <a:ext cx="7249100" cy="425003"/>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200"/>
              <a:buNone/>
            </a:pPr>
            <a:r>
              <a:rPr b="1" lang="pt-BR"/>
              <a:t>Assuntos gerais abordados em cada seção de provas comuns de processo seletivos </a:t>
            </a:r>
            <a:endParaRPr b="1"/>
          </a:p>
        </p:txBody>
      </p:sp>
      <p:sp>
        <p:nvSpPr>
          <p:cNvPr id="420" name="Google Shape;420;p22"/>
          <p:cNvSpPr txBox="1"/>
          <p:nvPr/>
        </p:nvSpPr>
        <p:spPr>
          <a:xfrm>
            <a:off x="798117" y="2032568"/>
            <a:ext cx="7547716" cy="1384954"/>
          </a:xfrm>
          <a:prstGeom prst="rect">
            <a:avLst/>
          </a:prstGeom>
          <a:noFill/>
          <a:ln>
            <a:noFill/>
          </a:ln>
        </p:spPr>
        <p:txBody>
          <a:bodyPr anchorCtr="0" anchor="t" bIns="45700" lIns="91425" spcFirstLastPara="1" rIns="91425" wrap="square" tIns="45700">
            <a:spAutoFit/>
          </a:bodyPr>
          <a:lstStyle/>
          <a:p>
            <a:pPr indent="-285750" lvl="0" marL="285750" marR="0" rtl="0" algn="l">
              <a:lnSpc>
                <a:spcPct val="150000"/>
              </a:lnSpc>
              <a:spcBef>
                <a:spcPts val="0"/>
              </a:spcBef>
              <a:spcAft>
                <a:spcPts val="0"/>
              </a:spcAft>
              <a:buClr>
                <a:srgbClr val="C1272D"/>
              </a:buClr>
              <a:buSzPts val="2000"/>
              <a:buFont typeface="Arial"/>
              <a:buChar char="•"/>
            </a:pPr>
            <a:r>
              <a:rPr b="1" i="0" lang="pt-BR" sz="1400" u="none" cap="none" strike="noStrike">
                <a:solidFill>
                  <a:schemeClr val="lt1"/>
                </a:solidFill>
                <a:latin typeface="Work Sans"/>
                <a:ea typeface="Work Sans"/>
                <a:cs typeface="Work Sans"/>
                <a:sym typeface="Work Sans"/>
              </a:rPr>
              <a:t>Quantitative reasoning </a:t>
            </a:r>
            <a:r>
              <a:rPr b="0" i="0" lang="pt-BR" sz="1400" u="none" cap="none" strike="noStrike">
                <a:solidFill>
                  <a:schemeClr val="lt1"/>
                </a:solidFill>
                <a:latin typeface="Work Sans"/>
                <a:ea typeface="Work Sans"/>
                <a:cs typeface="Work Sans"/>
                <a:sym typeface="Work Sans"/>
              </a:rPr>
              <a:t>terá conteúdo pautado em conceitos de matemática</a:t>
            </a:r>
            <a:endParaRPr/>
          </a:p>
          <a:p>
            <a:pPr indent="0" lvl="0" marL="0" marR="0" rtl="0" algn="l">
              <a:lnSpc>
                <a:spcPct val="150000"/>
              </a:lnSpc>
              <a:spcBef>
                <a:spcPts val="0"/>
              </a:spcBef>
              <a:spcAft>
                <a:spcPts val="0"/>
              </a:spcAft>
              <a:buNone/>
            </a:pPr>
            <a:r>
              <a:t/>
            </a:r>
            <a:endParaRPr b="0" i="0" sz="1400" u="none" cap="none" strike="noStrike">
              <a:solidFill>
                <a:schemeClr val="lt1"/>
              </a:solidFill>
              <a:latin typeface="Work Sans"/>
              <a:ea typeface="Work Sans"/>
              <a:cs typeface="Work Sans"/>
              <a:sym typeface="Work Sans"/>
            </a:endParaRPr>
          </a:p>
          <a:p>
            <a:pPr indent="-285750" lvl="0" marL="285750" marR="0" rtl="0" algn="l">
              <a:lnSpc>
                <a:spcPct val="150000"/>
              </a:lnSpc>
              <a:spcBef>
                <a:spcPts val="0"/>
              </a:spcBef>
              <a:spcAft>
                <a:spcPts val="0"/>
              </a:spcAft>
              <a:buClr>
                <a:srgbClr val="C1272D"/>
              </a:buClr>
              <a:buSzPts val="2000"/>
              <a:buFont typeface="Arial"/>
              <a:buChar char="•"/>
            </a:pPr>
            <a:r>
              <a:rPr b="1" i="0" lang="pt-BR" sz="1400" u="none" cap="none" strike="noStrike">
                <a:solidFill>
                  <a:schemeClr val="lt1"/>
                </a:solidFill>
                <a:latin typeface="Work Sans"/>
                <a:ea typeface="Work Sans"/>
                <a:cs typeface="Work Sans"/>
                <a:sym typeface="Work Sans"/>
              </a:rPr>
              <a:t>Verbal reasoning </a:t>
            </a:r>
            <a:r>
              <a:rPr b="0" i="0" lang="pt-BR" sz="1400" u="none" cap="none" strike="noStrike">
                <a:solidFill>
                  <a:schemeClr val="lt1"/>
                </a:solidFill>
                <a:latin typeface="Work Sans"/>
                <a:ea typeface="Work Sans"/>
                <a:cs typeface="Work Sans"/>
                <a:sym typeface="Work Sans"/>
              </a:rPr>
              <a:t>terá conteúdo pautado em conceitos de interpretação de textos, usualmente em inglês</a:t>
            </a:r>
            <a:endParaRPr b="0" i="0" sz="1400" u="none" cap="none" strike="noStrike">
              <a:solidFill>
                <a:schemeClr val="lt1"/>
              </a:solidFill>
              <a:latin typeface="Work Sans"/>
              <a:ea typeface="Work Sans"/>
              <a:cs typeface="Work Sans"/>
              <a:sym typeface="Work Sans"/>
            </a:endParaRPr>
          </a:p>
        </p:txBody>
      </p:sp>
      <p:sp>
        <p:nvSpPr>
          <p:cNvPr id="421" name="Google Shape;421;p22"/>
          <p:cNvSpPr txBox="1"/>
          <p:nvPr/>
        </p:nvSpPr>
        <p:spPr>
          <a:xfrm>
            <a:off x="0" y="4825425"/>
            <a:ext cx="4862100" cy="276900"/>
          </a:xfrm>
          <a:prstGeom prst="rect">
            <a:avLst/>
          </a:prstGeom>
          <a:noFill/>
          <a:ln>
            <a:noFill/>
          </a:ln>
        </p:spPr>
        <p:txBody>
          <a:bodyPr anchorCtr="0" anchor="t" bIns="68550" lIns="137125" spcFirstLastPara="1" rIns="137125" wrap="square" tIns="68550">
            <a:spAutoFit/>
          </a:bodyPr>
          <a:lstStyle/>
          <a:p>
            <a:pPr indent="0" lvl="0" marL="0" marR="0" rtl="0" algn="l">
              <a:lnSpc>
                <a:spcPct val="100000"/>
              </a:lnSpc>
              <a:spcBef>
                <a:spcPts val="0"/>
              </a:spcBef>
              <a:spcAft>
                <a:spcPts val="0"/>
              </a:spcAft>
              <a:buClr>
                <a:srgbClr val="000000"/>
              </a:buClr>
              <a:buSzPts val="900"/>
              <a:buFont typeface="Arial"/>
              <a:buNone/>
            </a:pPr>
            <a:r>
              <a:rPr b="1" i="0" lang="pt-BR" sz="900" u="none" cap="none" strike="noStrike">
                <a:solidFill>
                  <a:srgbClr val="000000"/>
                </a:solidFill>
                <a:latin typeface="Arial"/>
                <a:ea typeface="Arial"/>
                <a:cs typeface="Arial"/>
                <a:sym typeface="Arial"/>
              </a:rPr>
              <a:t>Prep4Consulting 2026.</a:t>
            </a:r>
            <a:r>
              <a:rPr b="1" lang="pt-BR" sz="900"/>
              <a:t>2</a:t>
            </a:r>
            <a:r>
              <a:rPr b="1" i="0" lang="pt-BR" sz="900" u="none" cap="none" strike="noStrike">
                <a:solidFill>
                  <a:srgbClr val="000000"/>
                </a:solidFill>
                <a:latin typeface="Arial"/>
                <a:ea typeface="Arial"/>
                <a:cs typeface="Arial"/>
                <a:sym typeface="Arial"/>
              </a:rPr>
              <a:t> </a:t>
            </a:r>
            <a:r>
              <a:rPr b="0" i="0" lang="pt-BR" sz="900" u="none" cap="none" strike="noStrike">
                <a:solidFill>
                  <a:srgbClr val="000000"/>
                </a:solidFill>
                <a:latin typeface="Arial"/>
                <a:ea typeface="Arial"/>
                <a:cs typeface="Arial"/>
                <a:sym typeface="Arial"/>
              </a:rPr>
              <a:t>| GMAT: Estrutura da Prova</a:t>
            </a:r>
            <a:endParaRPr b="0" i="0" sz="900" u="none" cap="none" strike="noStrike">
              <a:solidFill>
                <a:srgbClr val="000000"/>
              </a:solidFill>
              <a:latin typeface="Arial"/>
              <a:ea typeface="Arial"/>
              <a:cs typeface="Arial"/>
              <a:sym typeface="Arial"/>
            </a:endParaRPr>
          </a:p>
        </p:txBody>
      </p:sp>
      <p:sp>
        <p:nvSpPr>
          <p:cNvPr id="422" name="Google Shape;422;p22"/>
          <p:cNvSpPr txBox="1"/>
          <p:nvPr/>
        </p:nvSpPr>
        <p:spPr>
          <a:xfrm>
            <a:off x="4281900" y="4825425"/>
            <a:ext cx="4862100" cy="276900"/>
          </a:xfrm>
          <a:prstGeom prst="rect">
            <a:avLst/>
          </a:prstGeom>
          <a:noFill/>
          <a:ln>
            <a:noFill/>
          </a:ln>
        </p:spPr>
        <p:txBody>
          <a:bodyPr anchorCtr="0" anchor="t" bIns="68550" lIns="137125" spcFirstLastPara="1" rIns="137125" wrap="square" tIns="68550">
            <a:spAutoFit/>
          </a:bodyPr>
          <a:lstStyle/>
          <a:p>
            <a:pPr indent="0" lvl="0" marL="0" marR="0" rtl="0" algn="r">
              <a:lnSpc>
                <a:spcPct val="100000"/>
              </a:lnSpc>
              <a:spcBef>
                <a:spcPts val="0"/>
              </a:spcBef>
              <a:spcAft>
                <a:spcPts val="0"/>
              </a:spcAft>
              <a:buClr>
                <a:srgbClr val="000000"/>
              </a:buClr>
              <a:buSzPts val="900"/>
              <a:buFont typeface="Arial"/>
              <a:buNone/>
            </a:pPr>
            <a:r>
              <a:rPr b="0" i="0" lang="pt-BR" sz="900" u="none" cap="none" strike="noStrike">
                <a:solidFill>
                  <a:srgbClr val="000000"/>
                </a:solidFill>
                <a:latin typeface="Arial"/>
                <a:ea typeface="Arial"/>
                <a:cs typeface="Arial"/>
                <a:sym typeface="Arial"/>
              </a:rPr>
              <a:t>Copyright © 2026 Clube de Consultoria Universitário. All rights reserved.</a:t>
            </a:r>
            <a:endParaRPr b="0" i="0" sz="900" u="none" cap="none" strike="noStrike">
              <a:solidFill>
                <a:srgbClr val="000000"/>
              </a:solidFill>
              <a:latin typeface="Arial"/>
              <a:ea typeface="Arial"/>
              <a:cs typeface="Arial"/>
              <a:sym typeface="Arial"/>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26" name="Shape 426"/>
        <p:cNvGrpSpPr/>
        <p:nvPr/>
      </p:nvGrpSpPr>
      <p:grpSpPr>
        <a:xfrm>
          <a:off x="0" y="0"/>
          <a:ext cx="0" cy="0"/>
          <a:chOff x="0" y="0"/>
          <a:chExt cx="0" cy="0"/>
        </a:xfrm>
      </p:grpSpPr>
      <p:pic>
        <p:nvPicPr>
          <p:cNvPr id="427" name="Google Shape;427;p23"/>
          <p:cNvPicPr preferRelativeResize="0"/>
          <p:nvPr/>
        </p:nvPicPr>
        <p:blipFill rotWithShape="1">
          <a:blip r:embed="rId3">
            <a:alphaModFix/>
          </a:blip>
          <a:srcRect b="15625" l="0" r="0" t="0"/>
          <a:stretch/>
        </p:blipFill>
        <p:spPr>
          <a:xfrm>
            <a:off x="0" y="0"/>
            <a:ext cx="9144000" cy="5143500"/>
          </a:xfrm>
          <a:prstGeom prst="rect">
            <a:avLst/>
          </a:prstGeom>
          <a:noFill/>
          <a:ln>
            <a:noFill/>
          </a:ln>
        </p:spPr>
      </p:pic>
      <p:sp>
        <p:nvSpPr>
          <p:cNvPr id="428" name="Google Shape;428;p23"/>
          <p:cNvSpPr txBox="1"/>
          <p:nvPr>
            <p:ph type="title"/>
          </p:nvPr>
        </p:nvSpPr>
        <p:spPr>
          <a:xfrm>
            <a:off x="629524" y="3346125"/>
            <a:ext cx="5085475" cy="951555"/>
          </a:xfrm>
          <a:prstGeom prst="rect">
            <a:avLst/>
          </a:prstGeom>
          <a:solidFill>
            <a:schemeClr val="dk2"/>
          </a:solidFill>
          <a:ln>
            <a:noFill/>
          </a:ln>
        </p:spPr>
        <p:txBody>
          <a:bodyPr anchorCtr="0" anchor="t" bIns="91425" lIns="91425" spcFirstLastPara="1" rIns="91425" wrap="square" tIns="91425">
            <a:noAutofit/>
          </a:bodyPr>
          <a:lstStyle/>
          <a:p>
            <a:pPr indent="0" lvl="0" marL="0" rtl="0" algn="ctr">
              <a:lnSpc>
                <a:spcPct val="100000"/>
              </a:lnSpc>
              <a:spcBef>
                <a:spcPts val="0"/>
              </a:spcBef>
              <a:spcAft>
                <a:spcPts val="0"/>
              </a:spcAft>
              <a:buSzPts val="2800"/>
              <a:buNone/>
            </a:pPr>
            <a:r>
              <a:rPr lang="pt-BR" sz="2400">
                <a:solidFill>
                  <a:schemeClr val="lt1"/>
                </a:solidFill>
              </a:rPr>
              <a:t>EXEMPLOS DE PROVA EM ALGUNS </a:t>
            </a:r>
            <a:r>
              <a:rPr lang="pt-BR" sz="2400">
                <a:solidFill>
                  <a:schemeClr val="dk1"/>
                </a:solidFill>
              </a:rPr>
              <a:t>PROCESSOS SELETIVOS</a:t>
            </a:r>
            <a:endParaRPr sz="2400">
              <a:solidFill>
                <a:schemeClr val="dk1"/>
              </a:solidFill>
            </a:endParaRPr>
          </a:p>
        </p:txBody>
      </p:sp>
      <p:grpSp>
        <p:nvGrpSpPr>
          <p:cNvPr id="429" name="Google Shape;429;p23"/>
          <p:cNvGrpSpPr/>
          <p:nvPr/>
        </p:nvGrpSpPr>
        <p:grpSpPr>
          <a:xfrm>
            <a:off x="0" y="0"/>
            <a:ext cx="9144000" cy="5143500"/>
            <a:chOff x="0" y="0"/>
            <a:chExt cx="9144000" cy="5143500"/>
          </a:xfrm>
        </p:grpSpPr>
        <p:sp>
          <p:nvSpPr>
            <p:cNvPr id="430" name="Google Shape;430;p23"/>
            <p:cNvSpPr/>
            <p:nvPr/>
          </p:nvSpPr>
          <p:spPr>
            <a:xfrm flipH="1" rot="10800000">
              <a:off x="0" y="0"/>
              <a:ext cx="397200" cy="4160700"/>
            </a:xfrm>
            <a:prstGeom prst="rtTriangle">
              <a:avLst/>
            </a:pr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31" name="Google Shape;431;p23"/>
            <p:cNvSpPr/>
            <p:nvPr/>
          </p:nvSpPr>
          <p:spPr>
            <a:xfrm flipH="1">
              <a:off x="8746800" y="982800"/>
              <a:ext cx="397200" cy="4160700"/>
            </a:xfrm>
            <a:prstGeom prst="rtTriangle">
              <a:avLst/>
            </a:pr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432" name="Google Shape;432;p23"/>
          <p:cNvSpPr/>
          <p:nvPr/>
        </p:nvSpPr>
        <p:spPr>
          <a:xfrm>
            <a:off x="4419600" y="2419350"/>
            <a:ext cx="3162300" cy="31623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36" name="Shape 436"/>
        <p:cNvGrpSpPr/>
        <p:nvPr/>
      </p:nvGrpSpPr>
      <p:grpSpPr>
        <a:xfrm>
          <a:off x="0" y="0"/>
          <a:ext cx="0" cy="0"/>
          <a:chOff x="0" y="0"/>
          <a:chExt cx="0" cy="0"/>
        </a:xfrm>
      </p:grpSpPr>
      <p:sp>
        <p:nvSpPr>
          <p:cNvPr id="437" name="Google Shape;437;p24"/>
          <p:cNvSpPr txBox="1"/>
          <p:nvPr>
            <p:ph type="title"/>
          </p:nvPr>
        </p:nvSpPr>
        <p:spPr>
          <a:xfrm>
            <a:off x="722375" y="384050"/>
            <a:ext cx="7211950" cy="5760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3000"/>
              <a:buNone/>
            </a:pPr>
            <a:r>
              <a:rPr lang="pt-BR"/>
              <a:t>ASPECTOS IMPORTANTES DA PROVA</a:t>
            </a:r>
            <a:endParaRPr/>
          </a:p>
        </p:txBody>
      </p:sp>
      <p:sp>
        <p:nvSpPr>
          <p:cNvPr id="438" name="Google Shape;438;p24"/>
          <p:cNvSpPr txBox="1"/>
          <p:nvPr/>
        </p:nvSpPr>
        <p:spPr>
          <a:xfrm>
            <a:off x="0" y="4825425"/>
            <a:ext cx="4862100" cy="276900"/>
          </a:xfrm>
          <a:prstGeom prst="rect">
            <a:avLst/>
          </a:prstGeom>
          <a:noFill/>
          <a:ln>
            <a:noFill/>
          </a:ln>
        </p:spPr>
        <p:txBody>
          <a:bodyPr anchorCtr="0" anchor="t" bIns="68550" lIns="137125" spcFirstLastPara="1" rIns="137125" wrap="square" tIns="68550">
            <a:spAutoFit/>
          </a:bodyPr>
          <a:lstStyle/>
          <a:p>
            <a:pPr indent="0" lvl="0" marL="0" marR="0" rtl="0" algn="l">
              <a:lnSpc>
                <a:spcPct val="100000"/>
              </a:lnSpc>
              <a:spcBef>
                <a:spcPts val="0"/>
              </a:spcBef>
              <a:spcAft>
                <a:spcPts val="0"/>
              </a:spcAft>
              <a:buClr>
                <a:srgbClr val="000000"/>
              </a:buClr>
              <a:buSzPts val="900"/>
              <a:buFont typeface="Arial"/>
              <a:buNone/>
            </a:pPr>
            <a:r>
              <a:rPr b="1" i="0" lang="pt-BR" sz="900" u="none" cap="none" strike="noStrike">
                <a:solidFill>
                  <a:srgbClr val="000000"/>
                </a:solidFill>
                <a:latin typeface="Arial"/>
                <a:ea typeface="Arial"/>
                <a:cs typeface="Arial"/>
                <a:sym typeface="Arial"/>
              </a:rPr>
              <a:t>Prep4Consulting 2026.</a:t>
            </a:r>
            <a:r>
              <a:rPr b="1" lang="pt-BR" sz="900"/>
              <a:t>2</a:t>
            </a:r>
            <a:r>
              <a:rPr b="1" i="0" lang="pt-BR" sz="900" u="none" cap="none" strike="noStrike">
                <a:solidFill>
                  <a:srgbClr val="000000"/>
                </a:solidFill>
                <a:latin typeface="Arial"/>
                <a:ea typeface="Arial"/>
                <a:cs typeface="Arial"/>
                <a:sym typeface="Arial"/>
              </a:rPr>
              <a:t> </a:t>
            </a:r>
            <a:r>
              <a:rPr b="0" i="0" lang="pt-BR" sz="900" u="none" cap="none" strike="noStrike">
                <a:solidFill>
                  <a:srgbClr val="000000"/>
                </a:solidFill>
                <a:latin typeface="Arial"/>
                <a:ea typeface="Arial"/>
                <a:cs typeface="Arial"/>
                <a:sym typeface="Arial"/>
              </a:rPr>
              <a:t>| GMAT: Estrutura da Prova</a:t>
            </a:r>
            <a:endParaRPr b="0" i="0" sz="900" u="none" cap="none" strike="noStrike">
              <a:solidFill>
                <a:srgbClr val="000000"/>
              </a:solidFill>
              <a:latin typeface="Arial"/>
              <a:ea typeface="Arial"/>
              <a:cs typeface="Arial"/>
              <a:sym typeface="Arial"/>
            </a:endParaRPr>
          </a:p>
        </p:txBody>
      </p:sp>
      <p:sp>
        <p:nvSpPr>
          <p:cNvPr id="439" name="Google Shape;439;p24"/>
          <p:cNvSpPr txBox="1"/>
          <p:nvPr/>
        </p:nvSpPr>
        <p:spPr>
          <a:xfrm>
            <a:off x="4281900" y="4825425"/>
            <a:ext cx="4862100" cy="276900"/>
          </a:xfrm>
          <a:prstGeom prst="rect">
            <a:avLst/>
          </a:prstGeom>
          <a:noFill/>
          <a:ln>
            <a:noFill/>
          </a:ln>
        </p:spPr>
        <p:txBody>
          <a:bodyPr anchorCtr="0" anchor="t" bIns="68550" lIns="137125" spcFirstLastPara="1" rIns="137125" wrap="square" tIns="68550">
            <a:spAutoFit/>
          </a:bodyPr>
          <a:lstStyle/>
          <a:p>
            <a:pPr indent="0" lvl="0" marL="0" marR="0" rtl="0" algn="r">
              <a:lnSpc>
                <a:spcPct val="100000"/>
              </a:lnSpc>
              <a:spcBef>
                <a:spcPts val="0"/>
              </a:spcBef>
              <a:spcAft>
                <a:spcPts val="0"/>
              </a:spcAft>
              <a:buClr>
                <a:srgbClr val="000000"/>
              </a:buClr>
              <a:buSzPts val="900"/>
              <a:buFont typeface="Arial"/>
              <a:buNone/>
            </a:pPr>
            <a:r>
              <a:rPr b="0" i="0" lang="pt-BR" sz="900" u="none" cap="none" strike="noStrike">
                <a:solidFill>
                  <a:srgbClr val="000000"/>
                </a:solidFill>
                <a:latin typeface="Arial"/>
                <a:ea typeface="Arial"/>
                <a:cs typeface="Arial"/>
                <a:sym typeface="Arial"/>
              </a:rPr>
              <a:t>Copyright © 2026 Clube de Consultoria Universitário. All rights reserved.</a:t>
            </a:r>
            <a:endParaRPr b="0" i="0" sz="900" u="none" cap="none" strike="noStrike">
              <a:solidFill>
                <a:srgbClr val="000000"/>
              </a:solidFill>
              <a:latin typeface="Arial"/>
              <a:ea typeface="Arial"/>
              <a:cs typeface="Arial"/>
              <a:sym typeface="Arial"/>
            </a:endParaRPr>
          </a:p>
        </p:txBody>
      </p:sp>
      <p:sp>
        <p:nvSpPr>
          <p:cNvPr id="440" name="Google Shape;440;p24"/>
          <p:cNvSpPr/>
          <p:nvPr/>
        </p:nvSpPr>
        <p:spPr>
          <a:xfrm>
            <a:off x="3799414" y="2600269"/>
            <a:ext cx="316242" cy="184148"/>
          </a:xfrm>
          <a:prstGeom prst="chevron">
            <a:avLst>
              <a:gd fmla="val 50000" name="adj"/>
            </a:avLst>
          </a:prstGeom>
          <a:solidFill>
            <a:srgbClr val="00A7D1"/>
          </a:solidFill>
          <a:ln cap="flat" cmpd="sng" w="25400">
            <a:solidFill>
              <a:srgbClr val="00A7D1"/>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chemeClr val="dk1"/>
              </a:solidFill>
              <a:latin typeface="Arial"/>
              <a:ea typeface="Arial"/>
              <a:cs typeface="Arial"/>
              <a:sym typeface="Arial"/>
            </a:endParaRPr>
          </a:p>
        </p:txBody>
      </p:sp>
      <p:pic>
        <p:nvPicPr>
          <p:cNvPr descr="Resultado de imagem para oliver wyman png" id="441" name="Google Shape;441;p24"/>
          <p:cNvPicPr preferRelativeResize="0"/>
          <p:nvPr/>
        </p:nvPicPr>
        <p:blipFill rotWithShape="1">
          <a:blip r:embed="rId3">
            <a:alphaModFix/>
          </a:blip>
          <a:srcRect b="36044" l="9956" r="11272" t="37100"/>
          <a:stretch/>
        </p:blipFill>
        <p:spPr>
          <a:xfrm>
            <a:off x="281103" y="2525390"/>
            <a:ext cx="3158222" cy="367787"/>
          </a:xfrm>
          <a:prstGeom prst="rect">
            <a:avLst/>
          </a:prstGeom>
          <a:noFill/>
          <a:ln>
            <a:noFill/>
          </a:ln>
        </p:spPr>
      </p:pic>
      <p:sp>
        <p:nvSpPr>
          <p:cNvPr id="442" name="Google Shape;442;p24"/>
          <p:cNvSpPr txBox="1"/>
          <p:nvPr/>
        </p:nvSpPr>
        <p:spPr>
          <a:xfrm>
            <a:off x="4722646" y="1694172"/>
            <a:ext cx="4663836" cy="432396"/>
          </a:xfrm>
          <a:prstGeom prst="rect">
            <a:avLst/>
          </a:prstGeom>
          <a:noFill/>
          <a:ln>
            <a:noFill/>
          </a:ln>
        </p:spPr>
        <p:txBody>
          <a:bodyPr anchorCtr="0" anchor="t" bIns="91425" lIns="91425" spcFirstLastPara="1" rIns="91425" wrap="square" tIns="91425">
            <a:spAutoFit/>
          </a:bodyPr>
          <a:lstStyle/>
          <a:p>
            <a:pPr indent="0" lvl="0" marL="0" marR="0" rtl="0" algn="l">
              <a:lnSpc>
                <a:spcPct val="115000"/>
              </a:lnSpc>
              <a:spcBef>
                <a:spcPts val="0"/>
              </a:spcBef>
              <a:spcAft>
                <a:spcPts val="0"/>
              </a:spcAft>
              <a:buClr>
                <a:schemeClr val="dk1"/>
              </a:buClr>
              <a:buSzPts val="1600"/>
              <a:buFont typeface="Arial"/>
              <a:buNone/>
            </a:pPr>
            <a:r>
              <a:rPr b="0" i="0" lang="pt-BR" sz="1400" u="none" cap="none" strike="noStrike">
                <a:solidFill>
                  <a:schemeClr val="lt1"/>
                </a:solidFill>
                <a:latin typeface="Work Sans"/>
                <a:ea typeface="Work Sans"/>
                <a:cs typeface="Work Sans"/>
                <a:sym typeface="Work Sans"/>
              </a:rPr>
              <a:t>Prova: 22 questões | 50 minutos</a:t>
            </a:r>
            <a:endParaRPr b="0" i="0" sz="1400" u="none" cap="none" strike="noStrike">
              <a:solidFill>
                <a:schemeClr val="lt1"/>
              </a:solidFill>
              <a:latin typeface="Work Sans"/>
              <a:ea typeface="Work Sans"/>
              <a:cs typeface="Work Sans"/>
              <a:sym typeface="Work Sans"/>
            </a:endParaRPr>
          </a:p>
        </p:txBody>
      </p:sp>
      <p:sp>
        <p:nvSpPr>
          <p:cNvPr id="443" name="Google Shape;443;p24"/>
          <p:cNvSpPr txBox="1"/>
          <p:nvPr/>
        </p:nvSpPr>
        <p:spPr>
          <a:xfrm>
            <a:off x="4572000" y="2187973"/>
            <a:ext cx="4572000" cy="1345433"/>
          </a:xfrm>
          <a:prstGeom prst="rect">
            <a:avLst/>
          </a:prstGeom>
          <a:noFill/>
          <a:ln>
            <a:noFill/>
          </a:ln>
        </p:spPr>
        <p:txBody>
          <a:bodyPr anchorCtr="0" anchor="t" bIns="45700" lIns="91425" spcFirstLastPara="1" rIns="91425" wrap="square" tIns="45700">
            <a:spAutoFit/>
          </a:bodyPr>
          <a:lstStyle/>
          <a:p>
            <a:pPr indent="-311150" lvl="0" marL="457200" marR="0" rtl="0" algn="l">
              <a:lnSpc>
                <a:spcPct val="115000"/>
              </a:lnSpc>
              <a:spcBef>
                <a:spcPts val="0"/>
              </a:spcBef>
              <a:spcAft>
                <a:spcPts val="0"/>
              </a:spcAft>
              <a:buClr>
                <a:schemeClr val="dk1"/>
              </a:buClr>
              <a:buSzPts val="1300"/>
              <a:buFont typeface="Montserrat"/>
              <a:buChar char="●"/>
            </a:pPr>
            <a:r>
              <a:rPr b="0" i="0" lang="pt-BR" sz="1400" u="none" cap="none" strike="noStrike">
                <a:solidFill>
                  <a:schemeClr val="lt1"/>
                </a:solidFill>
                <a:latin typeface="Work Sans"/>
                <a:ea typeface="Work Sans"/>
                <a:cs typeface="Work Sans"/>
                <a:sym typeface="Work Sans"/>
              </a:rPr>
              <a:t>Problem Solving</a:t>
            </a:r>
            <a:endParaRPr/>
          </a:p>
          <a:p>
            <a:pPr indent="-311150" lvl="0" marL="457200" marR="0" rtl="0" algn="l">
              <a:lnSpc>
                <a:spcPct val="115000"/>
              </a:lnSpc>
              <a:spcBef>
                <a:spcPts val="0"/>
              </a:spcBef>
              <a:spcAft>
                <a:spcPts val="0"/>
              </a:spcAft>
              <a:buClr>
                <a:schemeClr val="dk1"/>
              </a:buClr>
              <a:buSzPts val="1300"/>
              <a:buFont typeface="Montserrat"/>
              <a:buChar char="●"/>
            </a:pPr>
            <a:r>
              <a:rPr b="0" i="0" lang="pt-BR" sz="1400" u="none" cap="none" strike="noStrike">
                <a:solidFill>
                  <a:schemeClr val="lt1"/>
                </a:solidFill>
                <a:latin typeface="Work Sans"/>
                <a:ea typeface="Work Sans"/>
                <a:cs typeface="Work Sans"/>
                <a:sym typeface="Work Sans"/>
              </a:rPr>
              <a:t>Data Sufficiency</a:t>
            </a:r>
            <a:endParaRPr/>
          </a:p>
          <a:p>
            <a:pPr indent="-311150" lvl="0" marL="457200" marR="0" rtl="0" algn="l">
              <a:lnSpc>
                <a:spcPct val="115000"/>
              </a:lnSpc>
              <a:spcBef>
                <a:spcPts val="0"/>
              </a:spcBef>
              <a:spcAft>
                <a:spcPts val="0"/>
              </a:spcAft>
              <a:buClr>
                <a:schemeClr val="dk1"/>
              </a:buClr>
              <a:buSzPts val="1300"/>
              <a:buFont typeface="Montserrat"/>
              <a:buChar char="●"/>
            </a:pPr>
            <a:r>
              <a:rPr b="0" i="0" lang="pt-BR" sz="1400" u="none" cap="none" strike="noStrike">
                <a:solidFill>
                  <a:schemeClr val="lt1"/>
                </a:solidFill>
                <a:latin typeface="Work Sans"/>
                <a:ea typeface="Work Sans"/>
                <a:cs typeface="Work Sans"/>
                <a:sym typeface="Work Sans"/>
              </a:rPr>
              <a:t>Critical Reasoning</a:t>
            </a:r>
            <a:endParaRPr/>
          </a:p>
          <a:p>
            <a:pPr indent="-311150" lvl="0" marL="457200" marR="0" rtl="0" algn="l">
              <a:lnSpc>
                <a:spcPct val="115000"/>
              </a:lnSpc>
              <a:spcBef>
                <a:spcPts val="0"/>
              </a:spcBef>
              <a:spcAft>
                <a:spcPts val="0"/>
              </a:spcAft>
              <a:buClr>
                <a:schemeClr val="dk1"/>
              </a:buClr>
              <a:buSzPts val="1300"/>
              <a:buFont typeface="Montserrat"/>
              <a:buChar char="●"/>
            </a:pPr>
            <a:r>
              <a:rPr b="0" i="0" lang="pt-BR" sz="1400" u="none" cap="none" strike="noStrike">
                <a:solidFill>
                  <a:schemeClr val="lt1"/>
                </a:solidFill>
                <a:latin typeface="Work Sans"/>
                <a:ea typeface="Work Sans"/>
                <a:cs typeface="Work Sans"/>
                <a:sym typeface="Work Sans"/>
              </a:rPr>
              <a:t>Integrated Reasoning</a:t>
            </a:r>
            <a:endParaRPr b="0" i="0" sz="1400" u="none" cap="none" strike="noStrike">
              <a:solidFill>
                <a:schemeClr val="lt1"/>
              </a:solidFill>
              <a:latin typeface="Work Sans"/>
              <a:ea typeface="Work Sans"/>
              <a:cs typeface="Work Sans"/>
              <a:sym typeface="Work Sans"/>
            </a:endParaRPr>
          </a:p>
          <a:p>
            <a:pPr indent="0" lvl="0" marL="146050" marR="0" rtl="0" algn="l">
              <a:lnSpc>
                <a:spcPct val="115000"/>
              </a:lnSpc>
              <a:spcBef>
                <a:spcPts val="0"/>
              </a:spcBef>
              <a:spcAft>
                <a:spcPts val="0"/>
              </a:spcAft>
              <a:buNone/>
            </a:pPr>
            <a:r>
              <a:t/>
            </a:r>
            <a:endParaRPr b="0" i="0" sz="1400" u="none" cap="none" strike="noStrike">
              <a:solidFill>
                <a:schemeClr val="lt1"/>
              </a:solidFill>
              <a:latin typeface="Work Sans"/>
              <a:ea typeface="Work Sans"/>
              <a:cs typeface="Work Sans"/>
              <a:sym typeface="Work Sans"/>
            </a:endParaRPr>
          </a:p>
        </p:txBody>
      </p:sp>
      <p:sp>
        <p:nvSpPr>
          <p:cNvPr id="444" name="Google Shape;444;p24"/>
          <p:cNvSpPr txBox="1"/>
          <p:nvPr/>
        </p:nvSpPr>
        <p:spPr>
          <a:xfrm>
            <a:off x="4722646" y="3418587"/>
            <a:ext cx="4126079" cy="680156"/>
          </a:xfrm>
          <a:prstGeom prst="rect">
            <a:avLst/>
          </a:prstGeom>
          <a:noFill/>
          <a:ln>
            <a:noFill/>
          </a:ln>
        </p:spPr>
        <p:txBody>
          <a:bodyPr anchorCtr="0" anchor="t" bIns="91425" lIns="91425" spcFirstLastPara="1" rIns="91425" wrap="square" tIns="91425">
            <a:spAutoFit/>
          </a:bodyPr>
          <a:lstStyle/>
          <a:p>
            <a:pPr indent="0" lvl="0" marL="0" marR="0" rtl="0" algn="l">
              <a:lnSpc>
                <a:spcPct val="115000"/>
              </a:lnSpc>
              <a:spcBef>
                <a:spcPts val="0"/>
              </a:spcBef>
              <a:spcAft>
                <a:spcPts val="0"/>
              </a:spcAft>
              <a:buClr>
                <a:schemeClr val="dk1"/>
              </a:buClr>
              <a:buSzPts val="1600"/>
              <a:buFont typeface="Arial"/>
              <a:buNone/>
            </a:pPr>
            <a:r>
              <a:rPr b="0" i="0" lang="pt-BR" sz="1400" u="none" cap="none" strike="noStrike">
                <a:solidFill>
                  <a:schemeClr val="lt1"/>
                </a:solidFill>
                <a:latin typeface="Work Sans"/>
                <a:ea typeface="Work Sans"/>
                <a:cs typeface="Work Sans"/>
                <a:sym typeface="Work Sans"/>
              </a:rPr>
              <a:t>A prova fica disponível por 4 dias para a realização</a:t>
            </a:r>
            <a:endParaRPr b="0" i="0" sz="1400" u="none" cap="none" strike="noStrike">
              <a:solidFill>
                <a:schemeClr val="lt1"/>
              </a:solidFill>
              <a:latin typeface="Work Sans"/>
              <a:ea typeface="Work Sans"/>
              <a:cs typeface="Work Sans"/>
              <a:sym typeface="Work Sans"/>
            </a:endParaRPr>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8" name="Shape 448"/>
        <p:cNvGrpSpPr/>
        <p:nvPr/>
      </p:nvGrpSpPr>
      <p:grpSpPr>
        <a:xfrm>
          <a:off x="0" y="0"/>
          <a:ext cx="0" cy="0"/>
          <a:chOff x="0" y="0"/>
          <a:chExt cx="0" cy="0"/>
        </a:xfrm>
      </p:grpSpPr>
      <p:sp>
        <p:nvSpPr>
          <p:cNvPr id="449" name="Google Shape;449;p25"/>
          <p:cNvSpPr txBox="1"/>
          <p:nvPr>
            <p:ph type="title"/>
          </p:nvPr>
        </p:nvSpPr>
        <p:spPr>
          <a:xfrm>
            <a:off x="722375" y="384050"/>
            <a:ext cx="7211950" cy="5760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3000"/>
              <a:buNone/>
            </a:pPr>
            <a:r>
              <a:rPr lang="pt-BR"/>
              <a:t>ASPECTOS IMPORTANTES DA PROVA</a:t>
            </a:r>
            <a:endParaRPr/>
          </a:p>
        </p:txBody>
      </p:sp>
      <p:sp>
        <p:nvSpPr>
          <p:cNvPr id="450" name="Google Shape;450;p25"/>
          <p:cNvSpPr txBox="1"/>
          <p:nvPr/>
        </p:nvSpPr>
        <p:spPr>
          <a:xfrm>
            <a:off x="0" y="4825425"/>
            <a:ext cx="4862100" cy="276900"/>
          </a:xfrm>
          <a:prstGeom prst="rect">
            <a:avLst/>
          </a:prstGeom>
          <a:noFill/>
          <a:ln>
            <a:noFill/>
          </a:ln>
        </p:spPr>
        <p:txBody>
          <a:bodyPr anchorCtr="0" anchor="t" bIns="68550" lIns="137125" spcFirstLastPara="1" rIns="137125" wrap="square" tIns="68550">
            <a:spAutoFit/>
          </a:bodyPr>
          <a:lstStyle/>
          <a:p>
            <a:pPr indent="0" lvl="0" marL="0" marR="0" rtl="0" algn="l">
              <a:lnSpc>
                <a:spcPct val="100000"/>
              </a:lnSpc>
              <a:spcBef>
                <a:spcPts val="0"/>
              </a:spcBef>
              <a:spcAft>
                <a:spcPts val="0"/>
              </a:spcAft>
              <a:buClr>
                <a:srgbClr val="000000"/>
              </a:buClr>
              <a:buSzPts val="900"/>
              <a:buFont typeface="Arial"/>
              <a:buNone/>
            </a:pPr>
            <a:r>
              <a:rPr b="1" i="0" lang="pt-BR" sz="900" u="none" cap="none" strike="noStrike">
                <a:solidFill>
                  <a:srgbClr val="000000"/>
                </a:solidFill>
                <a:latin typeface="Arial"/>
                <a:ea typeface="Arial"/>
                <a:cs typeface="Arial"/>
                <a:sym typeface="Arial"/>
              </a:rPr>
              <a:t>Prep4Consulting 2026.</a:t>
            </a:r>
            <a:r>
              <a:rPr b="1" lang="pt-BR" sz="900"/>
              <a:t>2</a:t>
            </a:r>
            <a:r>
              <a:rPr b="1" i="0" lang="pt-BR" sz="900" u="none" cap="none" strike="noStrike">
                <a:solidFill>
                  <a:srgbClr val="000000"/>
                </a:solidFill>
                <a:latin typeface="Arial"/>
                <a:ea typeface="Arial"/>
                <a:cs typeface="Arial"/>
                <a:sym typeface="Arial"/>
              </a:rPr>
              <a:t> </a:t>
            </a:r>
            <a:r>
              <a:rPr b="0" i="0" lang="pt-BR" sz="900" u="none" cap="none" strike="noStrike">
                <a:solidFill>
                  <a:srgbClr val="000000"/>
                </a:solidFill>
                <a:latin typeface="Arial"/>
                <a:ea typeface="Arial"/>
                <a:cs typeface="Arial"/>
                <a:sym typeface="Arial"/>
              </a:rPr>
              <a:t>| GMAT: Estrutura da Prova</a:t>
            </a:r>
            <a:endParaRPr b="0" i="0" sz="900" u="none" cap="none" strike="noStrike">
              <a:solidFill>
                <a:srgbClr val="000000"/>
              </a:solidFill>
              <a:latin typeface="Arial"/>
              <a:ea typeface="Arial"/>
              <a:cs typeface="Arial"/>
              <a:sym typeface="Arial"/>
            </a:endParaRPr>
          </a:p>
        </p:txBody>
      </p:sp>
      <p:sp>
        <p:nvSpPr>
          <p:cNvPr id="451" name="Google Shape;451;p25"/>
          <p:cNvSpPr txBox="1"/>
          <p:nvPr/>
        </p:nvSpPr>
        <p:spPr>
          <a:xfrm>
            <a:off x="4281900" y="4825425"/>
            <a:ext cx="4862100" cy="276900"/>
          </a:xfrm>
          <a:prstGeom prst="rect">
            <a:avLst/>
          </a:prstGeom>
          <a:noFill/>
          <a:ln>
            <a:noFill/>
          </a:ln>
        </p:spPr>
        <p:txBody>
          <a:bodyPr anchorCtr="0" anchor="t" bIns="68550" lIns="137125" spcFirstLastPara="1" rIns="137125" wrap="square" tIns="68550">
            <a:spAutoFit/>
          </a:bodyPr>
          <a:lstStyle/>
          <a:p>
            <a:pPr indent="0" lvl="0" marL="0" marR="0" rtl="0" algn="r">
              <a:lnSpc>
                <a:spcPct val="100000"/>
              </a:lnSpc>
              <a:spcBef>
                <a:spcPts val="0"/>
              </a:spcBef>
              <a:spcAft>
                <a:spcPts val="0"/>
              </a:spcAft>
              <a:buClr>
                <a:srgbClr val="000000"/>
              </a:buClr>
              <a:buSzPts val="900"/>
              <a:buFont typeface="Arial"/>
              <a:buNone/>
            </a:pPr>
            <a:r>
              <a:rPr b="0" i="0" lang="pt-BR" sz="900" u="none" cap="none" strike="noStrike">
                <a:solidFill>
                  <a:srgbClr val="000000"/>
                </a:solidFill>
                <a:latin typeface="Arial"/>
                <a:ea typeface="Arial"/>
                <a:cs typeface="Arial"/>
                <a:sym typeface="Arial"/>
              </a:rPr>
              <a:t>Copyright © 2026 Clube de Consultoria Universitário. All rights reserved.</a:t>
            </a:r>
            <a:endParaRPr b="0" i="0" sz="900" u="none" cap="none" strike="noStrike">
              <a:solidFill>
                <a:srgbClr val="000000"/>
              </a:solidFill>
              <a:latin typeface="Arial"/>
              <a:ea typeface="Arial"/>
              <a:cs typeface="Arial"/>
              <a:sym typeface="Arial"/>
            </a:endParaRPr>
          </a:p>
        </p:txBody>
      </p:sp>
      <p:sp>
        <p:nvSpPr>
          <p:cNvPr id="452" name="Google Shape;452;p25"/>
          <p:cNvSpPr/>
          <p:nvPr/>
        </p:nvSpPr>
        <p:spPr>
          <a:xfrm>
            <a:off x="3451180" y="2747432"/>
            <a:ext cx="316242" cy="184148"/>
          </a:xfrm>
          <a:prstGeom prst="chevron">
            <a:avLst>
              <a:gd fmla="val 50000" name="adj"/>
            </a:avLst>
          </a:prstGeom>
          <a:solidFill>
            <a:srgbClr val="7030A0"/>
          </a:solidFill>
          <a:ln cap="flat" cmpd="sng" w="25400">
            <a:solidFill>
              <a:srgbClr val="7030A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chemeClr val="dk1"/>
              </a:solidFill>
              <a:latin typeface="Arial"/>
              <a:ea typeface="Arial"/>
              <a:cs typeface="Arial"/>
              <a:sym typeface="Arial"/>
            </a:endParaRPr>
          </a:p>
        </p:txBody>
      </p:sp>
      <p:pic>
        <p:nvPicPr>
          <p:cNvPr id="453" name="Google Shape;453;p25"/>
          <p:cNvPicPr preferRelativeResize="0"/>
          <p:nvPr/>
        </p:nvPicPr>
        <p:blipFill rotWithShape="1">
          <a:blip r:embed="rId3">
            <a:alphaModFix/>
          </a:blip>
          <a:srcRect b="0" l="0" r="0" t="0"/>
          <a:stretch/>
        </p:blipFill>
        <p:spPr>
          <a:xfrm>
            <a:off x="436461" y="2679012"/>
            <a:ext cx="2726445" cy="320987"/>
          </a:xfrm>
          <a:prstGeom prst="rect">
            <a:avLst/>
          </a:prstGeom>
          <a:noFill/>
          <a:ln>
            <a:noFill/>
          </a:ln>
        </p:spPr>
      </p:pic>
      <p:sp>
        <p:nvSpPr>
          <p:cNvPr id="454" name="Google Shape;454;p25"/>
          <p:cNvSpPr txBox="1"/>
          <p:nvPr/>
        </p:nvSpPr>
        <p:spPr>
          <a:xfrm>
            <a:off x="4007172" y="1231862"/>
            <a:ext cx="3649655" cy="432396"/>
          </a:xfrm>
          <a:prstGeom prst="rect">
            <a:avLst/>
          </a:prstGeom>
          <a:noFill/>
          <a:ln>
            <a:noFill/>
          </a:ln>
        </p:spPr>
        <p:txBody>
          <a:bodyPr anchorCtr="0" anchor="t" bIns="91425" lIns="91425" spcFirstLastPara="1" rIns="91425" wrap="square" tIns="91425">
            <a:spAutoFit/>
          </a:bodyPr>
          <a:lstStyle/>
          <a:p>
            <a:pPr indent="0" lvl="0" marL="0" marR="0" rtl="0" algn="l">
              <a:lnSpc>
                <a:spcPct val="115000"/>
              </a:lnSpc>
              <a:spcBef>
                <a:spcPts val="0"/>
              </a:spcBef>
              <a:spcAft>
                <a:spcPts val="0"/>
              </a:spcAft>
              <a:buClr>
                <a:schemeClr val="dk1"/>
              </a:buClr>
              <a:buSzPts val="1600"/>
              <a:buFont typeface="Arial"/>
              <a:buNone/>
            </a:pPr>
            <a:r>
              <a:rPr b="0" i="0" lang="pt-BR" sz="1400" u="none" cap="none" strike="noStrike">
                <a:solidFill>
                  <a:schemeClr val="lt1"/>
                </a:solidFill>
                <a:latin typeface="Work Sans"/>
                <a:ea typeface="Work Sans"/>
                <a:cs typeface="Work Sans"/>
                <a:sym typeface="Work Sans"/>
              </a:rPr>
              <a:t>Prova única: 25 questões | 50 minutos</a:t>
            </a:r>
            <a:endParaRPr b="0" i="0" sz="1400" u="none" cap="none" strike="noStrike">
              <a:solidFill>
                <a:schemeClr val="lt1"/>
              </a:solidFill>
              <a:latin typeface="Work Sans"/>
              <a:ea typeface="Work Sans"/>
              <a:cs typeface="Work Sans"/>
              <a:sym typeface="Work Sans"/>
            </a:endParaRPr>
          </a:p>
        </p:txBody>
      </p:sp>
      <p:sp>
        <p:nvSpPr>
          <p:cNvPr id="455" name="Google Shape;455;p25"/>
          <p:cNvSpPr txBox="1"/>
          <p:nvPr/>
        </p:nvSpPr>
        <p:spPr>
          <a:xfrm>
            <a:off x="3992020" y="1743806"/>
            <a:ext cx="2520000" cy="1175676"/>
          </a:xfrm>
          <a:prstGeom prst="rect">
            <a:avLst/>
          </a:prstGeom>
          <a:noFill/>
          <a:ln>
            <a:noFill/>
          </a:ln>
        </p:spPr>
        <p:txBody>
          <a:bodyPr anchorCtr="0" anchor="t" bIns="91425" lIns="91425" spcFirstLastPara="1" rIns="85950" wrap="square" tIns="91425">
            <a:spAutoFit/>
          </a:bodyPr>
          <a:lstStyle/>
          <a:p>
            <a:pPr indent="-311150" lvl="0" marL="457200" marR="0" rtl="0" algn="l">
              <a:lnSpc>
                <a:spcPct val="115000"/>
              </a:lnSpc>
              <a:spcBef>
                <a:spcPts val="0"/>
              </a:spcBef>
              <a:spcAft>
                <a:spcPts val="0"/>
              </a:spcAft>
              <a:buClr>
                <a:schemeClr val="dk1"/>
              </a:buClr>
              <a:buSzPts val="1300"/>
              <a:buFont typeface="Montserrat"/>
              <a:buChar char="●"/>
            </a:pPr>
            <a:r>
              <a:rPr b="0" i="0" lang="pt-BR" sz="1400" u="none" cap="none" strike="noStrike">
                <a:solidFill>
                  <a:schemeClr val="lt1"/>
                </a:solidFill>
                <a:latin typeface="Work Sans"/>
                <a:ea typeface="Work Sans"/>
                <a:cs typeface="Work Sans"/>
                <a:sym typeface="Work Sans"/>
              </a:rPr>
              <a:t>Problem Solving</a:t>
            </a:r>
            <a:endParaRPr b="0" i="0" sz="1400" u="none" cap="none" strike="noStrike">
              <a:solidFill>
                <a:schemeClr val="lt1"/>
              </a:solidFill>
              <a:latin typeface="Work Sans"/>
              <a:ea typeface="Work Sans"/>
              <a:cs typeface="Work Sans"/>
              <a:sym typeface="Work Sans"/>
            </a:endParaRPr>
          </a:p>
          <a:p>
            <a:pPr indent="-311150" lvl="0" marL="457200" marR="0" rtl="0" algn="l">
              <a:lnSpc>
                <a:spcPct val="115000"/>
              </a:lnSpc>
              <a:spcBef>
                <a:spcPts val="0"/>
              </a:spcBef>
              <a:spcAft>
                <a:spcPts val="0"/>
              </a:spcAft>
              <a:buClr>
                <a:schemeClr val="dk1"/>
              </a:buClr>
              <a:buSzPts val="1300"/>
              <a:buFont typeface="Montserrat"/>
              <a:buChar char="●"/>
            </a:pPr>
            <a:r>
              <a:rPr b="0" i="0" lang="pt-BR" sz="1400" u="none" cap="none" strike="noStrike">
                <a:solidFill>
                  <a:schemeClr val="lt1"/>
                </a:solidFill>
                <a:latin typeface="Work Sans"/>
                <a:ea typeface="Work Sans"/>
                <a:cs typeface="Work Sans"/>
                <a:sym typeface="Work Sans"/>
              </a:rPr>
              <a:t>Data Sufficiency*</a:t>
            </a:r>
            <a:endParaRPr b="0" i="0" sz="1400" u="none" cap="none" strike="noStrike">
              <a:solidFill>
                <a:schemeClr val="lt1"/>
              </a:solidFill>
              <a:latin typeface="Work Sans"/>
              <a:ea typeface="Work Sans"/>
              <a:cs typeface="Work Sans"/>
              <a:sym typeface="Work Sans"/>
            </a:endParaRPr>
          </a:p>
          <a:p>
            <a:pPr indent="-311150" lvl="0" marL="457200" marR="0" rtl="0" algn="l">
              <a:lnSpc>
                <a:spcPct val="115000"/>
              </a:lnSpc>
              <a:spcBef>
                <a:spcPts val="0"/>
              </a:spcBef>
              <a:spcAft>
                <a:spcPts val="0"/>
              </a:spcAft>
              <a:buClr>
                <a:schemeClr val="dk1"/>
              </a:buClr>
              <a:buSzPts val="1300"/>
              <a:buFont typeface="Montserrat"/>
              <a:buChar char="●"/>
            </a:pPr>
            <a:r>
              <a:rPr b="0" i="0" lang="pt-BR" sz="1400" u="none" cap="none" strike="noStrike">
                <a:solidFill>
                  <a:schemeClr val="lt1"/>
                </a:solidFill>
                <a:latin typeface="Work Sans"/>
                <a:ea typeface="Work Sans"/>
                <a:cs typeface="Work Sans"/>
                <a:sym typeface="Work Sans"/>
              </a:rPr>
              <a:t>Critical Reasoning</a:t>
            </a:r>
            <a:endParaRPr b="0" i="0" sz="1400" u="none" cap="none" strike="noStrike">
              <a:solidFill>
                <a:schemeClr val="lt1"/>
              </a:solidFill>
              <a:latin typeface="Work Sans"/>
              <a:ea typeface="Work Sans"/>
              <a:cs typeface="Work Sans"/>
              <a:sym typeface="Work Sans"/>
            </a:endParaRPr>
          </a:p>
          <a:p>
            <a:pPr indent="-311150" lvl="0" marL="457200" marR="0" rtl="0" algn="l">
              <a:lnSpc>
                <a:spcPct val="115000"/>
              </a:lnSpc>
              <a:spcBef>
                <a:spcPts val="0"/>
              </a:spcBef>
              <a:spcAft>
                <a:spcPts val="0"/>
              </a:spcAft>
              <a:buClr>
                <a:schemeClr val="dk1"/>
              </a:buClr>
              <a:buSzPts val="1300"/>
              <a:buFont typeface="Montserrat"/>
              <a:buChar char="●"/>
            </a:pPr>
            <a:r>
              <a:rPr b="0" i="0" lang="pt-BR" sz="1400" u="none" cap="none" strike="noStrike">
                <a:solidFill>
                  <a:schemeClr val="lt1"/>
                </a:solidFill>
                <a:latin typeface="Work Sans"/>
                <a:ea typeface="Work Sans"/>
                <a:cs typeface="Work Sans"/>
                <a:sym typeface="Work Sans"/>
              </a:rPr>
              <a:t>Business Case Test</a:t>
            </a:r>
            <a:endParaRPr/>
          </a:p>
        </p:txBody>
      </p:sp>
      <p:sp>
        <p:nvSpPr>
          <p:cNvPr id="456" name="Google Shape;456;p25"/>
          <p:cNvSpPr txBox="1"/>
          <p:nvPr/>
        </p:nvSpPr>
        <p:spPr>
          <a:xfrm>
            <a:off x="4007172" y="3211823"/>
            <a:ext cx="2520000" cy="680156"/>
          </a:xfrm>
          <a:prstGeom prst="rect">
            <a:avLst/>
          </a:prstGeom>
          <a:noFill/>
          <a:ln>
            <a:noFill/>
          </a:ln>
        </p:spPr>
        <p:txBody>
          <a:bodyPr anchorCtr="0" anchor="t" bIns="91425" lIns="91425" spcFirstLastPara="1" rIns="85950" wrap="square" tIns="91425">
            <a:spAutoFit/>
          </a:bodyPr>
          <a:lstStyle/>
          <a:p>
            <a:pPr indent="-311150" lvl="0" marL="457200" marR="0" rtl="0" algn="l">
              <a:lnSpc>
                <a:spcPct val="115000"/>
              </a:lnSpc>
              <a:spcBef>
                <a:spcPts val="0"/>
              </a:spcBef>
              <a:spcAft>
                <a:spcPts val="0"/>
              </a:spcAft>
              <a:buClr>
                <a:schemeClr val="dk1"/>
              </a:buClr>
              <a:buSzPts val="1300"/>
              <a:buFont typeface="Montserrat"/>
              <a:buChar char="●"/>
            </a:pPr>
            <a:r>
              <a:rPr b="0" i="0" lang="pt-BR" sz="1400" u="none" cap="none" strike="noStrike">
                <a:solidFill>
                  <a:schemeClr val="lt1"/>
                </a:solidFill>
                <a:latin typeface="Work Sans"/>
                <a:ea typeface="Work Sans"/>
                <a:cs typeface="Work Sans"/>
                <a:sym typeface="Work Sans"/>
              </a:rPr>
              <a:t>Compreensão de texto em inglês</a:t>
            </a:r>
            <a:endParaRPr b="0" i="0" sz="1400" u="none" cap="none" strike="noStrike">
              <a:solidFill>
                <a:schemeClr val="lt1"/>
              </a:solidFill>
              <a:latin typeface="Work Sans"/>
              <a:ea typeface="Work Sans"/>
              <a:cs typeface="Work Sans"/>
              <a:sym typeface="Work Sans"/>
            </a:endParaRPr>
          </a:p>
        </p:txBody>
      </p:sp>
      <p:sp>
        <p:nvSpPr>
          <p:cNvPr id="457" name="Google Shape;457;p25"/>
          <p:cNvSpPr txBox="1"/>
          <p:nvPr/>
        </p:nvSpPr>
        <p:spPr>
          <a:xfrm>
            <a:off x="7088567" y="2025960"/>
            <a:ext cx="1691515" cy="432396"/>
          </a:xfrm>
          <a:prstGeom prst="rect">
            <a:avLst/>
          </a:prstGeom>
          <a:noFill/>
          <a:ln>
            <a:noFill/>
          </a:ln>
        </p:spPr>
        <p:txBody>
          <a:bodyPr anchorCtr="0" anchor="t" bIns="91425" lIns="91425" spcFirstLastPara="1" rIns="85950" wrap="square" tIns="91425">
            <a:spAutoFit/>
          </a:bodyPr>
          <a:lstStyle/>
          <a:p>
            <a:pPr indent="0" lvl="0" marL="146050" marR="0" rtl="0" algn="l">
              <a:lnSpc>
                <a:spcPct val="115000"/>
              </a:lnSpc>
              <a:spcBef>
                <a:spcPts val="0"/>
              </a:spcBef>
              <a:spcAft>
                <a:spcPts val="0"/>
              </a:spcAft>
              <a:buClr>
                <a:srgbClr val="000000"/>
              </a:buClr>
              <a:buSzPts val="1600"/>
              <a:buFont typeface="Arial"/>
              <a:buNone/>
            </a:pPr>
            <a:r>
              <a:rPr b="0" i="0" lang="pt-BR" sz="1400" u="none" cap="none" strike="noStrike">
                <a:solidFill>
                  <a:schemeClr val="lt1"/>
                </a:solidFill>
                <a:latin typeface="Work Sans"/>
                <a:ea typeface="Work Sans"/>
                <a:cs typeface="Work Sans"/>
                <a:sym typeface="Work Sans"/>
              </a:rPr>
              <a:t>19 questões</a:t>
            </a:r>
            <a:endParaRPr b="0" i="0" sz="1400" u="none" cap="none" strike="noStrike">
              <a:solidFill>
                <a:schemeClr val="lt1"/>
              </a:solidFill>
              <a:latin typeface="Work Sans"/>
              <a:ea typeface="Work Sans"/>
              <a:cs typeface="Work Sans"/>
              <a:sym typeface="Work Sans"/>
            </a:endParaRPr>
          </a:p>
        </p:txBody>
      </p:sp>
      <p:sp>
        <p:nvSpPr>
          <p:cNvPr id="458" name="Google Shape;458;p25"/>
          <p:cNvSpPr txBox="1"/>
          <p:nvPr/>
        </p:nvSpPr>
        <p:spPr>
          <a:xfrm>
            <a:off x="7088567" y="3335703"/>
            <a:ext cx="1691515" cy="432396"/>
          </a:xfrm>
          <a:prstGeom prst="rect">
            <a:avLst/>
          </a:prstGeom>
          <a:noFill/>
          <a:ln>
            <a:noFill/>
          </a:ln>
        </p:spPr>
        <p:txBody>
          <a:bodyPr anchorCtr="0" anchor="t" bIns="91425" lIns="91425" spcFirstLastPara="1" rIns="85950" wrap="square" tIns="91425">
            <a:spAutoFit/>
          </a:bodyPr>
          <a:lstStyle/>
          <a:p>
            <a:pPr indent="0" lvl="0" marL="146050" marR="0" rtl="0" algn="l">
              <a:lnSpc>
                <a:spcPct val="115000"/>
              </a:lnSpc>
              <a:spcBef>
                <a:spcPts val="0"/>
              </a:spcBef>
              <a:spcAft>
                <a:spcPts val="0"/>
              </a:spcAft>
              <a:buClr>
                <a:srgbClr val="000000"/>
              </a:buClr>
              <a:buSzPts val="1600"/>
              <a:buFont typeface="Arial"/>
              <a:buNone/>
            </a:pPr>
            <a:r>
              <a:rPr b="0" i="0" lang="pt-BR" sz="1400" u="none" cap="none" strike="noStrike">
                <a:solidFill>
                  <a:schemeClr val="lt1"/>
                </a:solidFill>
                <a:latin typeface="Work Sans"/>
                <a:ea typeface="Work Sans"/>
                <a:cs typeface="Work Sans"/>
                <a:sym typeface="Work Sans"/>
              </a:rPr>
              <a:t>6 questões</a:t>
            </a:r>
            <a:endParaRPr b="0" i="0" sz="1400" u="none" cap="none" strike="noStrike">
              <a:solidFill>
                <a:schemeClr val="lt1"/>
              </a:solidFill>
              <a:latin typeface="Work Sans"/>
              <a:ea typeface="Work Sans"/>
              <a:cs typeface="Work Sans"/>
              <a:sym typeface="Work Sans"/>
            </a:endParaRPr>
          </a:p>
        </p:txBody>
      </p:sp>
      <p:sp>
        <p:nvSpPr>
          <p:cNvPr id="459" name="Google Shape;459;p25"/>
          <p:cNvSpPr/>
          <p:nvPr/>
        </p:nvSpPr>
        <p:spPr>
          <a:xfrm>
            <a:off x="6527172" y="2143574"/>
            <a:ext cx="316242" cy="184148"/>
          </a:xfrm>
          <a:prstGeom prst="chevron">
            <a:avLst>
              <a:gd fmla="val 50000" name="adj"/>
            </a:avLst>
          </a:prstGeom>
          <a:solidFill>
            <a:srgbClr val="7030A0"/>
          </a:solidFill>
          <a:ln cap="flat" cmpd="sng" w="25400">
            <a:solidFill>
              <a:srgbClr val="7030A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chemeClr val="dk1"/>
              </a:solidFill>
              <a:latin typeface="Arial"/>
              <a:ea typeface="Arial"/>
              <a:cs typeface="Arial"/>
              <a:sym typeface="Arial"/>
            </a:endParaRPr>
          </a:p>
        </p:txBody>
      </p:sp>
      <p:sp>
        <p:nvSpPr>
          <p:cNvPr id="460" name="Google Shape;460;p25"/>
          <p:cNvSpPr/>
          <p:nvPr/>
        </p:nvSpPr>
        <p:spPr>
          <a:xfrm>
            <a:off x="6527172" y="3432471"/>
            <a:ext cx="316242" cy="184148"/>
          </a:xfrm>
          <a:prstGeom prst="chevron">
            <a:avLst>
              <a:gd fmla="val 50000" name="adj"/>
            </a:avLst>
          </a:prstGeom>
          <a:solidFill>
            <a:srgbClr val="7030A0"/>
          </a:solidFill>
          <a:ln cap="flat" cmpd="sng" w="25400">
            <a:solidFill>
              <a:srgbClr val="7030A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chemeClr val="dk1"/>
              </a:solidFill>
              <a:latin typeface="Arial"/>
              <a:ea typeface="Arial"/>
              <a:cs typeface="Arial"/>
              <a:sym typeface="Arial"/>
            </a:endParaRPr>
          </a:p>
        </p:txBody>
      </p:sp>
      <p:sp>
        <p:nvSpPr>
          <p:cNvPr id="461" name="Google Shape;461;p25"/>
          <p:cNvSpPr txBox="1"/>
          <p:nvPr/>
        </p:nvSpPr>
        <p:spPr>
          <a:xfrm>
            <a:off x="4179721" y="3976808"/>
            <a:ext cx="4126079" cy="680156"/>
          </a:xfrm>
          <a:prstGeom prst="rect">
            <a:avLst/>
          </a:prstGeom>
          <a:noFill/>
          <a:ln>
            <a:noFill/>
          </a:ln>
        </p:spPr>
        <p:txBody>
          <a:bodyPr anchorCtr="0" anchor="t" bIns="91425" lIns="91425" spcFirstLastPara="1" rIns="91425" wrap="square" tIns="91425">
            <a:spAutoFit/>
          </a:bodyPr>
          <a:lstStyle/>
          <a:p>
            <a:pPr indent="0" lvl="0" marL="0" marR="0" rtl="0" algn="l">
              <a:lnSpc>
                <a:spcPct val="115000"/>
              </a:lnSpc>
              <a:spcBef>
                <a:spcPts val="0"/>
              </a:spcBef>
              <a:spcAft>
                <a:spcPts val="0"/>
              </a:spcAft>
              <a:buClr>
                <a:schemeClr val="dk1"/>
              </a:buClr>
              <a:buSzPts val="1600"/>
              <a:buFont typeface="Arial"/>
              <a:buNone/>
            </a:pPr>
            <a:r>
              <a:rPr b="0" i="0" lang="pt-BR" sz="1400" u="none" cap="none" strike="noStrike">
                <a:solidFill>
                  <a:schemeClr val="lt1"/>
                </a:solidFill>
                <a:latin typeface="Work Sans"/>
                <a:ea typeface="Work Sans"/>
                <a:cs typeface="Work Sans"/>
                <a:sym typeface="Work Sans"/>
              </a:rPr>
              <a:t>A prova fica disponível por 5 dias para a realização</a:t>
            </a:r>
            <a:endParaRPr b="0" i="0" sz="1400" u="none" cap="none" strike="noStrike">
              <a:solidFill>
                <a:schemeClr val="lt1"/>
              </a:solidFill>
              <a:latin typeface="Work Sans"/>
              <a:ea typeface="Work Sans"/>
              <a:cs typeface="Work Sans"/>
              <a:sym typeface="Work Sans"/>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65" name="Shape 465"/>
        <p:cNvGrpSpPr/>
        <p:nvPr/>
      </p:nvGrpSpPr>
      <p:grpSpPr>
        <a:xfrm>
          <a:off x="0" y="0"/>
          <a:ext cx="0" cy="0"/>
          <a:chOff x="0" y="0"/>
          <a:chExt cx="0" cy="0"/>
        </a:xfrm>
      </p:grpSpPr>
      <p:sp>
        <p:nvSpPr>
          <p:cNvPr id="466" name="Google Shape;466;g3f554ed0205_0_0"/>
          <p:cNvSpPr txBox="1"/>
          <p:nvPr>
            <p:ph type="title"/>
          </p:nvPr>
        </p:nvSpPr>
        <p:spPr>
          <a:xfrm>
            <a:off x="722375" y="384050"/>
            <a:ext cx="5052900" cy="5760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67" name="Google Shape;467;g3f554ed0205_0_0"/>
          <p:cNvSpPr txBox="1"/>
          <p:nvPr>
            <p:ph idx="1" type="body"/>
          </p:nvPr>
        </p:nvSpPr>
        <p:spPr>
          <a:xfrm>
            <a:off x="965025" y="1638050"/>
            <a:ext cx="3549900" cy="18183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68" name="Google Shape;468;g3f554ed0205_0_0"/>
          <p:cNvSpPr/>
          <p:nvPr>
            <p:ph idx="2" type="pic"/>
          </p:nvPr>
        </p:nvSpPr>
        <p:spPr>
          <a:xfrm>
            <a:off x="6183025" y="125"/>
            <a:ext cx="2344800" cy="5143500"/>
          </a:xfrm>
          <a:prstGeom prst="parallelogram">
            <a:avLst>
              <a:gd fmla="val 25000" name="adj"/>
            </a:avLst>
          </a:prstGeom>
        </p:spPr>
      </p:sp>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2" name="Shape 472"/>
        <p:cNvGrpSpPr/>
        <p:nvPr/>
      </p:nvGrpSpPr>
      <p:grpSpPr>
        <a:xfrm>
          <a:off x="0" y="0"/>
          <a:ext cx="0" cy="0"/>
          <a:chOff x="0" y="0"/>
          <a:chExt cx="0" cy="0"/>
        </a:xfrm>
      </p:grpSpPr>
      <p:sp>
        <p:nvSpPr>
          <p:cNvPr id="473" name="Google Shape;473;p26"/>
          <p:cNvSpPr txBox="1"/>
          <p:nvPr>
            <p:ph type="title"/>
          </p:nvPr>
        </p:nvSpPr>
        <p:spPr>
          <a:xfrm>
            <a:off x="722375" y="384050"/>
            <a:ext cx="7211950" cy="5760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3000"/>
              <a:buNone/>
            </a:pPr>
            <a:r>
              <a:rPr lang="pt-BR"/>
              <a:t>ASPECTOS IMPORTANTES DA PROVA</a:t>
            </a:r>
            <a:endParaRPr/>
          </a:p>
        </p:txBody>
      </p:sp>
      <p:sp>
        <p:nvSpPr>
          <p:cNvPr id="474" name="Google Shape;474;p26"/>
          <p:cNvSpPr txBox="1"/>
          <p:nvPr/>
        </p:nvSpPr>
        <p:spPr>
          <a:xfrm>
            <a:off x="0" y="4825425"/>
            <a:ext cx="4862100" cy="276900"/>
          </a:xfrm>
          <a:prstGeom prst="rect">
            <a:avLst/>
          </a:prstGeom>
          <a:noFill/>
          <a:ln>
            <a:noFill/>
          </a:ln>
        </p:spPr>
        <p:txBody>
          <a:bodyPr anchorCtr="0" anchor="t" bIns="68550" lIns="137125" spcFirstLastPara="1" rIns="137125" wrap="square" tIns="68550">
            <a:spAutoFit/>
          </a:bodyPr>
          <a:lstStyle/>
          <a:p>
            <a:pPr indent="0" lvl="0" marL="0" marR="0" rtl="0" algn="l">
              <a:lnSpc>
                <a:spcPct val="100000"/>
              </a:lnSpc>
              <a:spcBef>
                <a:spcPts val="0"/>
              </a:spcBef>
              <a:spcAft>
                <a:spcPts val="0"/>
              </a:spcAft>
              <a:buClr>
                <a:srgbClr val="000000"/>
              </a:buClr>
              <a:buSzPts val="900"/>
              <a:buFont typeface="Arial"/>
              <a:buNone/>
            </a:pPr>
            <a:r>
              <a:rPr b="1" i="0" lang="pt-BR" sz="900" u="none" cap="none" strike="noStrike">
                <a:solidFill>
                  <a:srgbClr val="000000"/>
                </a:solidFill>
                <a:latin typeface="Arial"/>
                <a:ea typeface="Arial"/>
                <a:cs typeface="Arial"/>
                <a:sym typeface="Arial"/>
              </a:rPr>
              <a:t>Prep4Consulting 2026.</a:t>
            </a:r>
            <a:r>
              <a:rPr b="1" lang="pt-BR" sz="900"/>
              <a:t>2</a:t>
            </a:r>
            <a:r>
              <a:rPr b="1" i="0" lang="pt-BR" sz="900" u="none" cap="none" strike="noStrike">
                <a:solidFill>
                  <a:srgbClr val="000000"/>
                </a:solidFill>
                <a:latin typeface="Arial"/>
                <a:ea typeface="Arial"/>
                <a:cs typeface="Arial"/>
                <a:sym typeface="Arial"/>
              </a:rPr>
              <a:t> </a:t>
            </a:r>
            <a:r>
              <a:rPr b="0" i="0" lang="pt-BR" sz="900" u="none" cap="none" strike="noStrike">
                <a:solidFill>
                  <a:srgbClr val="000000"/>
                </a:solidFill>
                <a:latin typeface="Arial"/>
                <a:ea typeface="Arial"/>
                <a:cs typeface="Arial"/>
                <a:sym typeface="Arial"/>
              </a:rPr>
              <a:t>| GMAT: Estrutura da Prova</a:t>
            </a:r>
            <a:endParaRPr b="0" i="0" sz="900" u="none" cap="none" strike="noStrike">
              <a:solidFill>
                <a:srgbClr val="000000"/>
              </a:solidFill>
              <a:latin typeface="Arial"/>
              <a:ea typeface="Arial"/>
              <a:cs typeface="Arial"/>
              <a:sym typeface="Arial"/>
            </a:endParaRPr>
          </a:p>
        </p:txBody>
      </p:sp>
      <p:sp>
        <p:nvSpPr>
          <p:cNvPr id="475" name="Google Shape;475;p26"/>
          <p:cNvSpPr txBox="1"/>
          <p:nvPr/>
        </p:nvSpPr>
        <p:spPr>
          <a:xfrm>
            <a:off x="4281900" y="4825425"/>
            <a:ext cx="4862100" cy="276900"/>
          </a:xfrm>
          <a:prstGeom prst="rect">
            <a:avLst/>
          </a:prstGeom>
          <a:noFill/>
          <a:ln>
            <a:noFill/>
          </a:ln>
        </p:spPr>
        <p:txBody>
          <a:bodyPr anchorCtr="0" anchor="t" bIns="68550" lIns="137125" spcFirstLastPara="1" rIns="137125" wrap="square" tIns="68550">
            <a:spAutoFit/>
          </a:bodyPr>
          <a:lstStyle/>
          <a:p>
            <a:pPr indent="0" lvl="0" marL="0" marR="0" rtl="0" algn="r">
              <a:lnSpc>
                <a:spcPct val="100000"/>
              </a:lnSpc>
              <a:spcBef>
                <a:spcPts val="0"/>
              </a:spcBef>
              <a:spcAft>
                <a:spcPts val="0"/>
              </a:spcAft>
              <a:buClr>
                <a:srgbClr val="000000"/>
              </a:buClr>
              <a:buSzPts val="900"/>
              <a:buFont typeface="Arial"/>
              <a:buNone/>
            </a:pPr>
            <a:r>
              <a:rPr b="0" i="0" lang="pt-BR" sz="900" u="none" cap="none" strike="noStrike">
                <a:solidFill>
                  <a:srgbClr val="000000"/>
                </a:solidFill>
                <a:latin typeface="Arial"/>
                <a:ea typeface="Arial"/>
                <a:cs typeface="Arial"/>
                <a:sym typeface="Arial"/>
              </a:rPr>
              <a:t>Copyright © 2026 Clube de Consultoria Universitário. All rights reserved.</a:t>
            </a:r>
            <a:endParaRPr b="0" i="0" sz="900" u="none" cap="none" strike="noStrike">
              <a:solidFill>
                <a:srgbClr val="000000"/>
              </a:solidFill>
              <a:latin typeface="Arial"/>
              <a:ea typeface="Arial"/>
              <a:cs typeface="Arial"/>
              <a:sym typeface="Arial"/>
            </a:endParaRPr>
          </a:p>
        </p:txBody>
      </p:sp>
      <p:sp>
        <p:nvSpPr>
          <p:cNvPr id="476" name="Google Shape;476;p26"/>
          <p:cNvSpPr/>
          <p:nvPr/>
        </p:nvSpPr>
        <p:spPr>
          <a:xfrm>
            <a:off x="6290856" y="3201518"/>
            <a:ext cx="316242" cy="184148"/>
          </a:xfrm>
          <a:prstGeom prst="chevron">
            <a:avLst>
              <a:gd fmla="val 50000" name="adj"/>
            </a:avLst>
          </a:prstGeom>
          <a:solidFill>
            <a:srgbClr val="177B57"/>
          </a:solidFill>
          <a:ln cap="flat" cmpd="sng" w="25400">
            <a:solidFill>
              <a:srgbClr val="177B57"/>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chemeClr val="dk1"/>
              </a:solidFill>
              <a:latin typeface="Arial"/>
              <a:ea typeface="Arial"/>
              <a:cs typeface="Arial"/>
              <a:sym typeface="Arial"/>
            </a:endParaRPr>
          </a:p>
        </p:txBody>
      </p:sp>
      <p:sp>
        <p:nvSpPr>
          <p:cNvPr id="477" name="Google Shape;477;p26"/>
          <p:cNvSpPr/>
          <p:nvPr/>
        </p:nvSpPr>
        <p:spPr>
          <a:xfrm>
            <a:off x="6290856" y="2184401"/>
            <a:ext cx="316242" cy="184148"/>
          </a:xfrm>
          <a:prstGeom prst="chevron">
            <a:avLst>
              <a:gd fmla="val 50000" name="adj"/>
            </a:avLst>
          </a:prstGeom>
          <a:solidFill>
            <a:srgbClr val="177B57"/>
          </a:solidFill>
          <a:ln cap="flat" cmpd="sng" w="25400">
            <a:solidFill>
              <a:srgbClr val="177B57"/>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chemeClr val="dk1"/>
              </a:solidFill>
              <a:latin typeface="Arial"/>
              <a:ea typeface="Arial"/>
              <a:cs typeface="Arial"/>
              <a:sym typeface="Arial"/>
            </a:endParaRPr>
          </a:p>
        </p:txBody>
      </p:sp>
      <p:sp>
        <p:nvSpPr>
          <p:cNvPr id="478" name="Google Shape;478;p26"/>
          <p:cNvSpPr/>
          <p:nvPr/>
        </p:nvSpPr>
        <p:spPr>
          <a:xfrm>
            <a:off x="6290856" y="2692959"/>
            <a:ext cx="316242" cy="184148"/>
          </a:xfrm>
          <a:prstGeom prst="chevron">
            <a:avLst>
              <a:gd fmla="val 50000" name="adj"/>
            </a:avLst>
          </a:prstGeom>
          <a:solidFill>
            <a:srgbClr val="177B57"/>
          </a:solidFill>
          <a:ln cap="flat" cmpd="sng" w="25400">
            <a:solidFill>
              <a:srgbClr val="177B57"/>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chemeClr val="dk1"/>
              </a:solidFill>
              <a:latin typeface="Arial"/>
              <a:ea typeface="Arial"/>
              <a:cs typeface="Arial"/>
              <a:sym typeface="Arial"/>
            </a:endParaRPr>
          </a:p>
        </p:txBody>
      </p:sp>
      <p:pic>
        <p:nvPicPr>
          <p:cNvPr descr="Relatório Anual 2019" id="479" name="Google Shape;479;p26"/>
          <p:cNvPicPr preferRelativeResize="0"/>
          <p:nvPr/>
        </p:nvPicPr>
        <p:blipFill rotWithShape="1">
          <a:blip r:embed="rId3">
            <a:alphaModFix/>
          </a:blip>
          <a:srcRect b="19314" l="12144" r="10748" t="25066"/>
          <a:stretch/>
        </p:blipFill>
        <p:spPr>
          <a:xfrm>
            <a:off x="147360" y="2288121"/>
            <a:ext cx="2452524" cy="1209233"/>
          </a:xfrm>
          <a:prstGeom prst="rect">
            <a:avLst/>
          </a:prstGeom>
          <a:noFill/>
          <a:ln>
            <a:noFill/>
          </a:ln>
        </p:spPr>
      </p:pic>
      <p:sp>
        <p:nvSpPr>
          <p:cNvPr id="480" name="Google Shape;480;p26"/>
          <p:cNvSpPr txBox="1"/>
          <p:nvPr/>
        </p:nvSpPr>
        <p:spPr>
          <a:xfrm>
            <a:off x="3278066" y="1378657"/>
            <a:ext cx="4338903" cy="432396"/>
          </a:xfrm>
          <a:prstGeom prst="rect">
            <a:avLst/>
          </a:prstGeom>
          <a:noFill/>
          <a:ln>
            <a:noFill/>
          </a:ln>
        </p:spPr>
        <p:txBody>
          <a:bodyPr anchorCtr="0" anchor="t" bIns="91425" lIns="91425" spcFirstLastPara="1" rIns="91425" wrap="square" tIns="91425">
            <a:spAutoFit/>
          </a:bodyPr>
          <a:lstStyle/>
          <a:p>
            <a:pPr indent="0" lvl="0" marL="0" marR="0" rtl="0" algn="l">
              <a:lnSpc>
                <a:spcPct val="115000"/>
              </a:lnSpc>
              <a:spcBef>
                <a:spcPts val="0"/>
              </a:spcBef>
              <a:spcAft>
                <a:spcPts val="0"/>
              </a:spcAft>
              <a:buClr>
                <a:schemeClr val="dk1"/>
              </a:buClr>
              <a:buSzPts val="1600"/>
              <a:buFont typeface="Arial"/>
              <a:buNone/>
            </a:pPr>
            <a:r>
              <a:rPr b="0" i="0" lang="pt-BR" sz="1400" u="none" cap="none" strike="noStrike">
                <a:solidFill>
                  <a:schemeClr val="lt1"/>
                </a:solidFill>
                <a:latin typeface="Work Sans"/>
                <a:ea typeface="Work Sans"/>
                <a:cs typeface="Work Sans"/>
                <a:sym typeface="Work Sans"/>
              </a:rPr>
              <a:t>Prova conjunta: 62 questões | 75 minutos</a:t>
            </a:r>
            <a:endParaRPr b="0" i="0" sz="1400" u="none" cap="none" strike="noStrike">
              <a:solidFill>
                <a:schemeClr val="lt1"/>
              </a:solidFill>
              <a:latin typeface="Work Sans"/>
              <a:ea typeface="Work Sans"/>
              <a:cs typeface="Work Sans"/>
              <a:sym typeface="Work Sans"/>
            </a:endParaRPr>
          </a:p>
        </p:txBody>
      </p:sp>
      <p:sp>
        <p:nvSpPr>
          <p:cNvPr id="481" name="Google Shape;481;p26"/>
          <p:cNvSpPr txBox="1"/>
          <p:nvPr/>
        </p:nvSpPr>
        <p:spPr>
          <a:xfrm>
            <a:off x="3278065" y="2079300"/>
            <a:ext cx="3032083" cy="1423436"/>
          </a:xfrm>
          <a:prstGeom prst="rect">
            <a:avLst/>
          </a:prstGeom>
          <a:noFill/>
          <a:ln>
            <a:noFill/>
          </a:ln>
        </p:spPr>
        <p:txBody>
          <a:bodyPr anchorCtr="0" anchor="t" bIns="91425" lIns="91425" spcFirstLastPara="1" rIns="85950" wrap="square" tIns="91425">
            <a:spAutoFit/>
          </a:bodyPr>
          <a:lstStyle/>
          <a:p>
            <a:pPr indent="-311150" lvl="0" marL="457200" marR="0" rtl="0" algn="l">
              <a:lnSpc>
                <a:spcPct val="115000"/>
              </a:lnSpc>
              <a:spcBef>
                <a:spcPts val="0"/>
              </a:spcBef>
              <a:spcAft>
                <a:spcPts val="0"/>
              </a:spcAft>
              <a:buClr>
                <a:schemeClr val="dk1"/>
              </a:buClr>
              <a:buSzPts val="1300"/>
              <a:buFont typeface="Montserrat"/>
              <a:buChar char="●"/>
            </a:pPr>
            <a:r>
              <a:rPr b="0" i="0" lang="pt-BR" sz="1400" u="none" cap="none" strike="noStrike">
                <a:solidFill>
                  <a:schemeClr val="lt1"/>
                </a:solidFill>
                <a:latin typeface="Work Sans"/>
                <a:ea typeface="Work Sans"/>
                <a:cs typeface="Work Sans"/>
                <a:sym typeface="Work Sans"/>
              </a:rPr>
              <a:t>Prova baseada em GMAT</a:t>
            </a:r>
            <a:endParaRPr/>
          </a:p>
          <a:p>
            <a:pPr indent="0" lvl="0" marL="146050" marR="0" rtl="0" algn="l">
              <a:lnSpc>
                <a:spcPct val="115000"/>
              </a:lnSpc>
              <a:spcBef>
                <a:spcPts val="0"/>
              </a:spcBef>
              <a:spcAft>
                <a:spcPts val="0"/>
              </a:spcAft>
              <a:buNone/>
            </a:pPr>
            <a:r>
              <a:t/>
            </a:r>
            <a:endParaRPr b="0" i="0" sz="1400" u="none" cap="none" strike="noStrike">
              <a:solidFill>
                <a:schemeClr val="lt1"/>
              </a:solidFill>
              <a:latin typeface="Work Sans"/>
              <a:ea typeface="Work Sans"/>
              <a:cs typeface="Work Sans"/>
              <a:sym typeface="Work Sans"/>
            </a:endParaRPr>
          </a:p>
          <a:p>
            <a:pPr indent="-311150" lvl="0" marL="457200" marR="0" rtl="0" algn="l">
              <a:lnSpc>
                <a:spcPct val="115000"/>
              </a:lnSpc>
              <a:spcBef>
                <a:spcPts val="0"/>
              </a:spcBef>
              <a:spcAft>
                <a:spcPts val="0"/>
              </a:spcAft>
              <a:buClr>
                <a:schemeClr val="dk1"/>
              </a:buClr>
              <a:buSzPts val="1300"/>
              <a:buFont typeface="Montserrat"/>
              <a:buChar char="●"/>
            </a:pPr>
            <a:r>
              <a:rPr b="0" i="0" lang="pt-BR" sz="1400" u="none" cap="none" strike="noStrike">
                <a:solidFill>
                  <a:schemeClr val="lt1"/>
                </a:solidFill>
                <a:latin typeface="Work Sans"/>
                <a:ea typeface="Work Sans"/>
                <a:cs typeface="Work Sans"/>
                <a:sym typeface="Work Sans"/>
              </a:rPr>
              <a:t>Business Case Test</a:t>
            </a:r>
            <a:endParaRPr/>
          </a:p>
          <a:p>
            <a:pPr indent="0" lvl="0" marL="146050" marR="0" rtl="0" algn="l">
              <a:lnSpc>
                <a:spcPct val="115000"/>
              </a:lnSpc>
              <a:spcBef>
                <a:spcPts val="0"/>
              </a:spcBef>
              <a:spcAft>
                <a:spcPts val="0"/>
              </a:spcAft>
              <a:buNone/>
            </a:pPr>
            <a:r>
              <a:t/>
            </a:r>
            <a:endParaRPr b="0" i="0" sz="1400" u="none" cap="none" strike="noStrike">
              <a:solidFill>
                <a:schemeClr val="lt1"/>
              </a:solidFill>
              <a:latin typeface="Work Sans"/>
              <a:ea typeface="Work Sans"/>
              <a:cs typeface="Work Sans"/>
              <a:sym typeface="Work Sans"/>
            </a:endParaRPr>
          </a:p>
          <a:p>
            <a:pPr indent="-311150" lvl="0" marL="457200" marR="0" rtl="0" algn="l">
              <a:lnSpc>
                <a:spcPct val="115000"/>
              </a:lnSpc>
              <a:spcBef>
                <a:spcPts val="0"/>
              </a:spcBef>
              <a:spcAft>
                <a:spcPts val="0"/>
              </a:spcAft>
              <a:buClr>
                <a:schemeClr val="dk1"/>
              </a:buClr>
              <a:buSzPts val="1300"/>
              <a:buFont typeface="Montserrat"/>
              <a:buChar char="●"/>
            </a:pPr>
            <a:r>
              <a:rPr b="0" i="0" lang="pt-BR" sz="1400" u="none" cap="none" strike="noStrike">
                <a:solidFill>
                  <a:schemeClr val="lt1"/>
                </a:solidFill>
                <a:latin typeface="Work Sans"/>
                <a:ea typeface="Work Sans"/>
                <a:cs typeface="Work Sans"/>
                <a:sym typeface="Work Sans"/>
              </a:rPr>
              <a:t>Inglês (leitura e áudio)</a:t>
            </a:r>
            <a:endParaRPr b="0" i="0" sz="1400" u="none" cap="none" strike="noStrike">
              <a:solidFill>
                <a:schemeClr val="lt1"/>
              </a:solidFill>
              <a:latin typeface="Work Sans"/>
              <a:ea typeface="Work Sans"/>
              <a:cs typeface="Work Sans"/>
              <a:sym typeface="Work Sans"/>
            </a:endParaRPr>
          </a:p>
        </p:txBody>
      </p:sp>
      <p:sp>
        <p:nvSpPr>
          <p:cNvPr id="482" name="Google Shape;482;p26"/>
          <p:cNvSpPr txBox="1"/>
          <p:nvPr/>
        </p:nvSpPr>
        <p:spPr>
          <a:xfrm>
            <a:off x="6890673" y="2073315"/>
            <a:ext cx="4338903" cy="1423436"/>
          </a:xfrm>
          <a:prstGeom prst="rect">
            <a:avLst/>
          </a:prstGeom>
          <a:noFill/>
          <a:ln>
            <a:noFill/>
          </a:ln>
        </p:spPr>
        <p:txBody>
          <a:bodyPr anchorCtr="0" anchor="t" bIns="91425" lIns="91425" spcFirstLastPara="1" rIns="91425" wrap="square" tIns="91425">
            <a:spAutoFit/>
          </a:bodyPr>
          <a:lstStyle/>
          <a:p>
            <a:pPr indent="0" lvl="0" marL="0" marR="0" rtl="0" algn="l">
              <a:lnSpc>
                <a:spcPct val="115000"/>
              </a:lnSpc>
              <a:spcBef>
                <a:spcPts val="0"/>
              </a:spcBef>
              <a:spcAft>
                <a:spcPts val="0"/>
              </a:spcAft>
              <a:buClr>
                <a:schemeClr val="dk1"/>
              </a:buClr>
              <a:buSzPts val="1600"/>
              <a:buFont typeface="Arial"/>
              <a:buNone/>
            </a:pPr>
            <a:r>
              <a:rPr b="0" i="0" lang="pt-BR" sz="1400" u="none" cap="none" strike="noStrike">
                <a:solidFill>
                  <a:schemeClr val="lt1"/>
                </a:solidFill>
                <a:latin typeface="Work Sans"/>
                <a:ea typeface="Work Sans"/>
                <a:cs typeface="Work Sans"/>
                <a:sym typeface="Work Sans"/>
              </a:rPr>
              <a:t>10 questões | 20 min</a:t>
            </a:r>
            <a:endParaRPr/>
          </a:p>
          <a:p>
            <a:pPr indent="0" lvl="0" marL="0" marR="0" rtl="0" algn="l">
              <a:lnSpc>
                <a:spcPct val="115000"/>
              </a:lnSpc>
              <a:spcBef>
                <a:spcPts val="0"/>
              </a:spcBef>
              <a:spcAft>
                <a:spcPts val="0"/>
              </a:spcAft>
              <a:buClr>
                <a:schemeClr val="dk1"/>
              </a:buClr>
              <a:buSzPts val="1600"/>
              <a:buFont typeface="Arial"/>
              <a:buNone/>
            </a:pPr>
            <a:r>
              <a:t/>
            </a:r>
            <a:endParaRPr b="0" i="0" sz="1400" u="none" cap="none" strike="noStrike">
              <a:solidFill>
                <a:schemeClr val="lt1"/>
              </a:solidFill>
              <a:latin typeface="Work Sans"/>
              <a:ea typeface="Work Sans"/>
              <a:cs typeface="Work Sans"/>
              <a:sym typeface="Work Sans"/>
            </a:endParaRPr>
          </a:p>
          <a:p>
            <a:pPr indent="0" lvl="0" marL="0" marR="0" rtl="0" algn="l">
              <a:lnSpc>
                <a:spcPct val="115000"/>
              </a:lnSpc>
              <a:spcBef>
                <a:spcPts val="0"/>
              </a:spcBef>
              <a:spcAft>
                <a:spcPts val="0"/>
              </a:spcAft>
              <a:buClr>
                <a:schemeClr val="dk1"/>
              </a:buClr>
              <a:buSzPts val="1600"/>
              <a:buFont typeface="Arial"/>
              <a:buNone/>
            </a:pPr>
            <a:r>
              <a:rPr b="0" i="0" lang="pt-BR" sz="1400" u="none" cap="none" strike="noStrike">
                <a:solidFill>
                  <a:schemeClr val="lt1"/>
                </a:solidFill>
                <a:latin typeface="Work Sans"/>
                <a:ea typeface="Work Sans"/>
                <a:cs typeface="Work Sans"/>
                <a:sym typeface="Work Sans"/>
              </a:rPr>
              <a:t>10 questões | 25 min</a:t>
            </a:r>
            <a:endParaRPr/>
          </a:p>
          <a:p>
            <a:pPr indent="0" lvl="0" marL="0" marR="0" rtl="0" algn="l">
              <a:lnSpc>
                <a:spcPct val="115000"/>
              </a:lnSpc>
              <a:spcBef>
                <a:spcPts val="0"/>
              </a:spcBef>
              <a:spcAft>
                <a:spcPts val="0"/>
              </a:spcAft>
              <a:buClr>
                <a:schemeClr val="dk1"/>
              </a:buClr>
              <a:buSzPts val="1600"/>
              <a:buFont typeface="Arial"/>
              <a:buNone/>
            </a:pPr>
            <a:r>
              <a:rPr b="0" i="0" lang="pt-BR" sz="1400" u="none" cap="none" strike="noStrike">
                <a:solidFill>
                  <a:schemeClr val="lt1"/>
                </a:solidFill>
                <a:latin typeface="Work Sans"/>
                <a:ea typeface="Work Sans"/>
                <a:cs typeface="Work Sans"/>
                <a:sym typeface="Work Sans"/>
              </a:rPr>
              <a:t> </a:t>
            </a:r>
            <a:endParaRPr/>
          </a:p>
          <a:p>
            <a:pPr indent="0" lvl="0" marL="0" marR="0" rtl="0" algn="l">
              <a:lnSpc>
                <a:spcPct val="115000"/>
              </a:lnSpc>
              <a:spcBef>
                <a:spcPts val="0"/>
              </a:spcBef>
              <a:spcAft>
                <a:spcPts val="0"/>
              </a:spcAft>
              <a:buClr>
                <a:schemeClr val="dk1"/>
              </a:buClr>
              <a:buSzPts val="1600"/>
              <a:buFont typeface="Arial"/>
              <a:buNone/>
            </a:pPr>
            <a:r>
              <a:rPr b="0" i="0" lang="pt-BR" sz="1400" u="none" cap="none" strike="noStrike">
                <a:solidFill>
                  <a:schemeClr val="lt1"/>
                </a:solidFill>
                <a:latin typeface="Work Sans"/>
                <a:ea typeface="Work Sans"/>
                <a:cs typeface="Work Sans"/>
                <a:sym typeface="Work Sans"/>
              </a:rPr>
              <a:t>42 questões | 30 min</a:t>
            </a:r>
            <a:endParaRPr b="0" i="0" sz="1400" u="none" cap="none" strike="noStrike">
              <a:solidFill>
                <a:schemeClr val="lt1"/>
              </a:solidFill>
              <a:latin typeface="Work Sans"/>
              <a:ea typeface="Work Sans"/>
              <a:cs typeface="Work Sans"/>
              <a:sym typeface="Work Sans"/>
            </a:endParaRPr>
          </a:p>
        </p:txBody>
      </p:sp>
      <p:sp>
        <p:nvSpPr>
          <p:cNvPr id="483" name="Google Shape;483;p26"/>
          <p:cNvSpPr/>
          <p:nvPr/>
        </p:nvSpPr>
        <p:spPr>
          <a:xfrm>
            <a:off x="2697540" y="2692959"/>
            <a:ext cx="316242" cy="184148"/>
          </a:xfrm>
          <a:prstGeom prst="chevron">
            <a:avLst>
              <a:gd fmla="val 50000" name="adj"/>
            </a:avLst>
          </a:prstGeom>
          <a:solidFill>
            <a:srgbClr val="177B57"/>
          </a:solidFill>
          <a:ln cap="flat" cmpd="sng" w="25400">
            <a:solidFill>
              <a:srgbClr val="177B57"/>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chemeClr val="dk1"/>
              </a:solidFill>
              <a:latin typeface="Arial"/>
              <a:ea typeface="Arial"/>
              <a:cs typeface="Arial"/>
              <a:sym typeface="Arial"/>
            </a:endParaRPr>
          </a:p>
        </p:txBody>
      </p:sp>
      <p:sp>
        <p:nvSpPr>
          <p:cNvPr id="484" name="Google Shape;484;p26"/>
          <p:cNvSpPr txBox="1"/>
          <p:nvPr/>
        </p:nvSpPr>
        <p:spPr>
          <a:xfrm>
            <a:off x="3278066" y="3817036"/>
            <a:ext cx="5561134" cy="432396"/>
          </a:xfrm>
          <a:prstGeom prst="rect">
            <a:avLst/>
          </a:prstGeom>
          <a:noFill/>
          <a:ln>
            <a:noFill/>
          </a:ln>
        </p:spPr>
        <p:txBody>
          <a:bodyPr anchorCtr="0" anchor="t" bIns="91425" lIns="91425" spcFirstLastPara="1" rIns="91425" wrap="square" tIns="91425">
            <a:spAutoFit/>
          </a:bodyPr>
          <a:lstStyle/>
          <a:p>
            <a:pPr indent="0" lvl="0" marL="0" marR="0" rtl="0" algn="l">
              <a:lnSpc>
                <a:spcPct val="115000"/>
              </a:lnSpc>
              <a:spcBef>
                <a:spcPts val="0"/>
              </a:spcBef>
              <a:spcAft>
                <a:spcPts val="0"/>
              </a:spcAft>
              <a:buClr>
                <a:schemeClr val="dk1"/>
              </a:buClr>
              <a:buSzPts val="1600"/>
              <a:buFont typeface="Arial"/>
              <a:buNone/>
            </a:pPr>
            <a:r>
              <a:rPr b="0" i="0" lang="pt-BR" sz="1400" u="none" cap="none" strike="noStrike">
                <a:solidFill>
                  <a:schemeClr val="lt1"/>
                </a:solidFill>
                <a:latin typeface="Work Sans"/>
                <a:ea typeface="Work Sans"/>
                <a:cs typeface="Work Sans"/>
                <a:sym typeface="Work Sans"/>
              </a:rPr>
              <a:t>Data e horário fixos (duas opções) e câmera ligada no zoom</a:t>
            </a:r>
            <a:endParaRPr b="0" i="0" sz="1400" u="none" cap="none" strike="noStrike">
              <a:solidFill>
                <a:schemeClr val="lt1"/>
              </a:solidFill>
              <a:latin typeface="Work Sans"/>
              <a:ea typeface="Work Sans"/>
              <a:cs typeface="Work Sans"/>
              <a:sym typeface="Work Sans"/>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88" name="Shape 488"/>
        <p:cNvGrpSpPr/>
        <p:nvPr/>
      </p:nvGrpSpPr>
      <p:grpSpPr>
        <a:xfrm>
          <a:off x="0" y="0"/>
          <a:ext cx="0" cy="0"/>
          <a:chOff x="0" y="0"/>
          <a:chExt cx="0" cy="0"/>
        </a:xfrm>
      </p:grpSpPr>
      <p:sp>
        <p:nvSpPr>
          <p:cNvPr id="489" name="Google Shape;489;p27"/>
          <p:cNvSpPr txBox="1"/>
          <p:nvPr>
            <p:ph type="title"/>
          </p:nvPr>
        </p:nvSpPr>
        <p:spPr>
          <a:xfrm>
            <a:off x="722375" y="384050"/>
            <a:ext cx="7211950" cy="5760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3000"/>
              <a:buNone/>
            </a:pPr>
            <a:r>
              <a:rPr lang="pt-BR"/>
              <a:t>ASPECTOS IMPORTANTES DA PROVA</a:t>
            </a:r>
            <a:endParaRPr/>
          </a:p>
        </p:txBody>
      </p:sp>
      <p:sp>
        <p:nvSpPr>
          <p:cNvPr id="490" name="Google Shape;490;p27"/>
          <p:cNvSpPr txBox="1"/>
          <p:nvPr/>
        </p:nvSpPr>
        <p:spPr>
          <a:xfrm>
            <a:off x="0" y="4825425"/>
            <a:ext cx="4862100" cy="276900"/>
          </a:xfrm>
          <a:prstGeom prst="rect">
            <a:avLst/>
          </a:prstGeom>
          <a:noFill/>
          <a:ln>
            <a:noFill/>
          </a:ln>
        </p:spPr>
        <p:txBody>
          <a:bodyPr anchorCtr="0" anchor="t" bIns="68550" lIns="137125" spcFirstLastPara="1" rIns="137125" wrap="square" tIns="68550">
            <a:spAutoFit/>
          </a:bodyPr>
          <a:lstStyle/>
          <a:p>
            <a:pPr indent="0" lvl="0" marL="0" marR="0" rtl="0" algn="l">
              <a:lnSpc>
                <a:spcPct val="100000"/>
              </a:lnSpc>
              <a:spcBef>
                <a:spcPts val="0"/>
              </a:spcBef>
              <a:spcAft>
                <a:spcPts val="0"/>
              </a:spcAft>
              <a:buClr>
                <a:srgbClr val="000000"/>
              </a:buClr>
              <a:buSzPts val="900"/>
              <a:buFont typeface="Arial"/>
              <a:buNone/>
            </a:pPr>
            <a:r>
              <a:rPr b="1" i="0" lang="pt-BR" sz="900" u="none" cap="none" strike="noStrike">
                <a:solidFill>
                  <a:srgbClr val="000000"/>
                </a:solidFill>
                <a:latin typeface="Arial"/>
                <a:ea typeface="Arial"/>
                <a:cs typeface="Arial"/>
                <a:sym typeface="Arial"/>
              </a:rPr>
              <a:t>Prep4Consulting 2026.</a:t>
            </a:r>
            <a:r>
              <a:rPr b="1" lang="pt-BR" sz="900"/>
              <a:t>2</a:t>
            </a:r>
            <a:r>
              <a:rPr b="1" i="0" lang="pt-BR" sz="900" u="none" cap="none" strike="noStrike">
                <a:solidFill>
                  <a:srgbClr val="000000"/>
                </a:solidFill>
                <a:latin typeface="Arial"/>
                <a:ea typeface="Arial"/>
                <a:cs typeface="Arial"/>
                <a:sym typeface="Arial"/>
              </a:rPr>
              <a:t> </a:t>
            </a:r>
            <a:r>
              <a:rPr b="0" i="0" lang="pt-BR" sz="900" u="none" cap="none" strike="noStrike">
                <a:solidFill>
                  <a:srgbClr val="000000"/>
                </a:solidFill>
                <a:latin typeface="Arial"/>
                <a:ea typeface="Arial"/>
                <a:cs typeface="Arial"/>
                <a:sym typeface="Arial"/>
              </a:rPr>
              <a:t>| GMAT: Estrutura da Prova</a:t>
            </a:r>
            <a:endParaRPr b="0" i="0" sz="900" u="none" cap="none" strike="noStrike">
              <a:solidFill>
                <a:srgbClr val="000000"/>
              </a:solidFill>
              <a:latin typeface="Arial"/>
              <a:ea typeface="Arial"/>
              <a:cs typeface="Arial"/>
              <a:sym typeface="Arial"/>
            </a:endParaRPr>
          </a:p>
        </p:txBody>
      </p:sp>
      <p:sp>
        <p:nvSpPr>
          <p:cNvPr id="491" name="Google Shape;491;p27"/>
          <p:cNvSpPr txBox="1"/>
          <p:nvPr/>
        </p:nvSpPr>
        <p:spPr>
          <a:xfrm>
            <a:off x="4281900" y="4825425"/>
            <a:ext cx="4862100" cy="276900"/>
          </a:xfrm>
          <a:prstGeom prst="rect">
            <a:avLst/>
          </a:prstGeom>
          <a:noFill/>
          <a:ln>
            <a:noFill/>
          </a:ln>
        </p:spPr>
        <p:txBody>
          <a:bodyPr anchorCtr="0" anchor="t" bIns="68550" lIns="137125" spcFirstLastPara="1" rIns="137125" wrap="square" tIns="68550">
            <a:spAutoFit/>
          </a:bodyPr>
          <a:lstStyle/>
          <a:p>
            <a:pPr indent="0" lvl="0" marL="0" marR="0" rtl="0" algn="r">
              <a:lnSpc>
                <a:spcPct val="100000"/>
              </a:lnSpc>
              <a:spcBef>
                <a:spcPts val="0"/>
              </a:spcBef>
              <a:spcAft>
                <a:spcPts val="0"/>
              </a:spcAft>
              <a:buClr>
                <a:srgbClr val="000000"/>
              </a:buClr>
              <a:buSzPts val="900"/>
              <a:buFont typeface="Arial"/>
              <a:buNone/>
            </a:pPr>
            <a:r>
              <a:rPr b="0" i="0" lang="pt-BR" sz="900" u="none" cap="none" strike="noStrike">
                <a:solidFill>
                  <a:srgbClr val="000000"/>
                </a:solidFill>
                <a:latin typeface="Arial"/>
                <a:ea typeface="Arial"/>
                <a:cs typeface="Arial"/>
                <a:sym typeface="Arial"/>
              </a:rPr>
              <a:t>Copyright © 2026 Clube de Consultoria Universitário. All rights reserved.</a:t>
            </a:r>
            <a:endParaRPr b="0" i="0" sz="900" u="none" cap="none" strike="noStrike">
              <a:solidFill>
                <a:srgbClr val="000000"/>
              </a:solidFill>
              <a:latin typeface="Arial"/>
              <a:ea typeface="Arial"/>
              <a:cs typeface="Arial"/>
              <a:sym typeface="Arial"/>
            </a:endParaRPr>
          </a:p>
        </p:txBody>
      </p:sp>
      <p:pic>
        <p:nvPicPr>
          <p:cNvPr id="492" name="Google Shape;492;p27"/>
          <p:cNvPicPr preferRelativeResize="0"/>
          <p:nvPr/>
        </p:nvPicPr>
        <p:blipFill rotWithShape="1">
          <a:blip r:embed="rId3">
            <a:alphaModFix/>
          </a:blip>
          <a:srcRect b="24634" l="0" r="0" t="25408"/>
          <a:stretch/>
        </p:blipFill>
        <p:spPr>
          <a:xfrm>
            <a:off x="293146" y="2447925"/>
            <a:ext cx="3231104" cy="502389"/>
          </a:xfrm>
          <a:prstGeom prst="rect">
            <a:avLst/>
          </a:prstGeom>
          <a:noFill/>
          <a:ln>
            <a:noFill/>
          </a:ln>
        </p:spPr>
      </p:pic>
      <p:sp>
        <p:nvSpPr>
          <p:cNvPr id="493" name="Google Shape;493;p27"/>
          <p:cNvSpPr txBox="1"/>
          <p:nvPr/>
        </p:nvSpPr>
        <p:spPr>
          <a:xfrm>
            <a:off x="3671481" y="1771546"/>
            <a:ext cx="5179373" cy="1600408"/>
          </a:xfrm>
          <a:prstGeom prst="rect">
            <a:avLst/>
          </a:prstGeom>
          <a:noFill/>
          <a:ln>
            <a:noFill/>
          </a:ln>
        </p:spPr>
        <p:txBody>
          <a:bodyPr anchorCtr="0" anchor="t" bIns="91425" lIns="91425" spcFirstLastPara="1" rIns="85950" wrap="square" tIns="91425">
            <a:spAutoFit/>
          </a:bodyPr>
          <a:lstStyle/>
          <a:p>
            <a:pPr indent="-311150" lvl="0" marL="457200" marR="0" rtl="0" algn="l">
              <a:lnSpc>
                <a:spcPct val="115000"/>
              </a:lnSpc>
              <a:spcBef>
                <a:spcPts val="0"/>
              </a:spcBef>
              <a:spcAft>
                <a:spcPts val="0"/>
              </a:spcAft>
              <a:buClr>
                <a:schemeClr val="dk1"/>
              </a:buClr>
              <a:buSzPts val="1300"/>
              <a:buFont typeface="Montserrat"/>
              <a:buChar char="●"/>
            </a:pPr>
            <a:r>
              <a:rPr b="0" i="0" lang="pt-BR" sz="1600" u="none" cap="none" strike="noStrike">
                <a:solidFill>
                  <a:schemeClr val="lt1"/>
                </a:solidFill>
                <a:latin typeface="Work Sans"/>
                <a:ea typeface="Work Sans"/>
                <a:cs typeface="Work Sans"/>
                <a:sym typeface="Work Sans"/>
              </a:rPr>
              <a:t>Pensamento Crítico: 12 perguntas/10min </a:t>
            </a:r>
            <a:endParaRPr b="0" i="0" sz="1600" u="none" cap="none" strike="noStrike">
              <a:solidFill>
                <a:schemeClr val="lt1"/>
              </a:solidFill>
              <a:latin typeface="Work Sans"/>
              <a:ea typeface="Work Sans"/>
              <a:cs typeface="Work Sans"/>
              <a:sym typeface="Work Sans"/>
            </a:endParaRPr>
          </a:p>
          <a:p>
            <a:pPr indent="-311150" lvl="0" marL="457200" marR="0" rtl="0" algn="l">
              <a:lnSpc>
                <a:spcPct val="115000"/>
              </a:lnSpc>
              <a:spcBef>
                <a:spcPts val="0"/>
              </a:spcBef>
              <a:spcAft>
                <a:spcPts val="0"/>
              </a:spcAft>
              <a:buClr>
                <a:schemeClr val="dk1"/>
              </a:buClr>
              <a:buSzPts val="1300"/>
              <a:buFont typeface="Montserrat"/>
              <a:buChar char="●"/>
            </a:pPr>
            <a:r>
              <a:rPr b="0" i="0" lang="pt-BR" sz="1600" u="none" cap="none" strike="noStrike">
                <a:solidFill>
                  <a:schemeClr val="lt1"/>
                </a:solidFill>
                <a:latin typeface="Work Sans"/>
                <a:ea typeface="Work Sans"/>
                <a:cs typeface="Work Sans"/>
                <a:sym typeface="Work Sans"/>
              </a:rPr>
              <a:t>Raciocínio Numérico: 12 perguntas/10min</a:t>
            </a:r>
            <a:endParaRPr b="0" i="0" sz="1400" u="none" cap="none" strike="noStrike">
              <a:solidFill>
                <a:schemeClr val="lt1"/>
              </a:solidFill>
              <a:latin typeface="Work Sans"/>
              <a:ea typeface="Work Sans"/>
              <a:cs typeface="Work Sans"/>
              <a:sym typeface="Work Sans"/>
            </a:endParaRPr>
          </a:p>
          <a:p>
            <a:pPr indent="-311150" lvl="0" marL="457200" marR="0" rtl="0" algn="l">
              <a:lnSpc>
                <a:spcPct val="115000"/>
              </a:lnSpc>
              <a:spcBef>
                <a:spcPts val="0"/>
              </a:spcBef>
              <a:spcAft>
                <a:spcPts val="0"/>
              </a:spcAft>
              <a:buClr>
                <a:schemeClr val="dk1"/>
              </a:buClr>
              <a:buSzPts val="1300"/>
              <a:buFont typeface="Montserrat"/>
              <a:buChar char="●"/>
            </a:pPr>
            <a:r>
              <a:rPr b="0" i="0" lang="pt-BR" sz="1600" u="none" cap="none" strike="noStrike">
                <a:solidFill>
                  <a:schemeClr val="lt1"/>
                </a:solidFill>
                <a:latin typeface="Work Sans"/>
                <a:ea typeface="Work Sans"/>
                <a:cs typeface="Work Sans"/>
                <a:sym typeface="Work Sans"/>
              </a:rPr>
              <a:t>Julgamento de Negócios: 15 perguntas/10min</a:t>
            </a:r>
            <a:endParaRPr b="0" i="0" sz="1400" u="none" cap="none" strike="noStrike">
              <a:solidFill>
                <a:schemeClr val="lt1"/>
              </a:solidFill>
              <a:latin typeface="Work Sans"/>
              <a:ea typeface="Work Sans"/>
              <a:cs typeface="Work Sans"/>
              <a:sym typeface="Work Sans"/>
            </a:endParaRPr>
          </a:p>
          <a:p>
            <a:pPr indent="-311150" lvl="0" marL="457200" marR="0" rtl="0" algn="l">
              <a:lnSpc>
                <a:spcPct val="115000"/>
              </a:lnSpc>
              <a:spcBef>
                <a:spcPts val="0"/>
              </a:spcBef>
              <a:spcAft>
                <a:spcPts val="0"/>
              </a:spcAft>
              <a:buClr>
                <a:schemeClr val="dk1"/>
              </a:buClr>
              <a:buSzPts val="1300"/>
              <a:buFont typeface="Montserrat"/>
              <a:buChar char="●"/>
            </a:pPr>
            <a:r>
              <a:rPr b="0" i="0" lang="pt-BR" sz="1600" u="none" cap="none" strike="noStrike">
                <a:solidFill>
                  <a:schemeClr val="lt1"/>
                </a:solidFill>
                <a:latin typeface="Work Sans"/>
                <a:ea typeface="Work Sans"/>
                <a:cs typeface="Work Sans"/>
                <a:sym typeface="Work Sans"/>
              </a:rPr>
              <a:t>Resolução de problemas: 12 perguntas/9min</a:t>
            </a:r>
            <a:endParaRPr b="0" i="0" sz="1600" u="none" cap="none" strike="noStrike">
              <a:solidFill>
                <a:schemeClr val="lt1"/>
              </a:solidFill>
              <a:latin typeface="Work Sans"/>
              <a:ea typeface="Work Sans"/>
              <a:cs typeface="Work Sans"/>
              <a:sym typeface="Work Sans"/>
            </a:endParaRPr>
          </a:p>
          <a:p>
            <a:pPr indent="-311150" lvl="0" marL="457200" marR="0" rtl="0" algn="l">
              <a:lnSpc>
                <a:spcPct val="115000"/>
              </a:lnSpc>
              <a:spcBef>
                <a:spcPts val="0"/>
              </a:spcBef>
              <a:spcAft>
                <a:spcPts val="0"/>
              </a:spcAft>
              <a:buClr>
                <a:schemeClr val="dk1"/>
              </a:buClr>
              <a:buSzPts val="1300"/>
              <a:buFont typeface="Montserrat"/>
              <a:buChar char="●"/>
            </a:pPr>
            <a:r>
              <a:rPr b="0" i="0" lang="pt-BR" sz="1600" u="none" cap="none" strike="noStrike">
                <a:solidFill>
                  <a:schemeClr val="lt1"/>
                </a:solidFill>
                <a:latin typeface="Work Sans"/>
                <a:ea typeface="Work Sans"/>
                <a:cs typeface="Work Sans"/>
                <a:sym typeface="Work Sans"/>
              </a:rPr>
              <a:t>*Nível de inglês: 20 perguntas/10min</a:t>
            </a:r>
            <a:endParaRPr b="0" i="0" sz="1600" u="none" cap="none" strike="noStrike">
              <a:solidFill>
                <a:schemeClr val="lt1"/>
              </a:solidFill>
              <a:latin typeface="Work Sans"/>
              <a:ea typeface="Work Sans"/>
              <a:cs typeface="Work Sans"/>
              <a:sym typeface="Work Sans"/>
            </a:endParaRPr>
          </a:p>
        </p:txBody>
      </p:sp>
      <p:sp>
        <p:nvSpPr>
          <p:cNvPr id="494" name="Google Shape;494;p27"/>
          <p:cNvSpPr txBox="1"/>
          <p:nvPr/>
        </p:nvSpPr>
        <p:spPr>
          <a:xfrm>
            <a:off x="3671481" y="3630899"/>
            <a:ext cx="5179373" cy="467790"/>
          </a:xfrm>
          <a:prstGeom prst="rect">
            <a:avLst/>
          </a:prstGeom>
          <a:noFill/>
          <a:ln>
            <a:noFill/>
          </a:ln>
        </p:spPr>
        <p:txBody>
          <a:bodyPr anchorCtr="0" anchor="t" bIns="91425" lIns="91425" spcFirstLastPara="1" rIns="85950" wrap="square" tIns="91425">
            <a:spAutoFit/>
          </a:bodyPr>
          <a:lstStyle/>
          <a:p>
            <a:pPr indent="0" lvl="0" marL="146050" marR="0" rtl="0" algn="l">
              <a:lnSpc>
                <a:spcPct val="115000"/>
              </a:lnSpc>
              <a:spcBef>
                <a:spcPts val="0"/>
              </a:spcBef>
              <a:spcAft>
                <a:spcPts val="0"/>
              </a:spcAft>
              <a:buNone/>
            </a:pPr>
            <a:r>
              <a:rPr b="0" i="0" lang="pt-BR" sz="1600" u="none" cap="none" strike="noStrike">
                <a:solidFill>
                  <a:schemeClr val="lt1"/>
                </a:solidFill>
                <a:latin typeface="Work Sans"/>
                <a:ea typeface="Work Sans"/>
                <a:cs typeface="Work Sans"/>
                <a:sym typeface="Work Sans"/>
              </a:rPr>
              <a:t>Fica disponível por alguns dias</a:t>
            </a:r>
            <a:endParaRPr b="0" i="0" sz="1600" u="none" cap="none" strike="noStrike">
              <a:solidFill>
                <a:schemeClr val="lt1"/>
              </a:solidFill>
              <a:latin typeface="Work Sans"/>
              <a:ea typeface="Work Sans"/>
              <a:cs typeface="Work Sans"/>
              <a:sym typeface="Work Sans"/>
            </a:endParaRPr>
          </a:p>
        </p:txBody>
      </p:sp>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8" name="Shape 498"/>
        <p:cNvGrpSpPr/>
        <p:nvPr/>
      </p:nvGrpSpPr>
      <p:grpSpPr>
        <a:xfrm>
          <a:off x="0" y="0"/>
          <a:ext cx="0" cy="0"/>
          <a:chOff x="0" y="0"/>
          <a:chExt cx="0" cy="0"/>
        </a:xfrm>
      </p:grpSpPr>
      <p:sp>
        <p:nvSpPr>
          <p:cNvPr id="499" name="Google Shape;499;p28"/>
          <p:cNvSpPr txBox="1"/>
          <p:nvPr>
            <p:ph type="title"/>
          </p:nvPr>
        </p:nvSpPr>
        <p:spPr>
          <a:xfrm>
            <a:off x="722375" y="384050"/>
            <a:ext cx="7211950" cy="5760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3000"/>
              <a:buNone/>
            </a:pPr>
            <a:r>
              <a:rPr lang="pt-BR"/>
              <a:t>ASPECTOS IMPORTANTES DA PROVA</a:t>
            </a:r>
            <a:endParaRPr/>
          </a:p>
        </p:txBody>
      </p:sp>
      <p:sp>
        <p:nvSpPr>
          <p:cNvPr id="500" name="Google Shape;500;p28"/>
          <p:cNvSpPr txBox="1"/>
          <p:nvPr/>
        </p:nvSpPr>
        <p:spPr>
          <a:xfrm>
            <a:off x="0" y="4825425"/>
            <a:ext cx="4862100" cy="276900"/>
          </a:xfrm>
          <a:prstGeom prst="rect">
            <a:avLst/>
          </a:prstGeom>
          <a:noFill/>
          <a:ln>
            <a:noFill/>
          </a:ln>
        </p:spPr>
        <p:txBody>
          <a:bodyPr anchorCtr="0" anchor="t" bIns="68550" lIns="137125" spcFirstLastPara="1" rIns="137125" wrap="square" tIns="68550">
            <a:spAutoFit/>
          </a:bodyPr>
          <a:lstStyle/>
          <a:p>
            <a:pPr indent="0" lvl="0" marL="0" marR="0" rtl="0" algn="l">
              <a:lnSpc>
                <a:spcPct val="100000"/>
              </a:lnSpc>
              <a:spcBef>
                <a:spcPts val="0"/>
              </a:spcBef>
              <a:spcAft>
                <a:spcPts val="0"/>
              </a:spcAft>
              <a:buClr>
                <a:srgbClr val="000000"/>
              </a:buClr>
              <a:buSzPts val="900"/>
              <a:buFont typeface="Arial"/>
              <a:buNone/>
            </a:pPr>
            <a:r>
              <a:rPr b="1" i="0" lang="pt-BR" sz="900" u="none" cap="none" strike="noStrike">
                <a:solidFill>
                  <a:srgbClr val="000000"/>
                </a:solidFill>
                <a:latin typeface="Arial"/>
                <a:ea typeface="Arial"/>
                <a:cs typeface="Arial"/>
                <a:sym typeface="Arial"/>
              </a:rPr>
              <a:t>Prep4Consulting 2026.2 </a:t>
            </a:r>
            <a:r>
              <a:rPr b="0" i="0" lang="pt-BR" sz="900" u="none" cap="none" strike="noStrike">
                <a:solidFill>
                  <a:srgbClr val="000000"/>
                </a:solidFill>
                <a:latin typeface="Arial"/>
                <a:ea typeface="Arial"/>
                <a:cs typeface="Arial"/>
                <a:sym typeface="Arial"/>
              </a:rPr>
              <a:t>| GMAT: Estrutura da Prova</a:t>
            </a:r>
            <a:endParaRPr b="0" i="0" sz="900" u="none" cap="none" strike="noStrike">
              <a:solidFill>
                <a:srgbClr val="000000"/>
              </a:solidFill>
              <a:latin typeface="Arial"/>
              <a:ea typeface="Arial"/>
              <a:cs typeface="Arial"/>
              <a:sym typeface="Arial"/>
            </a:endParaRPr>
          </a:p>
        </p:txBody>
      </p:sp>
      <p:sp>
        <p:nvSpPr>
          <p:cNvPr id="501" name="Google Shape;501;p28"/>
          <p:cNvSpPr txBox="1"/>
          <p:nvPr/>
        </p:nvSpPr>
        <p:spPr>
          <a:xfrm>
            <a:off x="4281900" y="4825425"/>
            <a:ext cx="4862100" cy="276900"/>
          </a:xfrm>
          <a:prstGeom prst="rect">
            <a:avLst/>
          </a:prstGeom>
          <a:noFill/>
          <a:ln>
            <a:noFill/>
          </a:ln>
        </p:spPr>
        <p:txBody>
          <a:bodyPr anchorCtr="0" anchor="t" bIns="68550" lIns="137125" spcFirstLastPara="1" rIns="137125" wrap="square" tIns="68550">
            <a:spAutoFit/>
          </a:bodyPr>
          <a:lstStyle/>
          <a:p>
            <a:pPr indent="0" lvl="0" marL="0" marR="0" rtl="0" algn="r">
              <a:lnSpc>
                <a:spcPct val="100000"/>
              </a:lnSpc>
              <a:spcBef>
                <a:spcPts val="0"/>
              </a:spcBef>
              <a:spcAft>
                <a:spcPts val="0"/>
              </a:spcAft>
              <a:buClr>
                <a:srgbClr val="000000"/>
              </a:buClr>
              <a:buSzPts val="900"/>
              <a:buFont typeface="Arial"/>
              <a:buNone/>
            </a:pPr>
            <a:r>
              <a:rPr b="0" i="0" lang="pt-BR" sz="900" u="none" cap="none" strike="noStrike">
                <a:solidFill>
                  <a:srgbClr val="000000"/>
                </a:solidFill>
                <a:latin typeface="Arial"/>
                <a:ea typeface="Arial"/>
                <a:cs typeface="Arial"/>
                <a:sym typeface="Arial"/>
              </a:rPr>
              <a:t>Copyright © 2026 Clube de Consultoria Universitário. All rights reserved.</a:t>
            </a:r>
            <a:endParaRPr b="0" i="0" sz="900" u="none" cap="none" strike="noStrike">
              <a:solidFill>
                <a:srgbClr val="000000"/>
              </a:solidFill>
              <a:latin typeface="Arial"/>
              <a:ea typeface="Arial"/>
              <a:cs typeface="Arial"/>
              <a:sym typeface="Arial"/>
            </a:endParaRPr>
          </a:p>
        </p:txBody>
      </p:sp>
      <p:sp>
        <p:nvSpPr>
          <p:cNvPr id="502" name="Google Shape;502;p28"/>
          <p:cNvSpPr/>
          <p:nvPr/>
        </p:nvSpPr>
        <p:spPr>
          <a:xfrm>
            <a:off x="3671481" y="2222565"/>
            <a:ext cx="316242" cy="184148"/>
          </a:xfrm>
          <a:prstGeom prst="chevron">
            <a:avLst>
              <a:gd fmla="val 50000" name="adj"/>
            </a:avLst>
          </a:prstGeom>
          <a:solidFill>
            <a:srgbClr val="002060"/>
          </a:solidFill>
          <a:ln cap="flat" cmpd="sng" w="25400">
            <a:solidFill>
              <a:srgbClr val="00206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chemeClr val="dk1"/>
              </a:solidFill>
              <a:latin typeface="Arial"/>
              <a:ea typeface="Arial"/>
              <a:cs typeface="Arial"/>
              <a:sym typeface="Arial"/>
            </a:endParaRPr>
          </a:p>
        </p:txBody>
      </p:sp>
      <p:sp>
        <p:nvSpPr>
          <p:cNvPr id="503" name="Google Shape;503;p28"/>
          <p:cNvSpPr txBox="1"/>
          <p:nvPr/>
        </p:nvSpPr>
        <p:spPr>
          <a:xfrm>
            <a:off x="4143050" y="2153547"/>
            <a:ext cx="4794327" cy="307777"/>
          </a:xfrm>
          <a:prstGeom prst="rect">
            <a:avLst/>
          </a:prstGeom>
          <a:noFill/>
          <a:ln>
            <a:noFill/>
          </a:ln>
        </p:spPr>
        <p:txBody>
          <a:bodyPr anchorCtr="0" anchor="t" bIns="45700" lIns="91425" spcFirstLastPara="1" rIns="91425" wrap="square" tIns="45700">
            <a:spAutoFit/>
          </a:bodyPr>
          <a:lstStyle/>
          <a:p>
            <a:pPr indent="0" lvl="0" marL="0" marR="0" rtl="0" algn="just">
              <a:lnSpc>
                <a:spcPct val="100000"/>
              </a:lnSpc>
              <a:spcBef>
                <a:spcPts val="0"/>
              </a:spcBef>
              <a:spcAft>
                <a:spcPts val="0"/>
              </a:spcAft>
              <a:buNone/>
            </a:pPr>
            <a:r>
              <a:rPr b="0" i="0" lang="pt-BR" sz="1400" u="none" cap="none" strike="noStrike">
                <a:solidFill>
                  <a:srgbClr val="000000"/>
                </a:solidFill>
                <a:latin typeface="Work Sans"/>
                <a:ea typeface="Work Sans"/>
                <a:cs typeface="Work Sans"/>
                <a:sym typeface="Work Sans"/>
              </a:rPr>
              <a:t>Joguinho (2 etapas)</a:t>
            </a:r>
            <a:endParaRPr/>
          </a:p>
        </p:txBody>
      </p:sp>
      <p:sp>
        <p:nvSpPr>
          <p:cNvPr id="504" name="Google Shape;504;p28"/>
          <p:cNvSpPr/>
          <p:nvPr/>
        </p:nvSpPr>
        <p:spPr>
          <a:xfrm>
            <a:off x="3671481" y="3076044"/>
            <a:ext cx="316242" cy="184148"/>
          </a:xfrm>
          <a:prstGeom prst="chevron">
            <a:avLst>
              <a:gd fmla="val 50000" name="adj"/>
            </a:avLst>
          </a:prstGeom>
          <a:solidFill>
            <a:srgbClr val="002060"/>
          </a:solidFill>
          <a:ln cap="flat" cmpd="sng" w="25400">
            <a:solidFill>
              <a:srgbClr val="00206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chemeClr val="dk1"/>
              </a:solidFill>
              <a:latin typeface="Arial"/>
              <a:ea typeface="Arial"/>
              <a:cs typeface="Arial"/>
              <a:sym typeface="Arial"/>
            </a:endParaRPr>
          </a:p>
        </p:txBody>
      </p:sp>
      <p:pic>
        <p:nvPicPr>
          <p:cNvPr id="505" name="Google Shape;505;p28"/>
          <p:cNvPicPr preferRelativeResize="0"/>
          <p:nvPr/>
        </p:nvPicPr>
        <p:blipFill rotWithShape="1">
          <a:blip r:embed="rId3">
            <a:alphaModFix/>
          </a:blip>
          <a:srcRect b="0" l="0" r="0" t="0"/>
          <a:stretch/>
        </p:blipFill>
        <p:spPr>
          <a:xfrm>
            <a:off x="722375" y="2012973"/>
            <a:ext cx="2400300" cy="1350169"/>
          </a:xfrm>
          <a:prstGeom prst="rect">
            <a:avLst/>
          </a:prstGeom>
          <a:noFill/>
          <a:ln>
            <a:noFill/>
          </a:ln>
        </p:spPr>
      </p:pic>
      <p:sp>
        <p:nvSpPr>
          <p:cNvPr id="506" name="Google Shape;506;p28"/>
          <p:cNvSpPr txBox="1"/>
          <p:nvPr/>
        </p:nvSpPr>
        <p:spPr>
          <a:xfrm>
            <a:off x="4143050" y="3020872"/>
            <a:ext cx="4794327" cy="307777"/>
          </a:xfrm>
          <a:prstGeom prst="rect">
            <a:avLst/>
          </a:prstGeom>
          <a:noFill/>
          <a:ln>
            <a:noFill/>
          </a:ln>
        </p:spPr>
        <p:txBody>
          <a:bodyPr anchorCtr="0" anchor="t" bIns="45700" lIns="91425" spcFirstLastPara="1" rIns="91425" wrap="square" tIns="45700">
            <a:spAutoFit/>
          </a:bodyPr>
          <a:lstStyle/>
          <a:p>
            <a:pPr indent="0" lvl="0" marL="0" marR="0" rtl="0" algn="just">
              <a:lnSpc>
                <a:spcPct val="100000"/>
              </a:lnSpc>
              <a:spcBef>
                <a:spcPts val="0"/>
              </a:spcBef>
              <a:spcAft>
                <a:spcPts val="0"/>
              </a:spcAft>
              <a:buNone/>
            </a:pPr>
            <a:r>
              <a:rPr b="0" i="0" lang="pt-BR" sz="1400" u="none" cap="none" strike="noStrike">
                <a:solidFill>
                  <a:srgbClr val="000000"/>
                </a:solidFill>
                <a:latin typeface="Work Sans"/>
                <a:ea typeface="Work Sans"/>
                <a:cs typeface="Work Sans"/>
                <a:sym typeface="Work Sans"/>
              </a:rPr>
              <a:t>Geladeira de 1 ano (seu jogo continua valendo)</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02"/>
                                        </p:tgtEl>
                                        <p:attrNameLst>
                                          <p:attrName>style.visibility</p:attrName>
                                        </p:attrNameLst>
                                      </p:cBhvr>
                                      <p:to>
                                        <p:strVal val="visible"/>
                                      </p:to>
                                    </p:set>
                                  </p:childTnLst>
                                </p:cTn>
                              </p:par>
                              <p:par>
                                <p:cTn fill="hold" nodeType="withEffect" presetClass="entr" presetID="1" presetSubtype="0">
                                  <p:stCondLst>
                                    <p:cond delay="0"/>
                                  </p:stCondLst>
                                  <p:childTnLst>
                                    <p:set>
                                      <p:cBhvr>
                                        <p:cTn dur="1" fill="hold">
                                          <p:stCondLst>
                                            <p:cond delay="0"/>
                                          </p:stCondLst>
                                        </p:cTn>
                                        <p:tgtEl>
                                          <p:spTgt spid="503"/>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04"/>
                                        </p:tgtEl>
                                        <p:attrNameLst>
                                          <p:attrName>style.visibility</p:attrName>
                                        </p:attrNameLst>
                                      </p:cBhvr>
                                      <p:to>
                                        <p:strVal val="visible"/>
                                      </p:to>
                                    </p:set>
                                  </p:childTnLst>
                                </p:cTn>
                              </p:par>
                              <p:par>
                                <p:cTn fill="hold" nodeType="withEffect" presetClass="entr" presetID="1" presetSubtype="0">
                                  <p:stCondLst>
                                    <p:cond delay="0"/>
                                  </p:stCondLst>
                                  <p:childTnLst>
                                    <p:set>
                                      <p:cBhvr>
                                        <p:cTn dur="1" fill="hold">
                                          <p:stCondLst>
                                            <p:cond delay="0"/>
                                          </p:stCondLst>
                                        </p:cTn>
                                        <p:tgtEl>
                                          <p:spTgt spid="506"/>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0" name="Shape 510"/>
        <p:cNvGrpSpPr/>
        <p:nvPr/>
      </p:nvGrpSpPr>
      <p:grpSpPr>
        <a:xfrm>
          <a:off x="0" y="0"/>
          <a:ext cx="0" cy="0"/>
          <a:chOff x="0" y="0"/>
          <a:chExt cx="0" cy="0"/>
        </a:xfrm>
      </p:grpSpPr>
      <p:sp>
        <p:nvSpPr>
          <p:cNvPr id="511" name="Google Shape;511;p29"/>
          <p:cNvSpPr txBox="1"/>
          <p:nvPr/>
        </p:nvSpPr>
        <p:spPr>
          <a:xfrm>
            <a:off x="1259359" y="1588084"/>
            <a:ext cx="804600" cy="801600"/>
          </a:xfrm>
          <a:prstGeom prst="rect">
            <a:avLst/>
          </a:prstGeom>
          <a:solidFill>
            <a:schemeClr val="dk1"/>
          </a:solidFill>
          <a:ln>
            <a:noFill/>
          </a:ln>
        </p:spPr>
        <p:txBody>
          <a:bodyPr anchorCtr="0" anchor="ctr" bIns="91425" lIns="0" spcFirstLastPara="1" rIns="0" wrap="square" tIns="91425">
            <a:noAutofit/>
          </a:bodyPr>
          <a:lstStyle/>
          <a:p>
            <a:pPr indent="0" lvl="0" marL="0" marR="0" rtl="0" algn="ctr">
              <a:lnSpc>
                <a:spcPct val="100000"/>
              </a:lnSpc>
              <a:spcBef>
                <a:spcPts val="0"/>
              </a:spcBef>
              <a:spcAft>
                <a:spcPts val="0"/>
              </a:spcAft>
              <a:buClr>
                <a:srgbClr val="000000"/>
              </a:buClr>
              <a:buSzPts val="3000"/>
              <a:buFont typeface="Arial"/>
              <a:buNone/>
            </a:pPr>
            <a:r>
              <a:rPr b="0" i="0" lang="pt-BR" sz="3000" u="none" cap="none" strike="noStrike">
                <a:solidFill>
                  <a:srgbClr val="F3F3F3"/>
                </a:solidFill>
                <a:latin typeface="Kanit"/>
                <a:ea typeface="Kanit"/>
                <a:cs typeface="Kanit"/>
                <a:sym typeface="Kanit"/>
              </a:rPr>
              <a:t>01.</a:t>
            </a:r>
            <a:endParaRPr b="0" i="0" sz="3000" u="none" cap="none" strike="noStrike">
              <a:solidFill>
                <a:srgbClr val="F3F3F3"/>
              </a:solidFill>
              <a:latin typeface="Kanit"/>
              <a:ea typeface="Kanit"/>
              <a:cs typeface="Kanit"/>
              <a:sym typeface="Kanit"/>
            </a:endParaRPr>
          </a:p>
        </p:txBody>
      </p:sp>
      <p:sp>
        <p:nvSpPr>
          <p:cNvPr id="512" name="Google Shape;512;p29"/>
          <p:cNvSpPr txBox="1"/>
          <p:nvPr/>
        </p:nvSpPr>
        <p:spPr>
          <a:xfrm>
            <a:off x="3199584" y="1588084"/>
            <a:ext cx="804600" cy="801600"/>
          </a:xfrm>
          <a:prstGeom prst="rect">
            <a:avLst/>
          </a:prstGeom>
          <a:solidFill>
            <a:schemeClr val="dk1"/>
          </a:solidFill>
          <a:ln>
            <a:noFill/>
          </a:ln>
        </p:spPr>
        <p:txBody>
          <a:bodyPr anchorCtr="0" anchor="ctr" bIns="91425" lIns="0" spcFirstLastPara="1" rIns="0" wrap="square" tIns="91425">
            <a:noAutofit/>
          </a:bodyPr>
          <a:lstStyle/>
          <a:p>
            <a:pPr indent="0" lvl="0" marL="0" marR="0" rtl="0" algn="ctr">
              <a:lnSpc>
                <a:spcPct val="100000"/>
              </a:lnSpc>
              <a:spcBef>
                <a:spcPts val="0"/>
              </a:spcBef>
              <a:spcAft>
                <a:spcPts val="0"/>
              </a:spcAft>
              <a:buClr>
                <a:srgbClr val="000000"/>
              </a:buClr>
              <a:buSzPts val="3000"/>
              <a:buFont typeface="Arial"/>
              <a:buNone/>
            </a:pPr>
            <a:r>
              <a:rPr b="0" i="0" lang="pt-BR" sz="3000" u="none" cap="none" strike="noStrike">
                <a:solidFill>
                  <a:srgbClr val="F3F3F3"/>
                </a:solidFill>
                <a:latin typeface="Kanit"/>
                <a:ea typeface="Kanit"/>
                <a:cs typeface="Kanit"/>
                <a:sym typeface="Kanit"/>
              </a:rPr>
              <a:t>02.</a:t>
            </a:r>
            <a:endParaRPr b="0" i="0" sz="3000" u="none" cap="none" strike="noStrike">
              <a:solidFill>
                <a:srgbClr val="F3F3F3"/>
              </a:solidFill>
              <a:latin typeface="Kanit"/>
              <a:ea typeface="Kanit"/>
              <a:cs typeface="Kanit"/>
              <a:sym typeface="Kanit"/>
            </a:endParaRPr>
          </a:p>
        </p:txBody>
      </p:sp>
      <p:sp>
        <p:nvSpPr>
          <p:cNvPr id="513" name="Google Shape;513;p29"/>
          <p:cNvSpPr txBox="1"/>
          <p:nvPr/>
        </p:nvSpPr>
        <p:spPr>
          <a:xfrm>
            <a:off x="5139809" y="1588084"/>
            <a:ext cx="804600" cy="801600"/>
          </a:xfrm>
          <a:prstGeom prst="rect">
            <a:avLst/>
          </a:prstGeom>
          <a:solidFill>
            <a:schemeClr val="dk1"/>
          </a:solidFill>
          <a:ln>
            <a:noFill/>
          </a:ln>
        </p:spPr>
        <p:txBody>
          <a:bodyPr anchorCtr="0" anchor="ctr" bIns="91425" lIns="0" spcFirstLastPara="1" rIns="0" wrap="square" tIns="91425">
            <a:noAutofit/>
          </a:bodyPr>
          <a:lstStyle/>
          <a:p>
            <a:pPr indent="0" lvl="0" marL="0" marR="0" rtl="0" algn="ctr">
              <a:lnSpc>
                <a:spcPct val="100000"/>
              </a:lnSpc>
              <a:spcBef>
                <a:spcPts val="0"/>
              </a:spcBef>
              <a:spcAft>
                <a:spcPts val="0"/>
              </a:spcAft>
              <a:buClr>
                <a:srgbClr val="000000"/>
              </a:buClr>
              <a:buSzPts val="3000"/>
              <a:buFont typeface="Arial"/>
              <a:buNone/>
            </a:pPr>
            <a:r>
              <a:rPr b="0" i="0" lang="pt-BR" sz="3000" u="none" cap="none" strike="noStrike">
                <a:solidFill>
                  <a:srgbClr val="F3F3F3"/>
                </a:solidFill>
                <a:latin typeface="Kanit"/>
                <a:ea typeface="Kanit"/>
                <a:cs typeface="Kanit"/>
                <a:sym typeface="Kanit"/>
              </a:rPr>
              <a:t>03.</a:t>
            </a:r>
            <a:endParaRPr b="0" i="0" sz="3000" u="none" cap="none" strike="noStrike">
              <a:solidFill>
                <a:srgbClr val="F3F3F3"/>
              </a:solidFill>
              <a:latin typeface="Kanit"/>
              <a:ea typeface="Kanit"/>
              <a:cs typeface="Kanit"/>
              <a:sym typeface="Kanit"/>
            </a:endParaRPr>
          </a:p>
        </p:txBody>
      </p:sp>
      <p:sp>
        <p:nvSpPr>
          <p:cNvPr id="514" name="Google Shape;514;p29"/>
          <p:cNvSpPr txBox="1"/>
          <p:nvPr/>
        </p:nvSpPr>
        <p:spPr>
          <a:xfrm>
            <a:off x="7080034" y="1588084"/>
            <a:ext cx="804600" cy="801600"/>
          </a:xfrm>
          <a:prstGeom prst="rect">
            <a:avLst/>
          </a:prstGeom>
          <a:solidFill>
            <a:schemeClr val="dk1"/>
          </a:solidFill>
          <a:ln>
            <a:noFill/>
          </a:ln>
        </p:spPr>
        <p:txBody>
          <a:bodyPr anchorCtr="0" anchor="ctr" bIns="91425" lIns="0" spcFirstLastPara="1" rIns="0" wrap="square" tIns="91425">
            <a:noAutofit/>
          </a:bodyPr>
          <a:lstStyle/>
          <a:p>
            <a:pPr indent="0" lvl="0" marL="0" marR="0" rtl="0" algn="ctr">
              <a:lnSpc>
                <a:spcPct val="100000"/>
              </a:lnSpc>
              <a:spcBef>
                <a:spcPts val="0"/>
              </a:spcBef>
              <a:spcAft>
                <a:spcPts val="0"/>
              </a:spcAft>
              <a:buClr>
                <a:srgbClr val="000000"/>
              </a:buClr>
              <a:buSzPts val="3000"/>
              <a:buFont typeface="Arial"/>
              <a:buNone/>
            </a:pPr>
            <a:r>
              <a:rPr b="0" i="0" lang="pt-BR" sz="3000" u="none" cap="none" strike="noStrike">
                <a:solidFill>
                  <a:srgbClr val="F3F3F3"/>
                </a:solidFill>
                <a:latin typeface="Kanit"/>
                <a:ea typeface="Kanit"/>
                <a:cs typeface="Kanit"/>
                <a:sym typeface="Kanit"/>
              </a:rPr>
              <a:t>04.</a:t>
            </a:r>
            <a:endParaRPr b="0" i="0" sz="3000" u="none" cap="none" strike="noStrike">
              <a:solidFill>
                <a:srgbClr val="F3F3F3"/>
              </a:solidFill>
              <a:latin typeface="Kanit"/>
              <a:ea typeface="Kanit"/>
              <a:cs typeface="Kanit"/>
              <a:sym typeface="Kanit"/>
            </a:endParaRPr>
          </a:p>
        </p:txBody>
      </p:sp>
      <p:cxnSp>
        <p:nvCxnSpPr>
          <p:cNvPr id="515" name="Google Shape;515;p29"/>
          <p:cNvCxnSpPr>
            <a:stCxn id="511" idx="3"/>
            <a:endCxn id="512" idx="1"/>
          </p:cNvCxnSpPr>
          <p:nvPr/>
        </p:nvCxnSpPr>
        <p:spPr>
          <a:xfrm>
            <a:off x="2063959" y="1988884"/>
            <a:ext cx="1135500" cy="0"/>
          </a:xfrm>
          <a:prstGeom prst="straightConnector1">
            <a:avLst/>
          </a:prstGeom>
          <a:noFill/>
          <a:ln cap="flat" cmpd="sng" w="9525">
            <a:solidFill>
              <a:schemeClr val="dk1"/>
            </a:solidFill>
            <a:prstDash val="solid"/>
            <a:round/>
            <a:headEnd len="sm" w="sm" type="none"/>
            <a:tailEnd len="sm" w="sm" type="none"/>
          </a:ln>
        </p:spPr>
      </p:cxnSp>
      <p:cxnSp>
        <p:nvCxnSpPr>
          <p:cNvPr id="516" name="Google Shape;516;p29"/>
          <p:cNvCxnSpPr>
            <a:stCxn id="512" idx="3"/>
            <a:endCxn id="513" idx="1"/>
          </p:cNvCxnSpPr>
          <p:nvPr/>
        </p:nvCxnSpPr>
        <p:spPr>
          <a:xfrm>
            <a:off x="4004184" y="1988884"/>
            <a:ext cx="1135500" cy="0"/>
          </a:xfrm>
          <a:prstGeom prst="straightConnector1">
            <a:avLst/>
          </a:prstGeom>
          <a:noFill/>
          <a:ln cap="flat" cmpd="sng" w="9525">
            <a:solidFill>
              <a:schemeClr val="dk1"/>
            </a:solidFill>
            <a:prstDash val="solid"/>
            <a:round/>
            <a:headEnd len="sm" w="sm" type="none"/>
            <a:tailEnd len="sm" w="sm" type="none"/>
          </a:ln>
        </p:spPr>
      </p:cxnSp>
      <p:cxnSp>
        <p:nvCxnSpPr>
          <p:cNvPr id="517" name="Google Shape;517;p29"/>
          <p:cNvCxnSpPr>
            <a:stCxn id="513" idx="3"/>
            <a:endCxn id="514" idx="1"/>
          </p:cNvCxnSpPr>
          <p:nvPr/>
        </p:nvCxnSpPr>
        <p:spPr>
          <a:xfrm>
            <a:off x="5944409" y="1988884"/>
            <a:ext cx="1135500" cy="0"/>
          </a:xfrm>
          <a:prstGeom prst="straightConnector1">
            <a:avLst/>
          </a:prstGeom>
          <a:noFill/>
          <a:ln cap="flat" cmpd="sng" w="9525">
            <a:solidFill>
              <a:schemeClr val="dk1"/>
            </a:solidFill>
            <a:prstDash val="solid"/>
            <a:round/>
            <a:headEnd len="sm" w="sm" type="none"/>
            <a:tailEnd len="sm" w="sm" type="none"/>
          </a:ln>
        </p:spPr>
      </p:cxnSp>
      <p:sp>
        <p:nvSpPr>
          <p:cNvPr id="518" name="Google Shape;518;p29"/>
          <p:cNvSpPr txBox="1"/>
          <p:nvPr>
            <p:ph idx="4294967295" type="title"/>
          </p:nvPr>
        </p:nvSpPr>
        <p:spPr>
          <a:xfrm>
            <a:off x="722374" y="384050"/>
            <a:ext cx="6973825" cy="5760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3000"/>
              <a:buNone/>
            </a:pPr>
            <a:r>
              <a:rPr lang="pt-BR"/>
              <a:t>ASPECTOS IMPORTANTES DA PROVA</a:t>
            </a:r>
            <a:endParaRPr/>
          </a:p>
        </p:txBody>
      </p:sp>
      <p:sp>
        <p:nvSpPr>
          <p:cNvPr id="519" name="Google Shape;519;p29"/>
          <p:cNvSpPr txBox="1"/>
          <p:nvPr/>
        </p:nvSpPr>
        <p:spPr>
          <a:xfrm>
            <a:off x="4281900" y="4825425"/>
            <a:ext cx="4862100" cy="276900"/>
          </a:xfrm>
          <a:prstGeom prst="rect">
            <a:avLst/>
          </a:prstGeom>
          <a:noFill/>
          <a:ln>
            <a:noFill/>
          </a:ln>
        </p:spPr>
        <p:txBody>
          <a:bodyPr anchorCtr="0" anchor="t" bIns="68550" lIns="137125" spcFirstLastPara="1" rIns="137125" wrap="square" tIns="68550">
            <a:spAutoFit/>
          </a:bodyPr>
          <a:lstStyle/>
          <a:p>
            <a:pPr indent="0" lvl="0" marL="0" marR="0" rtl="0" algn="r">
              <a:lnSpc>
                <a:spcPct val="100000"/>
              </a:lnSpc>
              <a:spcBef>
                <a:spcPts val="0"/>
              </a:spcBef>
              <a:spcAft>
                <a:spcPts val="0"/>
              </a:spcAft>
              <a:buClr>
                <a:srgbClr val="000000"/>
              </a:buClr>
              <a:buSzPts val="900"/>
              <a:buFont typeface="Arial"/>
              <a:buNone/>
            </a:pPr>
            <a:r>
              <a:rPr b="0" i="0" lang="pt-BR" sz="900" u="none" cap="none" strike="noStrike">
                <a:solidFill>
                  <a:srgbClr val="000000"/>
                </a:solidFill>
                <a:latin typeface="Arial"/>
                <a:ea typeface="Arial"/>
                <a:cs typeface="Arial"/>
                <a:sym typeface="Arial"/>
              </a:rPr>
              <a:t>Copyright © 2026 Clube de Consultoria Universitário. All rights reserved.</a:t>
            </a:r>
            <a:endParaRPr b="0" i="0" sz="900" u="none" cap="none" strike="noStrike">
              <a:solidFill>
                <a:srgbClr val="000000"/>
              </a:solidFill>
              <a:latin typeface="Arial"/>
              <a:ea typeface="Arial"/>
              <a:cs typeface="Arial"/>
              <a:sym typeface="Arial"/>
            </a:endParaRPr>
          </a:p>
        </p:txBody>
      </p:sp>
      <p:sp>
        <p:nvSpPr>
          <p:cNvPr id="520" name="Google Shape;520;p29"/>
          <p:cNvSpPr txBox="1"/>
          <p:nvPr/>
        </p:nvSpPr>
        <p:spPr>
          <a:xfrm>
            <a:off x="968132" y="2634371"/>
            <a:ext cx="1387053" cy="1661993"/>
          </a:xfrm>
          <a:prstGeom prst="rect">
            <a:avLst/>
          </a:prstGeom>
          <a:noFill/>
          <a:ln>
            <a:noFill/>
          </a:ln>
        </p:spPr>
        <p:txBody>
          <a:bodyPr anchorCtr="0" anchor="t" bIns="0" lIns="0" spcFirstLastPara="1" rIns="0" wrap="square" tIns="0">
            <a:spAutoFit/>
          </a:bodyPr>
          <a:lstStyle/>
          <a:p>
            <a:pPr indent="0" lvl="0" marL="0" marR="0" rtl="0" algn="ctr">
              <a:lnSpc>
                <a:spcPct val="100000"/>
              </a:lnSpc>
              <a:spcBef>
                <a:spcPts val="0"/>
              </a:spcBef>
              <a:spcAft>
                <a:spcPts val="0"/>
              </a:spcAft>
              <a:buClr>
                <a:srgbClr val="000000"/>
              </a:buClr>
              <a:buSzPts val="1800"/>
              <a:buFont typeface="Arial"/>
              <a:buNone/>
            </a:pPr>
            <a:r>
              <a:rPr b="0" i="0" lang="pt-BR" sz="1200" u="none" cap="none" strike="noStrike">
                <a:solidFill>
                  <a:schemeClr val="lt1"/>
                </a:solidFill>
                <a:latin typeface="Work Sans"/>
                <a:ea typeface="Work Sans"/>
                <a:cs typeface="Work Sans"/>
                <a:sym typeface="Work Sans"/>
              </a:rPr>
              <a:t>Apesar de abordarem assuntos similares, </a:t>
            </a:r>
            <a:r>
              <a:rPr b="1" i="0" lang="pt-BR" sz="1200" u="none" cap="none" strike="noStrike">
                <a:solidFill>
                  <a:schemeClr val="lt1"/>
                </a:solidFill>
                <a:latin typeface="Work Sans"/>
                <a:ea typeface="Work Sans"/>
                <a:cs typeface="Work Sans"/>
                <a:sym typeface="Work Sans"/>
              </a:rPr>
              <a:t>cada prova tem a sua características</a:t>
            </a:r>
            <a:r>
              <a:rPr b="0" i="0" lang="pt-BR" sz="1200" u="none" cap="none" strike="noStrike">
                <a:solidFill>
                  <a:schemeClr val="lt1"/>
                </a:solidFill>
                <a:latin typeface="Work Sans"/>
                <a:ea typeface="Work Sans"/>
                <a:cs typeface="Work Sans"/>
                <a:sym typeface="Work Sans"/>
              </a:rPr>
              <a:t>. Então, vale verificar antes de fazê-las</a:t>
            </a:r>
            <a:endParaRPr b="0" i="0" sz="1200" u="none" cap="none" strike="noStrike">
              <a:solidFill>
                <a:schemeClr val="lt1"/>
              </a:solidFill>
              <a:latin typeface="Work Sans"/>
              <a:ea typeface="Work Sans"/>
              <a:cs typeface="Work Sans"/>
              <a:sym typeface="Work Sans"/>
            </a:endParaRPr>
          </a:p>
        </p:txBody>
      </p:sp>
      <p:sp>
        <p:nvSpPr>
          <p:cNvPr id="521" name="Google Shape;521;p29"/>
          <p:cNvSpPr txBox="1"/>
          <p:nvPr/>
        </p:nvSpPr>
        <p:spPr>
          <a:xfrm>
            <a:off x="2891553" y="2634371"/>
            <a:ext cx="1420661" cy="1661993"/>
          </a:xfrm>
          <a:prstGeom prst="rect">
            <a:avLst/>
          </a:prstGeom>
          <a:noFill/>
          <a:ln>
            <a:noFill/>
          </a:ln>
        </p:spPr>
        <p:txBody>
          <a:bodyPr anchorCtr="0" anchor="t" bIns="0" lIns="0" spcFirstLastPara="1" rIns="0" wrap="square" tIns="0">
            <a:spAutoFit/>
          </a:bodyPr>
          <a:lstStyle/>
          <a:p>
            <a:pPr indent="0" lvl="0" marL="0" marR="0" rtl="0" algn="ctr">
              <a:lnSpc>
                <a:spcPct val="100000"/>
              </a:lnSpc>
              <a:spcBef>
                <a:spcPts val="0"/>
              </a:spcBef>
              <a:spcAft>
                <a:spcPts val="0"/>
              </a:spcAft>
              <a:buClr>
                <a:srgbClr val="000000"/>
              </a:buClr>
              <a:buSzPts val="1800"/>
              <a:buFont typeface="Arial"/>
              <a:buNone/>
            </a:pPr>
            <a:r>
              <a:rPr b="0" i="0" lang="pt-BR" sz="1200" u="none" cap="none" strike="noStrike">
                <a:solidFill>
                  <a:schemeClr val="lt1"/>
                </a:solidFill>
                <a:latin typeface="Work Sans"/>
                <a:ea typeface="Work Sans"/>
                <a:cs typeface="Work Sans"/>
                <a:sym typeface="Work Sans"/>
              </a:rPr>
              <a:t>Há formatos de prova em que o candidato tem </a:t>
            </a:r>
            <a:r>
              <a:rPr b="1" i="0" lang="pt-BR" sz="1200" u="none" cap="none" strike="noStrike">
                <a:solidFill>
                  <a:schemeClr val="lt1"/>
                </a:solidFill>
                <a:latin typeface="Work Sans"/>
                <a:ea typeface="Work Sans"/>
                <a:cs typeface="Work Sans"/>
                <a:sym typeface="Work Sans"/>
              </a:rPr>
              <a:t>pouca flexibilidade de horários</a:t>
            </a:r>
            <a:r>
              <a:rPr b="0" i="0" lang="pt-BR" sz="1200" u="none" cap="none" strike="noStrike">
                <a:solidFill>
                  <a:schemeClr val="lt1"/>
                </a:solidFill>
                <a:latin typeface="Work Sans"/>
                <a:ea typeface="Work Sans"/>
                <a:cs typeface="Work Sans"/>
                <a:sym typeface="Work Sans"/>
              </a:rPr>
              <a:t> para fazer a prova, enquanto </a:t>
            </a:r>
            <a:r>
              <a:rPr b="1" i="0" lang="pt-BR" sz="1200" u="none" cap="none" strike="noStrike">
                <a:solidFill>
                  <a:schemeClr val="lt1"/>
                </a:solidFill>
                <a:latin typeface="Work Sans"/>
                <a:ea typeface="Work Sans"/>
                <a:cs typeface="Work Sans"/>
                <a:sym typeface="Work Sans"/>
              </a:rPr>
              <a:t>outros há alguns dias</a:t>
            </a:r>
            <a:endParaRPr b="1" i="0" sz="1200" u="none" cap="none" strike="noStrike">
              <a:solidFill>
                <a:schemeClr val="lt1"/>
              </a:solidFill>
              <a:latin typeface="Work Sans"/>
              <a:ea typeface="Work Sans"/>
              <a:cs typeface="Work Sans"/>
              <a:sym typeface="Work Sans"/>
            </a:endParaRPr>
          </a:p>
        </p:txBody>
      </p:sp>
      <p:sp>
        <p:nvSpPr>
          <p:cNvPr id="522" name="Google Shape;522;p29"/>
          <p:cNvSpPr txBox="1"/>
          <p:nvPr/>
        </p:nvSpPr>
        <p:spPr>
          <a:xfrm>
            <a:off x="6653917" y="2634371"/>
            <a:ext cx="1656834" cy="1846659"/>
          </a:xfrm>
          <a:prstGeom prst="rect">
            <a:avLst/>
          </a:prstGeom>
          <a:noFill/>
          <a:ln>
            <a:noFill/>
          </a:ln>
        </p:spPr>
        <p:txBody>
          <a:bodyPr anchorCtr="0" anchor="t" bIns="0" lIns="0" spcFirstLastPara="1" rIns="0" wrap="square" tIns="0">
            <a:spAutoFit/>
          </a:bodyPr>
          <a:lstStyle/>
          <a:p>
            <a:pPr indent="0" lvl="0" marL="0" marR="0" rtl="0" algn="ctr">
              <a:lnSpc>
                <a:spcPct val="100000"/>
              </a:lnSpc>
              <a:spcBef>
                <a:spcPts val="0"/>
              </a:spcBef>
              <a:spcAft>
                <a:spcPts val="0"/>
              </a:spcAft>
              <a:buClr>
                <a:srgbClr val="000000"/>
              </a:buClr>
              <a:buSzPts val="1800"/>
              <a:buFont typeface="Arial"/>
              <a:buNone/>
            </a:pPr>
            <a:r>
              <a:rPr b="1" i="0" lang="pt-BR" sz="1200" u="none" cap="none" strike="noStrike">
                <a:solidFill>
                  <a:schemeClr val="lt1"/>
                </a:solidFill>
                <a:latin typeface="Work Sans"/>
                <a:ea typeface="Work Sans"/>
                <a:cs typeface="Work Sans"/>
                <a:sym typeface="Work Sans"/>
              </a:rPr>
              <a:t>A mudança para o formato online </a:t>
            </a:r>
            <a:r>
              <a:rPr b="0" i="0" lang="pt-BR" sz="1200" u="none" cap="none" strike="noStrike">
                <a:solidFill>
                  <a:schemeClr val="lt1"/>
                </a:solidFill>
                <a:latin typeface="Work Sans"/>
                <a:ea typeface="Work Sans"/>
                <a:cs typeface="Work Sans"/>
                <a:sym typeface="Work Sans"/>
              </a:rPr>
              <a:t>é recente; portanto, há espaço para as consultorias mudarem a estrutura das provas, e torná-las mais adaptativa (similar ao caso tradicional)</a:t>
            </a:r>
            <a:endParaRPr b="0" i="0" sz="1200" u="none" cap="none" strike="noStrike">
              <a:solidFill>
                <a:schemeClr val="lt1"/>
              </a:solidFill>
              <a:latin typeface="Work Sans"/>
              <a:ea typeface="Work Sans"/>
              <a:cs typeface="Work Sans"/>
              <a:sym typeface="Work Sans"/>
            </a:endParaRPr>
          </a:p>
        </p:txBody>
      </p:sp>
      <p:sp>
        <p:nvSpPr>
          <p:cNvPr id="523" name="Google Shape;523;p29"/>
          <p:cNvSpPr txBox="1"/>
          <p:nvPr/>
        </p:nvSpPr>
        <p:spPr>
          <a:xfrm>
            <a:off x="4814974" y="2634371"/>
            <a:ext cx="1420661" cy="1477328"/>
          </a:xfrm>
          <a:prstGeom prst="rect">
            <a:avLst/>
          </a:prstGeom>
          <a:noFill/>
          <a:ln>
            <a:noFill/>
          </a:ln>
        </p:spPr>
        <p:txBody>
          <a:bodyPr anchorCtr="0" anchor="t" bIns="0" lIns="0" spcFirstLastPara="1" rIns="0" wrap="square" tIns="0">
            <a:spAutoFit/>
          </a:bodyPr>
          <a:lstStyle/>
          <a:p>
            <a:pPr indent="0" lvl="0" marL="0" marR="0" rtl="0" algn="ctr">
              <a:lnSpc>
                <a:spcPct val="100000"/>
              </a:lnSpc>
              <a:spcBef>
                <a:spcPts val="0"/>
              </a:spcBef>
              <a:spcAft>
                <a:spcPts val="0"/>
              </a:spcAft>
              <a:buClr>
                <a:srgbClr val="000000"/>
              </a:buClr>
              <a:buSzPts val="1800"/>
              <a:buFont typeface="Arial"/>
              <a:buNone/>
            </a:pPr>
            <a:r>
              <a:rPr b="0" i="0" lang="pt-BR" sz="1200" u="none" cap="none" strike="noStrike">
                <a:solidFill>
                  <a:schemeClr val="lt1"/>
                </a:solidFill>
                <a:latin typeface="Work Sans"/>
                <a:ea typeface="Work Sans"/>
                <a:cs typeface="Work Sans"/>
                <a:sym typeface="Work Sans"/>
              </a:rPr>
              <a:t>Nos últimos semestres, algumas consultorias passaram a oferecer as </a:t>
            </a:r>
            <a:r>
              <a:rPr b="1" i="0" lang="pt-BR" sz="1200" u="none" cap="none" strike="noStrike">
                <a:solidFill>
                  <a:schemeClr val="lt1"/>
                </a:solidFill>
                <a:latin typeface="Work Sans"/>
                <a:ea typeface="Work Sans"/>
                <a:cs typeface="Work Sans"/>
                <a:sym typeface="Work Sans"/>
              </a:rPr>
              <a:t>etapas inicias em português</a:t>
            </a:r>
            <a:endParaRPr b="1" i="0" sz="1200" u="none" cap="none" strike="noStrike">
              <a:solidFill>
                <a:schemeClr val="lt1"/>
              </a:solidFill>
              <a:latin typeface="Work Sans"/>
              <a:ea typeface="Work Sans"/>
              <a:cs typeface="Work Sans"/>
              <a:sym typeface="Work Sans"/>
            </a:endParaRPr>
          </a:p>
        </p:txBody>
      </p:sp>
      <p:sp>
        <p:nvSpPr>
          <p:cNvPr id="524" name="Google Shape;524;p29"/>
          <p:cNvSpPr txBox="1"/>
          <p:nvPr/>
        </p:nvSpPr>
        <p:spPr>
          <a:xfrm>
            <a:off x="0" y="4825425"/>
            <a:ext cx="4862100" cy="276900"/>
          </a:xfrm>
          <a:prstGeom prst="rect">
            <a:avLst/>
          </a:prstGeom>
          <a:noFill/>
          <a:ln>
            <a:noFill/>
          </a:ln>
        </p:spPr>
        <p:txBody>
          <a:bodyPr anchorCtr="0" anchor="t" bIns="68550" lIns="137125" spcFirstLastPara="1" rIns="137125" wrap="square" tIns="68550">
            <a:spAutoFit/>
          </a:bodyPr>
          <a:lstStyle/>
          <a:p>
            <a:pPr indent="0" lvl="0" marL="0" marR="0" rtl="0" algn="l">
              <a:lnSpc>
                <a:spcPct val="100000"/>
              </a:lnSpc>
              <a:spcBef>
                <a:spcPts val="0"/>
              </a:spcBef>
              <a:spcAft>
                <a:spcPts val="0"/>
              </a:spcAft>
              <a:buClr>
                <a:srgbClr val="000000"/>
              </a:buClr>
              <a:buSzPts val="900"/>
              <a:buFont typeface="Arial"/>
              <a:buNone/>
            </a:pPr>
            <a:r>
              <a:rPr b="1" i="0" lang="pt-BR" sz="900" u="none" cap="none" strike="noStrike">
                <a:solidFill>
                  <a:srgbClr val="000000"/>
                </a:solidFill>
                <a:latin typeface="Arial"/>
                <a:ea typeface="Arial"/>
                <a:cs typeface="Arial"/>
                <a:sym typeface="Arial"/>
              </a:rPr>
              <a:t>Prep4Consulting 2026.2 </a:t>
            </a:r>
            <a:r>
              <a:rPr b="0" i="0" lang="pt-BR" sz="900" u="none" cap="none" strike="noStrike">
                <a:solidFill>
                  <a:srgbClr val="000000"/>
                </a:solidFill>
                <a:latin typeface="Arial"/>
                <a:ea typeface="Arial"/>
                <a:cs typeface="Arial"/>
                <a:sym typeface="Arial"/>
              </a:rPr>
              <a:t>| GMAT: Estrutura da Prova</a:t>
            </a:r>
            <a:endParaRPr b="0" i="0" sz="900" u="none" cap="none" strike="noStrike">
              <a:solidFill>
                <a:srgbClr val="000000"/>
              </a:solidFill>
              <a:latin typeface="Arial"/>
              <a:ea typeface="Arial"/>
              <a:cs typeface="Arial"/>
              <a:sym typeface="Arial"/>
            </a:endParaRPr>
          </a:p>
        </p:txBody>
      </p:sp>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28" name="Shape 528"/>
        <p:cNvGrpSpPr/>
        <p:nvPr/>
      </p:nvGrpSpPr>
      <p:grpSpPr>
        <a:xfrm>
          <a:off x="0" y="0"/>
          <a:ext cx="0" cy="0"/>
          <a:chOff x="0" y="0"/>
          <a:chExt cx="0" cy="0"/>
        </a:xfrm>
      </p:grpSpPr>
      <p:sp>
        <p:nvSpPr>
          <p:cNvPr id="529" name="Google Shape;529;p30"/>
          <p:cNvSpPr txBox="1"/>
          <p:nvPr>
            <p:ph type="title"/>
          </p:nvPr>
        </p:nvSpPr>
        <p:spPr>
          <a:xfrm>
            <a:off x="923925" y="2959400"/>
            <a:ext cx="7344375" cy="1644600"/>
          </a:xfrm>
          <a:prstGeom prst="rect">
            <a:avLst/>
          </a:prstGeom>
          <a:noFill/>
          <a:ln>
            <a:noFill/>
          </a:ln>
        </p:spPr>
        <p:txBody>
          <a:bodyPr anchorCtr="0" anchor="t" bIns="91425" lIns="91425" spcFirstLastPara="1" rIns="91425" wrap="square" tIns="91425">
            <a:noAutofit/>
          </a:bodyPr>
          <a:lstStyle/>
          <a:p>
            <a:pPr indent="0" lvl="0" marL="0" rtl="0" algn="r">
              <a:lnSpc>
                <a:spcPct val="100000"/>
              </a:lnSpc>
              <a:spcBef>
                <a:spcPts val="0"/>
              </a:spcBef>
              <a:spcAft>
                <a:spcPts val="0"/>
              </a:spcAft>
              <a:buSzPts val="3600"/>
              <a:buNone/>
            </a:pPr>
            <a:r>
              <a:rPr lang="pt-BR">
                <a:solidFill>
                  <a:srgbClr val="C1272D"/>
                </a:solidFill>
              </a:rPr>
              <a:t>REVISÃO</a:t>
            </a:r>
            <a:br>
              <a:rPr lang="pt-BR">
                <a:solidFill>
                  <a:srgbClr val="C1272D"/>
                </a:solidFill>
              </a:rPr>
            </a:br>
            <a:r>
              <a:rPr lang="pt-BR">
                <a:solidFill>
                  <a:schemeClr val="lt1"/>
                </a:solidFill>
              </a:rPr>
              <a:t>DE MATEMÁTICA</a:t>
            </a:r>
            <a:endParaRPr>
              <a:solidFill>
                <a:schemeClr val="lt1"/>
              </a:solidFill>
            </a:endParaRPr>
          </a:p>
        </p:txBody>
      </p:sp>
      <p:sp>
        <p:nvSpPr>
          <p:cNvPr id="530" name="Google Shape;530;p30"/>
          <p:cNvSpPr txBox="1"/>
          <p:nvPr>
            <p:ph idx="3" type="title"/>
          </p:nvPr>
        </p:nvSpPr>
        <p:spPr>
          <a:xfrm>
            <a:off x="7008600" y="1601400"/>
            <a:ext cx="1259700" cy="1259700"/>
          </a:xfrm>
          <a:prstGeom prst="rect">
            <a:avLst/>
          </a:prstGeom>
          <a:solidFill>
            <a:srgbClr val="C1272D"/>
          </a:solidFill>
          <a:ln>
            <a:noFill/>
          </a:ln>
        </p:spPr>
        <p:txBody>
          <a:bodyPr anchorCtr="0" anchor="ctr" bIns="91425" lIns="91425" spcFirstLastPara="1" rIns="91425" wrap="square" tIns="91425">
            <a:noAutofit/>
          </a:bodyPr>
          <a:lstStyle/>
          <a:p>
            <a:pPr indent="0" lvl="0" marL="0" rtl="0" algn="r">
              <a:lnSpc>
                <a:spcPct val="100000"/>
              </a:lnSpc>
              <a:spcBef>
                <a:spcPts val="0"/>
              </a:spcBef>
              <a:spcAft>
                <a:spcPts val="0"/>
              </a:spcAft>
              <a:buSzPts val="12000"/>
              <a:buNone/>
            </a:pPr>
            <a:r>
              <a:rPr lang="pt-BR"/>
              <a:t>03.</a:t>
            </a:r>
            <a:endParaRPr/>
          </a:p>
        </p:txBody>
      </p:sp>
      <p:sp>
        <p:nvSpPr>
          <p:cNvPr id="531" name="Google Shape;531;p30"/>
          <p:cNvSpPr txBox="1"/>
          <p:nvPr/>
        </p:nvSpPr>
        <p:spPr>
          <a:xfrm>
            <a:off x="4281900" y="4825425"/>
            <a:ext cx="4862100" cy="276900"/>
          </a:xfrm>
          <a:prstGeom prst="rect">
            <a:avLst/>
          </a:prstGeom>
          <a:noFill/>
          <a:ln>
            <a:noFill/>
          </a:ln>
        </p:spPr>
        <p:txBody>
          <a:bodyPr anchorCtr="0" anchor="t" bIns="68550" lIns="137125" spcFirstLastPara="1" rIns="137125" wrap="square" tIns="68550">
            <a:spAutoFit/>
          </a:bodyPr>
          <a:lstStyle/>
          <a:p>
            <a:pPr indent="0" lvl="0" marL="0" marR="0" rtl="0" algn="r">
              <a:lnSpc>
                <a:spcPct val="100000"/>
              </a:lnSpc>
              <a:spcBef>
                <a:spcPts val="0"/>
              </a:spcBef>
              <a:spcAft>
                <a:spcPts val="0"/>
              </a:spcAft>
              <a:buClr>
                <a:srgbClr val="000000"/>
              </a:buClr>
              <a:buSzPts val="900"/>
              <a:buFont typeface="Arial"/>
              <a:buNone/>
            </a:pPr>
            <a:r>
              <a:rPr b="0" i="0" lang="pt-BR" sz="900" u="none" cap="none" strike="noStrike">
                <a:solidFill>
                  <a:srgbClr val="000000"/>
                </a:solidFill>
                <a:latin typeface="Arial"/>
                <a:ea typeface="Arial"/>
                <a:cs typeface="Arial"/>
                <a:sym typeface="Arial"/>
              </a:rPr>
              <a:t>Copyright © 2026 Clube de Consultoria Universitário. All rights reserved.</a:t>
            </a:r>
            <a:endParaRPr b="0" i="0" sz="900" u="none" cap="none" strike="noStrike">
              <a:solidFill>
                <a:srgbClr val="000000"/>
              </a:solidFill>
              <a:latin typeface="Arial"/>
              <a:ea typeface="Arial"/>
              <a:cs typeface="Arial"/>
              <a:sym typeface="Arial"/>
            </a:endParaRPr>
          </a:p>
        </p:txBody>
      </p:sp>
      <p:sp>
        <p:nvSpPr>
          <p:cNvPr id="532" name="Google Shape;532;p30"/>
          <p:cNvSpPr txBox="1"/>
          <p:nvPr/>
        </p:nvSpPr>
        <p:spPr>
          <a:xfrm>
            <a:off x="0" y="4825425"/>
            <a:ext cx="4862100" cy="276900"/>
          </a:xfrm>
          <a:prstGeom prst="rect">
            <a:avLst/>
          </a:prstGeom>
          <a:noFill/>
          <a:ln>
            <a:noFill/>
          </a:ln>
        </p:spPr>
        <p:txBody>
          <a:bodyPr anchorCtr="0" anchor="t" bIns="68550" lIns="137125" spcFirstLastPara="1" rIns="137125" wrap="square" tIns="68550">
            <a:spAutoFit/>
          </a:bodyPr>
          <a:lstStyle/>
          <a:p>
            <a:pPr indent="0" lvl="0" marL="0" marR="0" rtl="0" algn="l">
              <a:lnSpc>
                <a:spcPct val="100000"/>
              </a:lnSpc>
              <a:spcBef>
                <a:spcPts val="0"/>
              </a:spcBef>
              <a:spcAft>
                <a:spcPts val="0"/>
              </a:spcAft>
              <a:buClr>
                <a:srgbClr val="000000"/>
              </a:buClr>
              <a:buSzPts val="900"/>
              <a:buFont typeface="Arial"/>
              <a:buNone/>
            </a:pPr>
            <a:r>
              <a:rPr b="1" i="0" lang="pt-BR" sz="900" u="none" cap="none" strike="noStrike">
                <a:solidFill>
                  <a:srgbClr val="000000"/>
                </a:solidFill>
                <a:latin typeface="Arial"/>
                <a:ea typeface="Arial"/>
                <a:cs typeface="Arial"/>
                <a:sym typeface="Arial"/>
              </a:rPr>
              <a:t>Prep4Consulting 2026.2 </a:t>
            </a:r>
            <a:r>
              <a:rPr b="0" i="0" lang="pt-BR" sz="900" u="none" cap="none" strike="noStrike">
                <a:solidFill>
                  <a:srgbClr val="000000"/>
                </a:solidFill>
                <a:latin typeface="Arial"/>
                <a:ea typeface="Arial"/>
                <a:cs typeface="Arial"/>
                <a:sym typeface="Arial"/>
              </a:rPr>
              <a:t>| GMAT: Estrutura da Prova</a:t>
            </a:r>
            <a:endParaRPr b="0" i="0" sz="900" u="none" cap="none" strike="noStrike">
              <a:solidFill>
                <a:srgbClr val="000000"/>
              </a:solidFill>
              <a:latin typeface="Arial"/>
              <a:ea typeface="Arial"/>
              <a:cs typeface="Arial"/>
              <a:sym typeface="Arial"/>
            </a:endParaRPr>
          </a:p>
        </p:txBody>
      </p:sp>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6" name="Shape 536"/>
        <p:cNvGrpSpPr/>
        <p:nvPr/>
      </p:nvGrpSpPr>
      <p:grpSpPr>
        <a:xfrm>
          <a:off x="0" y="0"/>
          <a:ext cx="0" cy="0"/>
          <a:chOff x="0" y="0"/>
          <a:chExt cx="0" cy="0"/>
        </a:xfrm>
      </p:grpSpPr>
      <p:sp>
        <p:nvSpPr>
          <p:cNvPr id="537" name="Google Shape;537;p31"/>
          <p:cNvSpPr txBox="1"/>
          <p:nvPr>
            <p:ph idx="4294967295" type="title"/>
          </p:nvPr>
        </p:nvSpPr>
        <p:spPr>
          <a:xfrm>
            <a:off x="722375" y="384050"/>
            <a:ext cx="5052900" cy="5760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3000"/>
              <a:buNone/>
            </a:pPr>
            <a:r>
              <a:rPr lang="pt-BR"/>
              <a:t>REVISÃO DE MATEMÁTICA</a:t>
            </a:r>
            <a:endParaRPr/>
          </a:p>
        </p:txBody>
      </p:sp>
      <p:grpSp>
        <p:nvGrpSpPr>
          <p:cNvPr id="538" name="Google Shape;538;p31"/>
          <p:cNvGrpSpPr/>
          <p:nvPr/>
        </p:nvGrpSpPr>
        <p:grpSpPr>
          <a:xfrm>
            <a:off x="973835" y="2511095"/>
            <a:ext cx="804600" cy="801600"/>
            <a:chOff x="1259359" y="1911934"/>
            <a:chExt cx="804600" cy="801600"/>
          </a:xfrm>
        </p:grpSpPr>
        <p:sp>
          <p:nvSpPr>
            <p:cNvPr id="539" name="Google Shape;539;p31"/>
            <p:cNvSpPr txBox="1"/>
            <p:nvPr/>
          </p:nvSpPr>
          <p:spPr>
            <a:xfrm>
              <a:off x="1259359" y="1911934"/>
              <a:ext cx="804600" cy="801600"/>
            </a:xfrm>
            <a:prstGeom prst="rect">
              <a:avLst/>
            </a:prstGeom>
            <a:solidFill>
              <a:schemeClr val="dk1"/>
            </a:solidFill>
            <a:ln>
              <a:noFill/>
            </a:ln>
          </p:spPr>
          <p:txBody>
            <a:bodyPr anchorCtr="0" anchor="ctr" bIns="91425" lIns="0" spcFirstLastPara="1" rIns="0" wrap="square" tIns="91425">
              <a:noAutofit/>
            </a:bodyPr>
            <a:lstStyle/>
            <a:p>
              <a:pPr indent="0" lvl="0" marL="0" marR="0" rtl="0" algn="ctr">
                <a:lnSpc>
                  <a:spcPct val="100000"/>
                </a:lnSpc>
                <a:spcBef>
                  <a:spcPts val="0"/>
                </a:spcBef>
                <a:spcAft>
                  <a:spcPts val="0"/>
                </a:spcAft>
                <a:buClr>
                  <a:srgbClr val="000000"/>
                </a:buClr>
                <a:buSzPts val="3000"/>
                <a:buFont typeface="Arial"/>
                <a:buNone/>
              </a:pPr>
              <a:r>
                <a:t/>
              </a:r>
              <a:endParaRPr b="0" i="0" sz="3000" u="none" cap="none" strike="noStrike">
                <a:solidFill>
                  <a:srgbClr val="F3F3F3"/>
                </a:solidFill>
                <a:latin typeface="Kanit"/>
                <a:ea typeface="Kanit"/>
                <a:cs typeface="Kanit"/>
                <a:sym typeface="Kanit"/>
              </a:endParaRPr>
            </a:p>
          </p:txBody>
        </p:sp>
        <p:pic>
          <p:nvPicPr>
            <p:cNvPr id="540" name="Google Shape;540;p31"/>
            <p:cNvPicPr preferRelativeResize="0"/>
            <p:nvPr/>
          </p:nvPicPr>
          <p:blipFill rotWithShape="1">
            <a:blip r:embed="rId3">
              <a:alphaModFix/>
            </a:blip>
            <a:srcRect b="0" l="0" r="0" t="0"/>
            <a:stretch/>
          </p:blipFill>
          <p:spPr>
            <a:xfrm>
              <a:off x="1400410" y="2033997"/>
              <a:ext cx="543384" cy="569036"/>
            </a:xfrm>
            <a:prstGeom prst="rect">
              <a:avLst/>
            </a:prstGeom>
            <a:noFill/>
            <a:ln>
              <a:noFill/>
            </a:ln>
          </p:spPr>
        </p:pic>
      </p:grpSp>
      <p:sp>
        <p:nvSpPr>
          <p:cNvPr id="541" name="Google Shape;541;p31"/>
          <p:cNvSpPr txBox="1"/>
          <p:nvPr/>
        </p:nvSpPr>
        <p:spPr>
          <a:xfrm>
            <a:off x="4281900" y="4825425"/>
            <a:ext cx="4862100" cy="276900"/>
          </a:xfrm>
          <a:prstGeom prst="rect">
            <a:avLst/>
          </a:prstGeom>
          <a:noFill/>
          <a:ln>
            <a:noFill/>
          </a:ln>
        </p:spPr>
        <p:txBody>
          <a:bodyPr anchorCtr="0" anchor="t" bIns="68550" lIns="137125" spcFirstLastPara="1" rIns="137125" wrap="square" tIns="68550">
            <a:spAutoFit/>
          </a:bodyPr>
          <a:lstStyle/>
          <a:p>
            <a:pPr indent="0" lvl="0" marL="0" marR="0" rtl="0" algn="r">
              <a:lnSpc>
                <a:spcPct val="100000"/>
              </a:lnSpc>
              <a:spcBef>
                <a:spcPts val="0"/>
              </a:spcBef>
              <a:spcAft>
                <a:spcPts val="0"/>
              </a:spcAft>
              <a:buClr>
                <a:srgbClr val="000000"/>
              </a:buClr>
              <a:buSzPts val="900"/>
              <a:buFont typeface="Arial"/>
              <a:buNone/>
            </a:pPr>
            <a:r>
              <a:rPr b="0" i="0" lang="pt-BR" sz="900" u="none" cap="none" strike="noStrike">
                <a:solidFill>
                  <a:srgbClr val="000000"/>
                </a:solidFill>
                <a:latin typeface="Arial"/>
                <a:ea typeface="Arial"/>
                <a:cs typeface="Arial"/>
                <a:sym typeface="Arial"/>
              </a:rPr>
              <a:t>Copyright © 2026 Clube de Consultoria Universitário. All rights reserved.</a:t>
            </a:r>
            <a:endParaRPr b="0" i="0" sz="900" u="none" cap="none" strike="noStrike">
              <a:solidFill>
                <a:srgbClr val="000000"/>
              </a:solidFill>
              <a:latin typeface="Arial"/>
              <a:ea typeface="Arial"/>
              <a:cs typeface="Arial"/>
              <a:sym typeface="Arial"/>
            </a:endParaRPr>
          </a:p>
        </p:txBody>
      </p:sp>
      <p:grpSp>
        <p:nvGrpSpPr>
          <p:cNvPr id="542" name="Google Shape;542;p31"/>
          <p:cNvGrpSpPr/>
          <p:nvPr/>
        </p:nvGrpSpPr>
        <p:grpSpPr>
          <a:xfrm>
            <a:off x="3364432" y="4048999"/>
            <a:ext cx="2159892" cy="720000"/>
            <a:chOff x="5220000" y="5040000"/>
            <a:chExt cx="2520000" cy="720000"/>
          </a:xfrm>
        </p:grpSpPr>
        <p:sp>
          <p:nvSpPr>
            <p:cNvPr id="543" name="Google Shape;543;p31"/>
            <p:cNvSpPr txBox="1"/>
            <p:nvPr/>
          </p:nvSpPr>
          <p:spPr>
            <a:xfrm>
              <a:off x="5220000" y="5040000"/>
              <a:ext cx="2520000" cy="467790"/>
            </a:xfrm>
            <a:prstGeom prst="rect">
              <a:avLst/>
            </a:prstGeom>
            <a:noFill/>
            <a:ln>
              <a:noFill/>
            </a:ln>
          </p:spPr>
          <p:txBody>
            <a:bodyPr anchorCtr="0" anchor="t" bIns="91425" lIns="91425" spcFirstLastPara="1" rIns="91425" wrap="square" tIns="91425">
              <a:spAutoFit/>
            </a:bodyPr>
            <a:lstStyle/>
            <a:p>
              <a:pPr indent="0" lvl="0" marL="0" marR="0" rtl="0" algn="l">
                <a:lnSpc>
                  <a:spcPct val="115000"/>
                </a:lnSpc>
                <a:spcBef>
                  <a:spcPts val="0"/>
                </a:spcBef>
                <a:spcAft>
                  <a:spcPts val="0"/>
                </a:spcAft>
                <a:buClr>
                  <a:srgbClr val="000000"/>
                </a:buClr>
                <a:buSzPts val="2000"/>
                <a:buFont typeface="Arial"/>
                <a:buNone/>
              </a:pPr>
              <a:r>
                <a:rPr b="1" i="0" lang="pt-BR" sz="1600" u="none" cap="none" strike="noStrike">
                  <a:solidFill>
                    <a:schemeClr val="lt1"/>
                  </a:solidFill>
                  <a:latin typeface="Arial"/>
                  <a:ea typeface="Arial"/>
                  <a:cs typeface="Arial"/>
                  <a:sym typeface="Arial"/>
                </a:rPr>
                <a:t>WORD PROBLEM</a:t>
              </a:r>
              <a:endParaRPr b="0" i="0" sz="1600" u="none" cap="none" strike="noStrike">
                <a:solidFill>
                  <a:schemeClr val="lt1"/>
                </a:solidFill>
                <a:latin typeface="Arial"/>
                <a:ea typeface="Arial"/>
                <a:cs typeface="Arial"/>
                <a:sym typeface="Arial"/>
              </a:endParaRPr>
            </a:p>
          </p:txBody>
        </p:sp>
        <p:sp>
          <p:nvSpPr>
            <p:cNvPr id="544" name="Google Shape;544;p31"/>
            <p:cNvSpPr txBox="1"/>
            <p:nvPr/>
          </p:nvSpPr>
          <p:spPr>
            <a:xfrm>
              <a:off x="5220000" y="5400000"/>
              <a:ext cx="2520000" cy="360000"/>
            </a:xfrm>
            <a:prstGeom prst="rect">
              <a:avLst/>
            </a:prstGeom>
            <a:noFill/>
            <a:ln>
              <a:noFill/>
            </a:ln>
          </p:spPr>
          <p:txBody>
            <a:bodyPr anchorCtr="0" anchor="ctr" bIns="91425" lIns="91425" spcFirstLastPara="1" rIns="91425" wrap="square" tIns="91425">
              <a:noAutofit/>
            </a:bodyPr>
            <a:lstStyle/>
            <a:p>
              <a:pPr indent="0" lvl="0" marL="0" marR="0" rtl="0" algn="l">
                <a:lnSpc>
                  <a:spcPct val="115000"/>
                </a:lnSpc>
                <a:spcBef>
                  <a:spcPts val="0"/>
                </a:spcBef>
                <a:spcAft>
                  <a:spcPts val="0"/>
                </a:spcAft>
                <a:buClr>
                  <a:srgbClr val="000000"/>
                </a:buClr>
                <a:buSzPts val="2000"/>
                <a:buFont typeface="Arial"/>
                <a:buNone/>
              </a:pPr>
              <a:r>
                <a:rPr b="1" i="1" lang="pt-BR" sz="1800" u="none" cap="none" strike="noStrike">
                  <a:solidFill>
                    <a:schemeClr val="dk1"/>
                  </a:solidFill>
                  <a:latin typeface="Arial"/>
                  <a:ea typeface="Arial"/>
                  <a:cs typeface="Arial"/>
                  <a:sym typeface="Arial"/>
                </a:rPr>
                <a:t>word problem</a:t>
              </a:r>
              <a:endParaRPr b="0" i="1" sz="1800" u="none" cap="none" strike="noStrike">
                <a:solidFill>
                  <a:srgbClr val="000000"/>
                </a:solidFill>
                <a:latin typeface="Arial"/>
                <a:ea typeface="Arial"/>
                <a:cs typeface="Arial"/>
                <a:sym typeface="Arial"/>
              </a:endParaRPr>
            </a:p>
          </p:txBody>
        </p:sp>
      </p:grpSp>
      <p:grpSp>
        <p:nvGrpSpPr>
          <p:cNvPr id="545" name="Google Shape;545;p31"/>
          <p:cNvGrpSpPr/>
          <p:nvPr/>
        </p:nvGrpSpPr>
        <p:grpSpPr>
          <a:xfrm>
            <a:off x="3310176" y="1092737"/>
            <a:ext cx="1620000" cy="720000"/>
            <a:chOff x="5220000" y="5040000"/>
            <a:chExt cx="1620000" cy="720000"/>
          </a:xfrm>
        </p:grpSpPr>
        <p:sp>
          <p:nvSpPr>
            <p:cNvPr id="546" name="Google Shape;546;p31"/>
            <p:cNvSpPr txBox="1"/>
            <p:nvPr/>
          </p:nvSpPr>
          <p:spPr>
            <a:xfrm>
              <a:off x="5220000" y="5040000"/>
              <a:ext cx="1620000" cy="467790"/>
            </a:xfrm>
            <a:prstGeom prst="rect">
              <a:avLst/>
            </a:prstGeom>
            <a:noFill/>
            <a:ln>
              <a:noFill/>
            </a:ln>
          </p:spPr>
          <p:txBody>
            <a:bodyPr anchorCtr="0" anchor="t" bIns="91425" lIns="91425" spcFirstLastPara="1" rIns="91425" wrap="square" tIns="91425">
              <a:spAutoFit/>
            </a:bodyPr>
            <a:lstStyle/>
            <a:p>
              <a:pPr indent="0" lvl="0" marL="0" marR="0" rtl="0" algn="l">
                <a:lnSpc>
                  <a:spcPct val="115000"/>
                </a:lnSpc>
                <a:spcBef>
                  <a:spcPts val="0"/>
                </a:spcBef>
                <a:spcAft>
                  <a:spcPts val="0"/>
                </a:spcAft>
                <a:buClr>
                  <a:srgbClr val="000000"/>
                </a:buClr>
                <a:buSzPts val="2000"/>
                <a:buFont typeface="Arial"/>
                <a:buNone/>
              </a:pPr>
              <a:r>
                <a:rPr b="1" i="0" lang="pt-BR" sz="1600" u="none" cap="none" strike="noStrike">
                  <a:solidFill>
                    <a:schemeClr val="lt1"/>
                  </a:solidFill>
                  <a:latin typeface="Arial"/>
                  <a:ea typeface="Arial"/>
                  <a:cs typeface="Arial"/>
                  <a:sym typeface="Arial"/>
                </a:rPr>
                <a:t>ARITMÉTICA</a:t>
              </a:r>
              <a:endParaRPr b="0" i="0" sz="1600" u="none" cap="none" strike="noStrike">
                <a:solidFill>
                  <a:schemeClr val="lt1"/>
                </a:solidFill>
                <a:latin typeface="Arial"/>
                <a:ea typeface="Arial"/>
                <a:cs typeface="Arial"/>
                <a:sym typeface="Arial"/>
              </a:endParaRPr>
            </a:p>
          </p:txBody>
        </p:sp>
        <p:sp>
          <p:nvSpPr>
            <p:cNvPr id="547" name="Google Shape;547;p31"/>
            <p:cNvSpPr txBox="1"/>
            <p:nvPr/>
          </p:nvSpPr>
          <p:spPr>
            <a:xfrm>
              <a:off x="5220000" y="5400000"/>
              <a:ext cx="1620000" cy="360000"/>
            </a:xfrm>
            <a:prstGeom prst="rect">
              <a:avLst/>
            </a:prstGeom>
            <a:noFill/>
            <a:ln>
              <a:noFill/>
            </a:ln>
          </p:spPr>
          <p:txBody>
            <a:bodyPr anchorCtr="0" anchor="ctr" bIns="91425" lIns="91425" spcFirstLastPara="1" rIns="91425" wrap="square" tIns="91425">
              <a:noAutofit/>
            </a:bodyPr>
            <a:lstStyle/>
            <a:p>
              <a:pPr indent="0" lvl="0" marL="0" marR="0" rtl="0" algn="l">
                <a:lnSpc>
                  <a:spcPct val="115000"/>
                </a:lnSpc>
                <a:spcBef>
                  <a:spcPts val="0"/>
                </a:spcBef>
                <a:spcAft>
                  <a:spcPts val="0"/>
                </a:spcAft>
                <a:buClr>
                  <a:schemeClr val="dk1"/>
                </a:buClr>
                <a:buSzPts val="1100"/>
                <a:buFont typeface="Arial"/>
                <a:buNone/>
              </a:pPr>
              <a:r>
                <a:rPr b="1" i="1" lang="pt-BR" sz="1800" u="none" cap="none" strike="noStrike">
                  <a:solidFill>
                    <a:schemeClr val="dk1"/>
                  </a:solidFill>
                  <a:latin typeface="Arial"/>
                  <a:ea typeface="Arial"/>
                  <a:cs typeface="Arial"/>
                  <a:sym typeface="Arial"/>
                </a:rPr>
                <a:t>arithmetic</a:t>
              </a:r>
              <a:endParaRPr b="1" i="1" sz="1800" u="none" cap="none" strike="noStrike">
                <a:solidFill>
                  <a:schemeClr val="dk1"/>
                </a:solidFill>
                <a:latin typeface="Arial"/>
                <a:ea typeface="Arial"/>
                <a:cs typeface="Arial"/>
                <a:sym typeface="Arial"/>
              </a:endParaRPr>
            </a:p>
          </p:txBody>
        </p:sp>
      </p:grpSp>
      <p:grpSp>
        <p:nvGrpSpPr>
          <p:cNvPr id="548" name="Google Shape;548;p31"/>
          <p:cNvGrpSpPr/>
          <p:nvPr/>
        </p:nvGrpSpPr>
        <p:grpSpPr>
          <a:xfrm>
            <a:off x="3268980" y="2062552"/>
            <a:ext cx="1620000" cy="720000"/>
            <a:chOff x="5220000" y="5040000"/>
            <a:chExt cx="1620000" cy="720000"/>
          </a:xfrm>
        </p:grpSpPr>
        <p:sp>
          <p:nvSpPr>
            <p:cNvPr id="549" name="Google Shape;549;p31"/>
            <p:cNvSpPr txBox="1"/>
            <p:nvPr/>
          </p:nvSpPr>
          <p:spPr>
            <a:xfrm>
              <a:off x="5220000" y="5040000"/>
              <a:ext cx="1620000" cy="467790"/>
            </a:xfrm>
            <a:prstGeom prst="rect">
              <a:avLst/>
            </a:prstGeom>
            <a:noFill/>
            <a:ln>
              <a:noFill/>
            </a:ln>
          </p:spPr>
          <p:txBody>
            <a:bodyPr anchorCtr="0" anchor="t" bIns="91425" lIns="91425" spcFirstLastPara="1" rIns="91425" wrap="square" tIns="91425">
              <a:spAutoFit/>
            </a:bodyPr>
            <a:lstStyle/>
            <a:p>
              <a:pPr indent="0" lvl="0" marL="0" marR="0" rtl="0" algn="l">
                <a:lnSpc>
                  <a:spcPct val="115000"/>
                </a:lnSpc>
                <a:spcBef>
                  <a:spcPts val="0"/>
                </a:spcBef>
                <a:spcAft>
                  <a:spcPts val="0"/>
                </a:spcAft>
                <a:buClr>
                  <a:srgbClr val="000000"/>
                </a:buClr>
                <a:buSzPts val="2000"/>
                <a:buFont typeface="Arial"/>
                <a:buNone/>
              </a:pPr>
              <a:r>
                <a:rPr b="1" i="0" lang="pt-BR" sz="1600" u="none" cap="none" strike="noStrike">
                  <a:solidFill>
                    <a:schemeClr val="lt1"/>
                  </a:solidFill>
                  <a:latin typeface="Arial"/>
                  <a:ea typeface="Arial"/>
                  <a:cs typeface="Arial"/>
                  <a:sym typeface="Arial"/>
                </a:rPr>
                <a:t>ÁLGEBRA</a:t>
              </a:r>
              <a:endParaRPr b="0" i="0" sz="1600" u="none" cap="none" strike="noStrike">
                <a:solidFill>
                  <a:schemeClr val="lt1"/>
                </a:solidFill>
                <a:latin typeface="Arial"/>
                <a:ea typeface="Arial"/>
                <a:cs typeface="Arial"/>
                <a:sym typeface="Arial"/>
              </a:endParaRPr>
            </a:p>
          </p:txBody>
        </p:sp>
        <p:sp>
          <p:nvSpPr>
            <p:cNvPr id="550" name="Google Shape;550;p31"/>
            <p:cNvSpPr txBox="1"/>
            <p:nvPr/>
          </p:nvSpPr>
          <p:spPr>
            <a:xfrm>
              <a:off x="5220000" y="5400000"/>
              <a:ext cx="1620000" cy="360000"/>
            </a:xfrm>
            <a:prstGeom prst="rect">
              <a:avLst/>
            </a:prstGeom>
            <a:noFill/>
            <a:ln>
              <a:noFill/>
            </a:ln>
          </p:spPr>
          <p:txBody>
            <a:bodyPr anchorCtr="0" anchor="ctr" bIns="91425" lIns="91425" spcFirstLastPara="1" rIns="91425" wrap="square" tIns="91425">
              <a:noAutofit/>
            </a:bodyPr>
            <a:lstStyle/>
            <a:p>
              <a:pPr indent="0" lvl="0" marL="0" marR="0" rtl="0" algn="l">
                <a:lnSpc>
                  <a:spcPct val="115000"/>
                </a:lnSpc>
                <a:spcBef>
                  <a:spcPts val="0"/>
                </a:spcBef>
                <a:spcAft>
                  <a:spcPts val="0"/>
                </a:spcAft>
                <a:buClr>
                  <a:srgbClr val="000000"/>
                </a:buClr>
                <a:buSzPts val="2000"/>
                <a:buFont typeface="Arial"/>
                <a:buNone/>
              </a:pPr>
              <a:r>
                <a:rPr b="1" i="1" lang="pt-BR" sz="1800" u="none" cap="none" strike="noStrike">
                  <a:solidFill>
                    <a:schemeClr val="dk1"/>
                  </a:solidFill>
                  <a:latin typeface="Arial"/>
                  <a:ea typeface="Arial"/>
                  <a:cs typeface="Arial"/>
                  <a:sym typeface="Arial"/>
                </a:rPr>
                <a:t>algebra</a:t>
              </a:r>
              <a:endParaRPr b="0" i="1" sz="1800" u="none" cap="none" strike="noStrike">
                <a:solidFill>
                  <a:srgbClr val="000000"/>
                </a:solidFill>
                <a:latin typeface="Arial"/>
                <a:ea typeface="Arial"/>
                <a:cs typeface="Arial"/>
                <a:sym typeface="Arial"/>
              </a:endParaRPr>
            </a:p>
          </p:txBody>
        </p:sp>
      </p:grpSp>
      <p:grpSp>
        <p:nvGrpSpPr>
          <p:cNvPr id="551" name="Google Shape;551;p31"/>
          <p:cNvGrpSpPr/>
          <p:nvPr/>
        </p:nvGrpSpPr>
        <p:grpSpPr>
          <a:xfrm>
            <a:off x="3310176" y="3071941"/>
            <a:ext cx="1620000" cy="720000"/>
            <a:chOff x="5220000" y="5040000"/>
            <a:chExt cx="1620000" cy="720000"/>
          </a:xfrm>
        </p:grpSpPr>
        <p:sp>
          <p:nvSpPr>
            <p:cNvPr id="552" name="Google Shape;552;p31"/>
            <p:cNvSpPr txBox="1"/>
            <p:nvPr/>
          </p:nvSpPr>
          <p:spPr>
            <a:xfrm>
              <a:off x="5220000" y="5040000"/>
              <a:ext cx="1620000" cy="467790"/>
            </a:xfrm>
            <a:prstGeom prst="rect">
              <a:avLst/>
            </a:prstGeom>
            <a:noFill/>
            <a:ln>
              <a:noFill/>
            </a:ln>
          </p:spPr>
          <p:txBody>
            <a:bodyPr anchorCtr="0" anchor="t" bIns="91425" lIns="91425" spcFirstLastPara="1" rIns="91425" wrap="square" tIns="91425">
              <a:spAutoFit/>
            </a:bodyPr>
            <a:lstStyle/>
            <a:p>
              <a:pPr indent="0" lvl="0" marL="0" marR="0" rtl="0" algn="l">
                <a:lnSpc>
                  <a:spcPct val="115000"/>
                </a:lnSpc>
                <a:spcBef>
                  <a:spcPts val="0"/>
                </a:spcBef>
                <a:spcAft>
                  <a:spcPts val="0"/>
                </a:spcAft>
                <a:buClr>
                  <a:srgbClr val="000000"/>
                </a:buClr>
                <a:buSzPts val="2000"/>
                <a:buFont typeface="Arial"/>
                <a:buNone/>
              </a:pPr>
              <a:r>
                <a:rPr b="1" i="0" lang="pt-BR" sz="1600" u="none" cap="none" strike="noStrike">
                  <a:solidFill>
                    <a:schemeClr val="lt1"/>
                  </a:solidFill>
                  <a:latin typeface="Arial"/>
                  <a:ea typeface="Arial"/>
                  <a:cs typeface="Arial"/>
                  <a:sym typeface="Arial"/>
                </a:rPr>
                <a:t>GEOMETRIA</a:t>
              </a:r>
              <a:endParaRPr b="0" i="0" sz="1600" u="none" cap="none" strike="noStrike">
                <a:solidFill>
                  <a:schemeClr val="lt1"/>
                </a:solidFill>
                <a:latin typeface="Arial"/>
                <a:ea typeface="Arial"/>
                <a:cs typeface="Arial"/>
                <a:sym typeface="Arial"/>
              </a:endParaRPr>
            </a:p>
          </p:txBody>
        </p:sp>
        <p:sp>
          <p:nvSpPr>
            <p:cNvPr id="553" name="Google Shape;553;p31"/>
            <p:cNvSpPr txBox="1"/>
            <p:nvPr/>
          </p:nvSpPr>
          <p:spPr>
            <a:xfrm>
              <a:off x="5220000" y="5400000"/>
              <a:ext cx="1620000" cy="360000"/>
            </a:xfrm>
            <a:prstGeom prst="rect">
              <a:avLst/>
            </a:prstGeom>
            <a:noFill/>
            <a:ln>
              <a:noFill/>
            </a:ln>
          </p:spPr>
          <p:txBody>
            <a:bodyPr anchorCtr="0" anchor="ctr" bIns="91425" lIns="91425" spcFirstLastPara="1" rIns="91425" wrap="square" tIns="91425">
              <a:noAutofit/>
            </a:bodyPr>
            <a:lstStyle/>
            <a:p>
              <a:pPr indent="0" lvl="0" marL="0" marR="0" rtl="0" algn="l">
                <a:lnSpc>
                  <a:spcPct val="115000"/>
                </a:lnSpc>
                <a:spcBef>
                  <a:spcPts val="0"/>
                </a:spcBef>
                <a:spcAft>
                  <a:spcPts val="0"/>
                </a:spcAft>
                <a:buClr>
                  <a:srgbClr val="000000"/>
                </a:buClr>
                <a:buSzPts val="2000"/>
                <a:buFont typeface="Arial"/>
                <a:buNone/>
              </a:pPr>
              <a:r>
                <a:rPr b="1" i="1" lang="pt-BR" sz="1800" u="none" cap="none" strike="noStrike">
                  <a:solidFill>
                    <a:schemeClr val="dk1"/>
                  </a:solidFill>
                  <a:latin typeface="Arial"/>
                  <a:ea typeface="Arial"/>
                  <a:cs typeface="Arial"/>
                  <a:sym typeface="Arial"/>
                </a:rPr>
                <a:t>geometry</a:t>
              </a:r>
              <a:endParaRPr b="0" i="1" sz="1800" u="none" cap="none" strike="noStrike">
                <a:solidFill>
                  <a:srgbClr val="000000"/>
                </a:solidFill>
                <a:latin typeface="Arial"/>
                <a:ea typeface="Arial"/>
                <a:cs typeface="Arial"/>
                <a:sym typeface="Arial"/>
              </a:endParaRPr>
            </a:p>
          </p:txBody>
        </p:sp>
      </p:grpSp>
      <p:sp>
        <p:nvSpPr>
          <p:cNvPr id="554" name="Google Shape;554;p31"/>
          <p:cNvSpPr txBox="1"/>
          <p:nvPr/>
        </p:nvSpPr>
        <p:spPr>
          <a:xfrm>
            <a:off x="576578" y="1699118"/>
            <a:ext cx="1620000" cy="750945"/>
          </a:xfrm>
          <a:prstGeom prst="rect">
            <a:avLst/>
          </a:prstGeom>
          <a:noFill/>
          <a:ln>
            <a:noFill/>
          </a:ln>
        </p:spPr>
        <p:txBody>
          <a:bodyPr anchorCtr="0" anchor="t" bIns="91425" lIns="91425" spcFirstLastPara="1" rIns="91425" wrap="square" tIns="91425">
            <a:spAutoFit/>
          </a:bodyPr>
          <a:lstStyle/>
          <a:p>
            <a:pPr indent="0" lvl="0" marL="0" marR="0" rtl="0" algn="ctr">
              <a:lnSpc>
                <a:spcPct val="115000"/>
              </a:lnSpc>
              <a:spcBef>
                <a:spcPts val="0"/>
              </a:spcBef>
              <a:spcAft>
                <a:spcPts val="0"/>
              </a:spcAft>
              <a:buClr>
                <a:srgbClr val="000000"/>
              </a:buClr>
              <a:buSzPts val="2000"/>
              <a:buFont typeface="Arial"/>
              <a:buNone/>
            </a:pPr>
            <a:r>
              <a:rPr b="1" i="0" lang="pt-BR" sz="1600" u="none" cap="none" strike="noStrike">
                <a:solidFill>
                  <a:srgbClr val="000000"/>
                </a:solidFill>
                <a:latin typeface="Work Sans"/>
                <a:ea typeface="Work Sans"/>
                <a:cs typeface="Work Sans"/>
                <a:sym typeface="Work Sans"/>
              </a:rPr>
              <a:t>Quantitative Reasoning</a:t>
            </a:r>
            <a:endParaRPr b="0" i="0" sz="1600" u="none" cap="none" strike="noStrike">
              <a:solidFill>
                <a:srgbClr val="000000"/>
              </a:solidFill>
              <a:latin typeface="Work Sans"/>
              <a:ea typeface="Work Sans"/>
              <a:cs typeface="Work Sans"/>
              <a:sym typeface="Work Sans"/>
            </a:endParaRPr>
          </a:p>
        </p:txBody>
      </p:sp>
      <p:grpSp>
        <p:nvGrpSpPr>
          <p:cNvPr id="555" name="Google Shape;555;p31"/>
          <p:cNvGrpSpPr/>
          <p:nvPr/>
        </p:nvGrpSpPr>
        <p:grpSpPr>
          <a:xfrm>
            <a:off x="2681424" y="1189522"/>
            <a:ext cx="587556" cy="576001"/>
            <a:chOff x="2681424" y="1189522"/>
            <a:chExt cx="587556" cy="576001"/>
          </a:xfrm>
        </p:grpSpPr>
        <p:sp>
          <p:nvSpPr>
            <p:cNvPr id="556" name="Google Shape;556;p31"/>
            <p:cNvSpPr txBox="1"/>
            <p:nvPr/>
          </p:nvSpPr>
          <p:spPr>
            <a:xfrm>
              <a:off x="2681424" y="1189522"/>
              <a:ext cx="587556" cy="576001"/>
            </a:xfrm>
            <a:prstGeom prst="rect">
              <a:avLst/>
            </a:prstGeom>
            <a:solidFill>
              <a:schemeClr val="dk1"/>
            </a:solidFill>
            <a:ln>
              <a:noFill/>
            </a:ln>
          </p:spPr>
          <p:txBody>
            <a:bodyPr anchorCtr="0" anchor="ctr" bIns="91425" lIns="0" spcFirstLastPara="1" rIns="0" wrap="square" tIns="91425">
              <a:noAutofit/>
            </a:bodyPr>
            <a:lstStyle/>
            <a:p>
              <a:pPr indent="0" lvl="0" marL="0" marR="0" rtl="0" algn="ctr">
                <a:lnSpc>
                  <a:spcPct val="100000"/>
                </a:lnSpc>
                <a:spcBef>
                  <a:spcPts val="0"/>
                </a:spcBef>
                <a:spcAft>
                  <a:spcPts val="0"/>
                </a:spcAft>
                <a:buClr>
                  <a:srgbClr val="000000"/>
                </a:buClr>
                <a:buSzPts val="3000"/>
                <a:buFont typeface="Arial"/>
                <a:buNone/>
              </a:pPr>
              <a:r>
                <a:t/>
              </a:r>
              <a:endParaRPr b="0" i="0" sz="3000" u="none" cap="none" strike="noStrike">
                <a:solidFill>
                  <a:srgbClr val="F3F3F3"/>
                </a:solidFill>
                <a:latin typeface="Kanit"/>
                <a:ea typeface="Kanit"/>
                <a:cs typeface="Kanit"/>
                <a:sym typeface="Kanit"/>
              </a:endParaRPr>
            </a:p>
          </p:txBody>
        </p:sp>
        <p:pic>
          <p:nvPicPr>
            <p:cNvPr descr="Abacus outline" id="557" name="Google Shape;557;p31"/>
            <p:cNvPicPr preferRelativeResize="0"/>
            <p:nvPr/>
          </p:nvPicPr>
          <p:blipFill rotWithShape="1">
            <a:blip r:embed="rId4">
              <a:alphaModFix/>
            </a:blip>
            <a:srcRect b="0" l="0" r="0" t="0"/>
            <a:stretch/>
          </p:blipFill>
          <p:spPr>
            <a:xfrm>
              <a:off x="2712741" y="1211923"/>
              <a:ext cx="524922" cy="524922"/>
            </a:xfrm>
            <a:prstGeom prst="rect">
              <a:avLst/>
            </a:prstGeom>
            <a:noFill/>
            <a:ln>
              <a:noFill/>
            </a:ln>
          </p:spPr>
        </p:pic>
      </p:grpSp>
      <p:grpSp>
        <p:nvGrpSpPr>
          <p:cNvPr id="558" name="Google Shape;558;p31"/>
          <p:cNvGrpSpPr/>
          <p:nvPr/>
        </p:nvGrpSpPr>
        <p:grpSpPr>
          <a:xfrm>
            <a:off x="2681424" y="3154785"/>
            <a:ext cx="609517" cy="609517"/>
            <a:chOff x="2681424" y="3154785"/>
            <a:chExt cx="609517" cy="609517"/>
          </a:xfrm>
        </p:grpSpPr>
        <p:sp>
          <p:nvSpPr>
            <p:cNvPr id="559" name="Google Shape;559;p31"/>
            <p:cNvSpPr txBox="1"/>
            <p:nvPr/>
          </p:nvSpPr>
          <p:spPr>
            <a:xfrm>
              <a:off x="2681424" y="3156655"/>
              <a:ext cx="587556" cy="576001"/>
            </a:xfrm>
            <a:prstGeom prst="rect">
              <a:avLst/>
            </a:prstGeom>
            <a:solidFill>
              <a:schemeClr val="dk1"/>
            </a:solidFill>
            <a:ln>
              <a:noFill/>
            </a:ln>
          </p:spPr>
          <p:txBody>
            <a:bodyPr anchorCtr="0" anchor="ctr" bIns="91425" lIns="0" spcFirstLastPara="1" rIns="0" wrap="square" tIns="91425">
              <a:noAutofit/>
            </a:bodyPr>
            <a:lstStyle/>
            <a:p>
              <a:pPr indent="0" lvl="0" marL="0" marR="0" rtl="0" algn="ctr">
                <a:lnSpc>
                  <a:spcPct val="100000"/>
                </a:lnSpc>
                <a:spcBef>
                  <a:spcPts val="0"/>
                </a:spcBef>
                <a:spcAft>
                  <a:spcPts val="0"/>
                </a:spcAft>
                <a:buClr>
                  <a:srgbClr val="000000"/>
                </a:buClr>
                <a:buSzPts val="3000"/>
                <a:buFont typeface="Arial"/>
                <a:buNone/>
              </a:pPr>
              <a:r>
                <a:t/>
              </a:r>
              <a:endParaRPr b="0" i="0" sz="3000" u="none" cap="none" strike="noStrike">
                <a:solidFill>
                  <a:srgbClr val="F3F3F3"/>
                </a:solidFill>
                <a:latin typeface="Kanit"/>
                <a:ea typeface="Kanit"/>
                <a:cs typeface="Kanit"/>
                <a:sym typeface="Kanit"/>
              </a:endParaRPr>
            </a:p>
          </p:txBody>
        </p:sp>
        <p:pic>
          <p:nvPicPr>
            <p:cNvPr descr="Cube outline" id="560" name="Google Shape;560;p31"/>
            <p:cNvPicPr preferRelativeResize="0"/>
            <p:nvPr/>
          </p:nvPicPr>
          <p:blipFill rotWithShape="1">
            <a:blip r:embed="rId5">
              <a:alphaModFix/>
            </a:blip>
            <a:srcRect b="0" l="0" r="0" t="0"/>
            <a:stretch/>
          </p:blipFill>
          <p:spPr>
            <a:xfrm>
              <a:off x="2681424" y="3154785"/>
              <a:ext cx="609517" cy="609517"/>
            </a:xfrm>
            <a:prstGeom prst="rect">
              <a:avLst/>
            </a:prstGeom>
            <a:noFill/>
            <a:ln>
              <a:noFill/>
            </a:ln>
          </p:spPr>
        </p:pic>
      </p:grpSp>
      <p:grpSp>
        <p:nvGrpSpPr>
          <p:cNvPr id="561" name="Google Shape;561;p31"/>
          <p:cNvGrpSpPr/>
          <p:nvPr/>
        </p:nvGrpSpPr>
        <p:grpSpPr>
          <a:xfrm>
            <a:off x="2681424" y="2177901"/>
            <a:ext cx="587556" cy="588657"/>
            <a:chOff x="2681424" y="2177901"/>
            <a:chExt cx="587556" cy="588657"/>
          </a:xfrm>
        </p:grpSpPr>
        <p:sp>
          <p:nvSpPr>
            <p:cNvPr id="562" name="Google Shape;562;p31"/>
            <p:cNvSpPr txBox="1"/>
            <p:nvPr/>
          </p:nvSpPr>
          <p:spPr>
            <a:xfrm>
              <a:off x="2681424" y="2177901"/>
              <a:ext cx="587556" cy="576001"/>
            </a:xfrm>
            <a:prstGeom prst="rect">
              <a:avLst/>
            </a:prstGeom>
            <a:solidFill>
              <a:schemeClr val="dk1"/>
            </a:solidFill>
            <a:ln>
              <a:noFill/>
            </a:ln>
          </p:spPr>
          <p:txBody>
            <a:bodyPr anchorCtr="0" anchor="ctr" bIns="91425" lIns="0" spcFirstLastPara="1" rIns="0" wrap="square" tIns="91425">
              <a:noAutofit/>
            </a:bodyPr>
            <a:lstStyle/>
            <a:p>
              <a:pPr indent="0" lvl="0" marL="0" marR="0" rtl="0" algn="ctr">
                <a:lnSpc>
                  <a:spcPct val="100000"/>
                </a:lnSpc>
                <a:spcBef>
                  <a:spcPts val="0"/>
                </a:spcBef>
                <a:spcAft>
                  <a:spcPts val="0"/>
                </a:spcAft>
                <a:buClr>
                  <a:srgbClr val="000000"/>
                </a:buClr>
                <a:buSzPts val="3000"/>
                <a:buFont typeface="Arial"/>
                <a:buNone/>
              </a:pPr>
              <a:r>
                <a:t/>
              </a:r>
              <a:endParaRPr b="0" i="0" sz="3000" u="none" cap="none" strike="noStrike">
                <a:solidFill>
                  <a:srgbClr val="F3F3F3"/>
                </a:solidFill>
                <a:latin typeface="Kanit"/>
                <a:ea typeface="Kanit"/>
                <a:cs typeface="Kanit"/>
                <a:sym typeface="Kanit"/>
              </a:endParaRPr>
            </a:p>
          </p:txBody>
        </p:sp>
        <p:pic>
          <p:nvPicPr>
            <p:cNvPr descr="Mathematics outline" id="563" name="Google Shape;563;p31"/>
            <p:cNvPicPr preferRelativeResize="0"/>
            <p:nvPr/>
          </p:nvPicPr>
          <p:blipFill rotWithShape="1">
            <a:blip r:embed="rId6">
              <a:alphaModFix/>
            </a:blip>
            <a:srcRect b="0" l="0" r="0" t="0"/>
            <a:stretch/>
          </p:blipFill>
          <p:spPr>
            <a:xfrm>
              <a:off x="2681424" y="2179002"/>
              <a:ext cx="587556" cy="587556"/>
            </a:xfrm>
            <a:prstGeom prst="rect">
              <a:avLst/>
            </a:prstGeom>
            <a:noFill/>
            <a:ln>
              <a:noFill/>
            </a:ln>
          </p:spPr>
        </p:pic>
      </p:grpSp>
      <p:grpSp>
        <p:nvGrpSpPr>
          <p:cNvPr id="564" name="Google Shape;564;p31"/>
          <p:cNvGrpSpPr/>
          <p:nvPr/>
        </p:nvGrpSpPr>
        <p:grpSpPr>
          <a:xfrm>
            <a:off x="2681424" y="4117956"/>
            <a:ext cx="589127" cy="598281"/>
            <a:chOff x="2681424" y="4117956"/>
            <a:chExt cx="589127" cy="598281"/>
          </a:xfrm>
        </p:grpSpPr>
        <p:sp>
          <p:nvSpPr>
            <p:cNvPr id="565" name="Google Shape;565;p31"/>
            <p:cNvSpPr txBox="1"/>
            <p:nvPr/>
          </p:nvSpPr>
          <p:spPr>
            <a:xfrm>
              <a:off x="2681424" y="4117956"/>
              <a:ext cx="587556" cy="576001"/>
            </a:xfrm>
            <a:prstGeom prst="rect">
              <a:avLst/>
            </a:prstGeom>
            <a:solidFill>
              <a:schemeClr val="dk1"/>
            </a:solidFill>
            <a:ln>
              <a:noFill/>
            </a:ln>
          </p:spPr>
          <p:txBody>
            <a:bodyPr anchorCtr="0" anchor="ctr" bIns="91425" lIns="0" spcFirstLastPara="1" rIns="0" wrap="square" tIns="91425">
              <a:noAutofit/>
            </a:bodyPr>
            <a:lstStyle/>
            <a:p>
              <a:pPr indent="0" lvl="0" marL="0" marR="0" rtl="0" algn="ctr">
                <a:lnSpc>
                  <a:spcPct val="100000"/>
                </a:lnSpc>
                <a:spcBef>
                  <a:spcPts val="0"/>
                </a:spcBef>
                <a:spcAft>
                  <a:spcPts val="0"/>
                </a:spcAft>
                <a:buClr>
                  <a:srgbClr val="000000"/>
                </a:buClr>
                <a:buSzPts val="3000"/>
                <a:buFont typeface="Arial"/>
                <a:buNone/>
              </a:pPr>
              <a:r>
                <a:t/>
              </a:r>
              <a:endParaRPr b="0" i="0" sz="3000" u="none" cap="none" strike="noStrike">
                <a:solidFill>
                  <a:srgbClr val="F3F3F3"/>
                </a:solidFill>
                <a:latin typeface="Kanit"/>
                <a:ea typeface="Kanit"/>
                <a:cs typeface="Kanit"/>
                <a:sym typeface="Kanit"/>
              </a:endParaRPr>
            </a:p>
          </p:txBody>
        </p:sp>
        <p:pic>
          <p:nvPicPr>
            <p:cNvPr descr="Puzzle outline" id="566" name="Google Shape;566;p31"/>
            <p:cNvPicPr preferRelativeResize="0"/>
            <p:nvPr/>
          </p:nvPicPr>
          <p:blipFill rotWithShape="1">
            <a:blip r:embed="rId7">
              <a:alphaModFix/>
            </a:blip>
            <a:srcRect b="0" l="0" r="0" t="0"/>
            <a:stretch/>
          </p:blipFill>
          <p:spPr>
            <a:xfrm>
              <a:off x="2682995" y="4128681"/>
              <a:ext cx="587556" cy="587556"/>
            </a:xfrm>
            <a:prstGeom prst="rect">
              <a:avLst/>
            </a:prstGeom>
            <a:noFill/>
            <a:ln>
              <a:noFill/>
            </a:ln>
          </p:spPr>
        </p:pic>
      </p:grpSp>
      <p:sp>
        <p:nvSpPr>
          <p:cNvPr id="567" name="Google Shape;567;p31"/>
          <p:cNvSpPr txBox="1"/>
          <p:nvPr/>
        </p:nvSpPr>
        <p:spPr>
          <a:xfrm>
            <a:off x="0" y="4825425"/>
            <a:ext cx="4862100" cy="276900"/>
          </a:xfrm>
          <a:prstGeom prst="rect">
            <a:avLst/>
          </a:prstGeom>
          <a:noFill/>
          <a:ln>
            <a:noFill/>
          </a:ln>
        </p:spPr>
        <p:txBody>
          <a:bodyPr anchorCtr="0" anchor="t" bIns="68550" lIns="137125" spcFirstLastPara="1" rIns="137125" wrap="square" tIns="68550">
            <a:spAutoFit/>
          </a:bodyPr>
          <a:lstStyle/>
          <a:p>
            <a:pPr indent="0" lvl="0" marL="0" marR="0" rtl="0" algn="l">
              <a:lnSpc>
                <a:spcPct val="100000"/>
              </a:lnSpc>
              <a:spcBef>
                <a:spcPts val="0"/>
              </a:spcBef>
              <a:spcAft>
                <a:spcPts val="0"/>
              </a:spcAft>
              <a:buClr>
                <a:srgbClr val="000000"/>
              </a:buClr>
              <a:buSzPts val="900"/>
              <a:buFont typeface="Arial"/>
              <a:buNone/>
            </a:pPr>
            <a:r>
              <a:rPr b="1" i="0" lang="pt-BR" sz="900" u="none" cap="none" strike="noStrike">
                <a:solidFill>
                  <a:srgbClr val="000000"/>
                </a:solidFill>
                <a:latin typeface="Arial"/>
                <a:ea typeface="Arial"/>
                <a:cs typeface="Arial"/>
                <a:sym typeface="Arial"/>
              </a:rPr>
              <a:t>Prep4Consulting 2026.2 </a:t>
            </a:r>
            <a:r>
              <a:rPr b="0" i="0" lang="pt-BR" sz="900" u="none" cap="none" strike="noStrike">
                <a:solidFill>
                  <a:srgbClr val="000000"/>
                </a:solidFill>
                <a:latin typeface="Arial"/>
                <a:ea typeface="Arial"/>
                <a:cs typeface="Arial"/>
                <a:sym typeface="Arial"/>
              </a:rPr>
              <a:t>| GMAT: Estrutura da Prova</a:t>
            </a:r>
            <a:endParaRPr b="0" i="0" sz="900" u="none" cap="none" strike="noStrike">
              <a:solidFill>
                <a:srgbClr val="000000"/>
              </a:solidFill>
              <a:latin typeface="Arial"/>
              <a:ea typeface="Arial"/>
              <a:cs typeface="Arial"/>
              <a:sym typeface="Arial"/>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55"/>
                                        </p:tgtEl>
                                        <p:attrNameLst>
                                          <p:attrName>style.visibility</p:attrName>
                                        </p:attrNameLst>
                                      </p:cBhvr>
                                      <p:to>
                                        <p:strVal val="visible"/>
                                      </p:to>
                                    </p:set>
                                  </p:childTnLst>
                                </p:cTn>
                              </p:par>
                              <p:par>
                                <p:cTn fill="hold" nodeType="withEffect" presetClass="entr" presetID="1" presetSubtype="0">
                                  <p:stCondLst>
                                    <p:cond delay="0"/>
                                  </p:stCondLst>
                                  <p:childTnLst>
                                    <p:set>
                                      <p:cBhvr>
                                        <p:cTn dur="1" fill="hold">
                                          <p:stCondLst>
                                            <p:cond delay="0"/>
                                          </p:stCondLst>
                                        </p:cTn>
                                        <p:tgtEl>
                                          <p:spTgt spid="545"/>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61"/>
                                        </p:tgtEl>
                                        <p:attrNameLst>
                                          <p:attrName>style.visibility</p:attrName>
                                        </p:attrNameLst>
                                      </p:cBhvr>
                                      <p:to>
                                        <p:strVal val="visible"/>
                                      </p:to>
                                    </p:set>
                                  </p:childTnLst>
                                </p:cTn>
                              </p:par>
                              <p:par>
                                <p:cTn fill="hold" nodeType="withEffect" presetClass="entr" presetID="1" presetSubtype="0">
                                  <p:stCondLst>
                                    <p:cond delay="0"/>
                                  </p:stCondLst>
                                  <p:childTnLst>
                                    <p:set>
                                      <p:cBhvr>
                                        <p:cTn dur="1" fill="hold">
                                          <p:stCondLst>
                                            <p:cond delay="0"/>
                                          </p:stCondLst>
                                        </p:cTn>
                                        <p:tgtEl>
                                          <p:spTgt spid="548"/>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58"/>
                                        </p:tgtEl>
                                        <p:attrNameLst>
                                          <p:attrName>style.visibility</p:attrName>
                                        </p:attrNameLst>
                                      </p:cBhvr>
                                      <p:to>
                                        <p:strVal val="visible"/>
                                      </p:to>
                                    </p:set>
                                  </p:childTnLst>
                                </p:cTn>
                              </p:par>
                              <p:par>
                                <p:cTn fill="hold" nodeType="withEffect" presetClass="entr" presetID="1" presetSubtype="0">
                                  <p:stCondLst>
                                    <p:cond delay="0"/>
                                  </p:stCondLst>
                                  <p:childTnLst>
                                    <p:set>
                                      <p:cBhvr>
                                        <p:cTn dur="1" fill="hold">
                                          <p:stCondLst>
                                            <p:cond delay="0"/>
                                          </p:stCondLst>
                                        </p:cTn>
                                        <p:tgtEl>
                                          <p:spTgt spid="551"/>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64"/>
                                        </p:tgtEl>
                                        <p:attrNameLst>
                                          <p:attrName>style.visibility</p:attrName>
                                        </p:attrNameLst>
                                      </p:cBhvr>
                                      <p:to>
                                        <p:strVal val="visible"/>
                                      </p:to>
                                    </p:set>
                                  </p:childTnLst>
                                </p:cTn>
                              </p:par>
                              <p:par>
                                <p:cTn fill="hold" nodeType="withEffect" presetClass="entr" presetID="1" presetSubtype="0">
                                  <p:stCondLst>
                                    <p:cond delay="0"/>
                                  </p:stCondLst>
                                  <p:childTnLst>
                                    <p:set>
                                      <p:cBhvr>
                                        <p:cTn dur="1" fill="hold">
                                          <p:stCondLst>
                                            <p:cond delay="0"/>
                                          </p:stCondLst>
                                        </p:cTn>
                                        <p:tgtEl>
                                          <p:spTgt spid="542"/>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71" name="Shape 571"/>
        <p:cNvGrpSpPr/>
        <p:nvPr/>
      </p:nvGrpSpPr>
      <p:grpSpPr>
        <a:xfrm>
          <a:off x="0" y="0"/>
          <a:ext cx="0" cy="0"/>
          <a:chOff x="0" y="0"/>
          <a:chExt cx="0" cy="0"/>
        </a:xfrm>
      </p:grpSpPr>
      <p:sp>
        <p:nvSpPr>
          <p:cNvPr id="572" name="Google Shape;572;p32"/>
          <p:cNvSpPr txBox="1"/>
          <p:nvPr/>
        </p:nvSpPr>
        <p:spPr>
          <a:xfrm>
            <a:off x="4949618" y="3048245"/>
            <a:ext cx="587556" cy="576001"/>
          </a:xfrm>
          <a:prstGeom prst="rect">
            <a:avLst/>
          </a:prstGeom>
          <a:solidFill>
            <a:srgbClr val="FFFFFF"/>
          </a:solidFill>
          <a:ln cap="flat" cmpd="sng" w="38100">
            <a:solidFill>
              <a:schemeClr val="dk1"/>
            </a:solidFill>
            <a:prstDash val="solid"/>
            <a:round/>
            <a:headEnd len="sm" w="sm" type="none"/>
            <a:tailEnd len="sm" w="sm" type="none"/>
          </a:ln>
        </p:spPr>
        <p:txBody>
          <a:bodyPr anchorCtr="0" anchor="ctr" bIns="91425" lIns="0" spcFirstLastPara="1" rIns="0" wrap="square" tIns="91425">
            <a:noAutofit/>
          </a:bodyPr>
          <a:lstStyle/>
          <a:p>
            <a:pPr indent="0" lvl="0" marL="0" marR="0" rtl="0" algn="ctr">
              <a:lnSpc>
                <a:spcPct val="100000"/>
              </a:lnSpc>
              <a:spcBef>
                <a:spcPts val="0"/>
              </a:spcBef>
              <a:spcAft>
                <a:spcPts val="0"/>
              </a:spcAft>
              <a:buClr>
                <a:srgbClr val="000000"/>
              </a:buClr>
              <a:buSzPts val="3000"/>
              <a:buFont typeface="Arial"/>
              <a:buNone/>
            </a:pPr>
            <a:r>
              <a:t/>
            </a:r>
            <a:endParaRPr b="0" i="0" sz="3000" u="none" cap="none" strike="noStrike">
              <a:solidFill>
                <a:srgbClr val="F3F3F3"/>
              </a:solidFill>
              <a:latin typeface="Kanit"/>
              <a:ea typeface="Kanit"/>
              <a:cs typeface="Kanit"/>
              <a:sym typeface="Kanit"/>
            </a:endParaRPr>
          </a:p>
        </p:txBody>
      </p:sp>
      <p:sp>
        <p:nvSpPr>
          <p:cNvPr id="573" name="Google Shape;573;p32"/>
          <p:cNvSpPr txBox="1"/>
          <p:nvPr/>
        </p:nvSpPr>
        <p:spPr>
          <a:xfrm>
            <a:off x="4942955" y="2060995"/>
            <a:ext cx="587556" cy="576001"/>
          </a:xfrm>
          <a:prstGeom prst="rect">
            <a:avLst/>
          </a:prstGeom>
          <a:solidFill>
            <a:srgbClr val="FFFFFF"/>
          </a:solidFill>
          <a:ln cap="flat" cmpd="sng" w="38100">
            <a:solidFill>
              <a:schemeClr val="dk1"/>
            </a:solidFill>
            <a:prstDash val="solid"/>
            <a:round/>
            <a:headEnd len="sm" w="sm" type="none"/>
            <a:tailEnd len="sm" w="sm" type="none"/>
          </a:ln>
        </p:spPr>
        <p:txBody>
          <a:bodyPr anchorCtr="0" anchor="ctr" bIns="91425" lIns="0" spcFirstLastPara="1" rIns="0" wrap="square" tIns="91425">
            <a:noAutofit/>
          </a:bodyPr>
          <a:lstStyle/>
          <a:p>
            <a:pPr indent="0" lvl="0" marL="0" marR="0" rtl="0" algn="ctr">
              <a:lnSpc>
                <a:spcPct val="100000"/>
              </a:lnSpc>
              <a:spcBef>
                <a:spcPts val="0"/>
              </a:spcBef>
              <a:spcAft>
                <a:spcPts val="0"/>
              </a:spcAft>
              <a:buClr>
                <a:srgbClr val="000000"/>
              </a:buClr>
              <a:buSzPts val="3000"/>
              <a:buFont typeface="Arial"/>
              <a:buNone/>
            </a:pPr>
            <a:r>
              <a:t/>
            </a:r>
            <a:endParaRPr b="0" i="0" sz="3000" u="none" cap="none" strike="noStrike">
              <a:solidFill>
                <a:srgbClr val="F3F3F3"/>
              </a:solidFill>
              <a:latin typeface="Kanit"/>
              <a:ea typeface="Kanit"/>
              <a:cs typeface="Kanit"/>
              <a:sym typeface="Kanit"/>
            </a:endParaRPr>
          </a:p>
        </p:txBody>
      </p:sp>
      <p:sp>
        <p:nvSpPr>
          <p:cNvPr id="574" name="Google Shape;574;p32"/>
          <p:cNvSpPr txBox="1"/>
          <p:nvPr/>
        </p:nvSpPr>
        <p:spPr>
          <a:xfrm>
            <a:off x="1011707" y="4035497"/>
            <a:ext cx="587556" cy="576001"/>
          </a:xfrm>
          <a:prstGeom prst="rect">
            <a:avLst/>
          </a:prstGeom>
          <a:solidFill>
            <a:srgbClr val="FFFFFF"/>
          </a:solidFill>
          <a:ln cap="flat" cmpd="sng" w="38100">
            <a:solidFill>
              <a:schemeClr val="dk1"/>
            </a:solidFill>
            <a:prstDash val="solid"/>
            <a:round/>
            <a:headEnd len="sm" w="sm" type="none"/>
            <a:tailEnd len="sm" w="sm" type="none"/>
          </a:ln>
        </p:spPr>
        <p:txBody>
          <a:bodyPr anchorCtr="0" anchor="ctr" bIns="91425" lIns="0" spcFirstLastPara="1" rIns="0" wrap="square" tIns="91425">
            <a:noAutofit/>
          </a:bodyPr>
          <a:lstStyle/>
          <a:p>
            <a:pPr indent="0" lvl="0" marL="0" marR="0" rtl="0" algn="ctr">
              <a:lnSpc>
                <a:spcPct val="100000"/>
              </a:lnSpc>
              <a:spcBef>
                <a:spcPts val="0"/>
              </a:spcBef>
              <a:spcAft>
                <a:spcPts val="0"/>
              </a:spcAft>
              <a:buClr>
                <a:srgbClr val="000000"/>
              </a:buClr>
              <a:buSzPts val="3000"/>
              <a:buFont typeface="Arial"/>
              <a:buNone/>
            </a:pPr>
            <a:r>
              <a:t/>
            </a:r>
            <a:endParaRPr b="0" i="0" sz="3000" u="none" cap="none" strike="noStrike">
              <a:solidFill>
                <a:srgbClr val="F3F3F3"/>
              </a:solidFill>
              <a:latin typeface="Kanit"/>
              <a:ea typeface="Kanit"/>
              <a:cs typeface="Kanit"/>
              <a:sym typeface="Kanit"/>
            </a:endParaRPr>
          </a:p>
        </p:txBody>
      </p:sp>
      <p:sp>
        <p:nvSpPr>
          <p:cNvPr id="575" name="Google Shape;575;p32"/>
          <p:cNvSpPr txBox="1"/>
          <p:nvPr/>
        </p:nvSpPr>
        <p:spPr>
          <a:xfrm>
            <a:off x="996447" y="3048246"/>
            <a:ext cx="587556" cy="576001"/>
          </a:xfrm>
          <a:prstGeom prst="rect">
            <a:avLst/>
          </a:prstGeom>
          <a:solidFill>
            <a:srgbClr val="FFFFFF"/>
          </a:solidFill>
          <a:ln cap="flat" cmpd="sng" w="38100">
            <a:solidFill>
              <a:schemeClr val="dk1"/>
            </a:solidFill>
            <a:prstDash val="solid"/>
            <a:round/>
            <a:headEnd len="sm" w="sm" type="none"/>
            <a:tailEnd len="sm" w="sm" type="none"/>
          </a:ln>
        </p:spPr>
        <p:txBody>
          <a:bodyPr anchorCtr="0" anchor="ctr" bIns="91425" lIns="0" spcFirstLastPara="1" rIns="0" wrap="square" tIns="91425">
            <a:noAutofit/>
          </a:bodyPr>
          <a:lstStyle/>
          <a:p>
            <a:pPr indent="0" lvl="0" marL="0" marR="0" rtl="0" algn="ctr">
              <a:lnSpc>
                <a:spcPct val="100000"/>
              </a:lnSpc>
              <a:spcBef>
                <a:spcPts val="0"/>
              </a:spcBef>
              <a:spcAft>
                <a:spcPts val="0"/>
              </a:spcAft>
              <a:buClr>
                <a:srgbClr val="000000"/>
              </a:buClr>
              <a:buSzPts val="3000"/>
              <a:buFont typeface="Arial"/>
              <a:buNone/>
            </a:pPr>
            <a:r>
              <a:t/>
            </a:r>
            <a:endParaRPr b="0" i="0" sz="3000" u="none" cap="none" strike="noStrike">
              <a:solidFill>
                <a:srgbClr val="F3F3F3"/>
              </a:solidFill>
              <a:latin typeface="Kanit"/>
              <a:ea typeface="Kanit"/>
              <a:cs typeface="Kanit"/>
              <a:sym typeface="Kanit"/>
            </a:endParaRPr>
          </a:p>
        </p:txBody>
      </p:sp>
      <p:sp>
        <p:nvSpPr>
          <p:cNvPr id="576" name="Google Shape;576;p32"/>
          <p:cNvSpPr txBox="1"/>
          <p:nvPr/>
        </p:nvSpPr>
        <p:spPr>
          <a:xfrm>
            <a:off x="3526523" y="1166023"/>
            <a:ext cx="587556" cy="576001"/>
          </a:xfrm>
          <a:prstGeom prst="rect">
            <a:avLst/>
          </a:prstGeom>
          <a:solidFill>
            <a:schemeClr val="dk1"/>
          </a:solidFill>
          <a:ln>
            <a:noFill/>
          </a:ln>
        </p:spPr>
        <p:txBody>
          <a:bodyPr anchorCtr="0" anchor="ctr" bIns="91425" lIns="0" spcFirstLastPara="1" rIns="0" wrap="square" tIns="91425">
            <a:noAutofit/>
          </a:bodyPr>
          <a:lstStyle/>
          <a:p>
            <a:pPr indent="0" lvl="0" marL="0" marR="0" rtl="0" algn="ctr">
              <a:lnSpc>
                <a:spcPct val="100000"/>
              </a:lnSpc>
              <a:spcBef>
                <a:spcPts val="0"/>
              </a:spcBef>
              <a:spcAft>
                <a:spcPts val="0"/>
              </a:spcAft>
              <a:buClr>
                <a:srgbClr val="000000"/>
              </a:buClr>
              <a:buSzPts val="3000"/>
              <a:buFont typeface="Arial"/>
              <a:buNone/>
            </a:pPr>
            <a:r>
              <a:t/>
            </a:r>
            <a:endParaRPr b="0" i="0" sz="3000" u="none" cap="none" strike="noStrike">
              <a:solidFill>
                <a:srgbClr val="F3F3F3"/>
              </a:solidFill>
              <a:latin typeface="Kanit"/>
              <a:ea typeface="Kanit"/>
              <a:cs typeface="Kanit"/>
              <a:sym typeface="Kanit"/>
            </a:endParaRPr>
          </a:p>
        </p:txBody>
      </p:sp>
      <p:sp>
        <p:nvSpPr>
          <p:cNvPr id="577" name="Google Shape;577;p32"/>
          <p:cNvSpPr txBox="1"/>
          <p:nvPr>
            <p:ph idx="4294967295" type="title"/>
          </p:nvPr>
        </p:nvSpPr>
        <p:spPr>
          <a:xfrm>
            <a:off x="722375" y="384050"/>
            <a:ext cx="5052900" cy="5760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3000"/>
              <a:buNone/>
            </a:pPr>
            <a:r>
              <a:rPr lang="pt-BR"/>
              <a:t>REVISÃO DE MATEMÁTICA</a:t>
            </a:r>
            <a:endParaRPr/>
          </a:p>
        </p:txBody>
      </p:sp>
      <p:sp>
        <p:nvSpPr>
          <p:cNvPr id="578" name="Google Shape;578;p32"/>
          <p:cNvSpPr txBox="1"/>
          <p:nvPr/>
        </p:nvSpPr>
        <p:spPr>
          <a:xfrm>
            <a:off x="4281900" y="4825425"/>
            <a:ext cx="4862100" cy="276900"/>
          </a:xfrm>
          <a:prstGeom prst="rect">
            <a:avLst/>
          </a:prstGeom>
          <a:noFill/>
          <a:ln>
            <a:noFill/>
          </a:ln>
        </p:spPr>
        <p:txBody>
          <a:bodyPr anchorCtr="0" anchor="t" bIns="68550" lIns="137125" spcFirstLastPara="1" rIns="137125" wrap="square" tIns="68550">
            <a:spAutoFit/>
          </a:bodyPr>
          <a:lstStyle/>
          <a:p>
            <a:pPr indent="0" lvl="0" marL="0" marR="0" rtl="0" algn="r">
              <a:lnSpc>
                <a:spcPct val="100000"/>
              </a:lnSpc>
              <a:spcBef>
                <a:spcPts val="0"/>
              </a:spcBef>
              <a:spcAft>
                <a:spcPts val="0"/>
              </a:spcAft>
              <a:buClr>
                <a:srgbClr val="000000"/>
              </a:buClr>
              <a:buSzPts val="900"/>
              <a:buFont typeface="Arial"/>
              <a:buNone/>
            </a:pPr>
            <a:r>
              <a:rPr b="0" i="0" lang="pt-BR" sz="900" u="none" cap="none" strike="noStrike">
                <a:solidFill>
                  <a:srgbClr val="000000"/>
                </a:solidFill>
                <a:latin typeface="Arial"/>
                <a:ea typeface="Arial"/>
                <a:cs typeface="Arial"/>
                <a:sym typeface="Arial"/>
              </a:rPr>
              <a:t>Copyright © 2026 Clube de Consultoria Universitário. All rights reserved.</a:t>
            </a:r>
            <a:endParaRPr b="0" i="0" sz="900" u="none" cap="none" strike="noStrike">
              <a:solidFill>
                <a:srgbClr val="000000"/>
              </a:solidFill>
              <a:latin typeface="Arial"/>
              <a:ea typeface="Arial"/>
              <a:cs typeface="Arial"/>
              <a:sym typeface="Arial"/>
            </a:endParaRPr>
          </a:p>
        </p:txBody>
      </p:sp>
      <p:grpSp>
        <p:nvGrpSpPr>
          <p:cNvPr id="579" name="Google Shape;579;p32"/>
          <p:cNvGrpSpPr/>
          <p:nvPr/>
        </p:nvGrpSpPr>
        <p:grpSpPr>
          <a:xfrm>
            <a:off x="4155275" y="1069238"/>
            <a:ext cx="1620000" cy="720000"/>
            <a:chOff x="5220000" y="5040000"/>
            <a:chExt cx="1620000" cy="720000"/>
          </a:xfrm>
        </p:grpSpPr>
        <p:sp>
          <p:nvSpPr>
            <p:cNvPr id="580" name="Google Shape;580;p32"/>
            <p:cNvSpPr txBox="1"/>
            <p:nvPr/>
          </p:nvSpPr>
          <p:spPr>
            <a:xfrm>
              <a:off x="5220000" y="5040000"/>
              <a:ext cx="1620000" cy="467790"/>
            </a:xfrm>
            <a:prstGeom prst="rect">
              <a:avLst/>
            </a:prstGeom>
            <a:noFill/>
            <a:ln>
              <a:noFill/>
            </a:ln>
          </p:spPr>
          <p:txBody>
            <a:bodyPr anchorCtr="0" anchor="t" bIns="91425" lIns="91425" spcFirstLastPara="1" rIns="91425" wrap="square" tIns="91425">
              <a:spAutoFit/>
            </a:bodyPr>
            <a:lstStyle/>
            <a:p>
              <a:pPr indent="0" lvl="0" marL="0" marR="0" rtl="0" algn="l">
                <a:lnSpc>
                  <a:spcPct val="115000"/>
                </a:lnSpc>
                <a:spcBef>
                  <a:spcPts val="0"/>
                </a:spcBef>
                <a:spcAft>
                  <a:spcPts val="0"/>
                </a:spcAft>
                <a:buClr>
                  <a:srgbClr val="000000"/>
                </a:buClr>
                <a:buSzPts val="2000"/>
                <a:buFont typeface="Arial"/>
                <a:buNone/>
              </a:pPr>
              <a:r>
                <a:rPr b="1" i="0" lang="pt-BR" sz="1600" u="none" cap="none" strike="noStrike">
                  <a:solidFill>
                    <a:schemeClr val="lt1"/>
                  </a:solidFill>
                  <a:latin typeface="Arial"/>
                  <a:ea typeface="Arial"/>
                  <a:cs typeface="Arial"/>
                  <a:sym typeface="Arial"/>
                </a:rPr>
                <a:t>ARITMÉTICA</a:t>
              </a:r>
              <a:endParaRPr b="0" i="0" sz="1600" u="none" cap="none" strike="noStrike">
                <a:solidFill>
                  <a:schemeClr val="lt1"/>
                </a:solidFill>
                <a:latin typeface="Arial"/>
                <a:ea typeface="Arial"/>
                <a:cs typeface="Arial"/>
                <a:sym typeface="Arial"/>
              </a:endParaRPr>
            </a:p>
          </p:txBody>
        </p:sp>
        <p:sp>
          <p:nvSpPr>
            <p:cNvPr id="581" name="Google Shape;581;p32"/>
            <p:cNvSpPr txBox="1"/>
            <p:nvPr/>
          </p:nvSpPr>
          <p:spPr>
            <a:xfrm>
              <a:off x="5220000" y="5400000"/>
              <a:ext cx="1620000" cy="360000"/>
            </a:xfrm>
            <a:prstGeom prst="rect">
              <a:avLst/>
            </a:prstGeom>
            <a:noFill/>
            <a:ln>
              <a:noFill/>
            </a:ln>
          </p:spPr>
          <p:txBody>
            <a:bodyPr anchorCtr="0" anchor="ctr" bIns="91425" lIns="91425" spcFirstLastPara="1" rIns="91425" wrap="square" tIns="91425">
              <a:noAutofit/>
            </a:bodyPr>
            <a:lstStyle/>
            <a:p>
              <a:pPr indent="0" lvl="0" marL="0" marR="0" rtl="0" algn="l">
                <a:lnSpc>
                  <a:spcPct val="115000"/>
                </a:lnSpc>
                <a:spcBef>
                  <a:spcPts val="0"/>
                </a:spcBef>
                <a:spcAft>
                  <a:spcPts val="0"/>
                </a:spcAft>
                <a:buClr>
                  <a:schemeClr val="dk1"/>
                </a:buClr>
                <a:buSzPts val="1100"/>
                <a:buFont typeface="Arial"/>
                <a:buNone/>
              </a:pPr>
              <a:r>
                <a:rPr b="1" i="1" lang="pt-BR" sz="1800" u="none" cap="none" strike="noStrike">
                  <a:solidFill>
                    <a:schemeClr val="dk1"/>
                  </a:solidFill>
                  <a:latin typeface="Arial"/>
                  <a:ea typeface="Arial"/>
                  <a:cs typeface="Arial"/>
                  <a:sym typeface="Arial"/>
                </a:rPr>
                <a:t>arithmetic</a:t>
              </a:r>
              <a:endParaRPr b="1" i="1" sz="1800" u="none" cap="none" strike="noStrike">
                <a:solidFill>
                  <a:schemeClr val="dk1"/>
                </a:solidFill>
                <a:latin typeface="Arial"/>
                <a:ea typeface="Arial"/>
                <a:cs typeface="Arial"/>
                <a:sym typeface="Arial"/>
              </a:endParaRPr>
            </a:p>
          </p:txBody>
        </p:sp>
      </p:grpSp>
      <p:pic>
        <p:nvPicPr>
          <p:cNvPr descr="Abacus outline" id="582" name="Google Shape;582;p32"/>
          <p:cNvPicPr preferRelativeResize="0"/>
          <p:nvPr/>
        </p:nvPicPr>
        <p:blipFill rotWithShape="1">
          <a:blip r:embed="rId3">
            <a:alphaModFix/>
          </a:blip>
          <a:srcRect b="0" l="0" r="0" t="0"/>
          <a:stretch/>
        </p:blipFill>
        <p:spPr>
          <a:xfrm>
            <a:off x="3557840" y="1188424"/>
            <a:ext cx="524922" cy="524922"/>
          </a:xfrm>
          <a:prstGeom prst="rect">
            <a:avLst/>
          </a:prstGeom>
          <a:noFill/>
          <a:ln>
            <a:noFill/>
          </a:ln>
        </p:spPr>
      </p:pic>
      <p:pic>
        <p:nvPicPr>
          <p:cNvPr descr="Puzzle outline" id="583" name="Google Shape;583;p32"/>
          <p:cNvPicPr preferRelativeResize="0"/>
          <p:nvPr/>
        </p:nvPicPr>
        <p:blipFill rotWithShape="1">
          <a:blip r:embed="rId4">
            <a:alphaModFix/>
          </a:blip>
          <a:srcRect b="0" l="0" r="0" t="0"/>
          <a:stretch/>
        </p:blipFill>
        <p:spPr>
          <a:xfrm>
            <a:off x="2682995" y="4128681"/>
            <a:ext cx="587556" cy="587556"/>
          </a:xfrm>
          <a:prstGeom prst="rect">
            <a:avLst/>
          </a:prstGeom>
          <a:noFill/>
          <a:ln>
            <a:noFill/>
          </a:ln>
        </p:spPr>
      </p:pic>
      <p:sp>
        <p:nvSpPr>
          <p:cNvPr id="584" name="Google Shape;584;p32"/>
          <p:cNvSpPr txBox="1"/>
          <p:nvPr/>
        </p:nvSpPr>
        <p:spPr>
          <a:xfrm>
            <a:off x="1710004" y="2134184"/>
            <a:ext cx="2880000" cy="432396"/>
          </a:xfrm>
          <a:prstGeom prst="rect">
            <a:avLst/>
          </a:prstGeom>
          <a:noFill/>
          <a:ln>
            <a:noFill/>
          </a:ln>
        </p:spPr>
        <p:txBody>
          <a:bodyPr anchorCtr="0" anchor="t" bIns="91425" lIns="91425" spcFirstLastPara="1" rIns="91425" wrap="square" tIns="91425">
            <a:spAutoFit/>
          </a:bodyPr>
          <a:lstStyle/>
          <a:p>
            <a:pPr indent="0" lvl="0" marL="0" marR="0" rtl="0" algn="l">
              <a:lnSpc>
                <a:spcPct val="115000"/>
              </a:lnSpc>
              <a:spcBef>
                <a:spcPts val="0"/>
              </a:spcBef>
              <a:spcAft>
                <a:spcPts val="0"/>
              </a:spcAft>
              <a:buClr>
                <a:srgbClr val="000000"/>
              </a:buClr>
              <a:buSzPts val="2000"/>
              <a:buFont typeface="Arial"/>
              <a:buNone/>
            </a:pPr>
            <a:r>
              <a:rPr b="0" i="0" lang="pt-BR" sz="1400" u="none" cap="none" strike="noStrike">
                <a:solidFill>
                  <a:schemeClr val="lt1"/>
                </a:solidFill>
                <a:latin typeface="Work Sans"/>
                <a:ea typeface="Work Sans"/>
                <a:cs typeface="Work Sans"/>
                <a:sym typeface="Work Sans"/>
              </a:rPr>
              <a:t>Propriedade dos Inteiros</a:t>
            </a:r>
            <a:endParaRPr b="0" i="0" sz="1400" u="none" cap="none" strike="noStrike">
              <a:solidFill>
                <a:schemeClr val="lt1"/>
              </a:solidFill>
              <a:latin typeface="Work Sans"/>
              <a:ea typeface="Work Sans"/>
              <a:cs typeface="Work Sans"/>
              <a:sym typeface="Work Sans"/>
            </a:endParaRPr>
          </a:p>
        </p:txBody>
      </p:sp>
      <p:sp>
        <p:nvSpPr>
          <p:cNvPr id="585" name="Google Shape;585;p32"/>
          <p:cNvSpPr txBox="1"/>
          <p:nvPr/>
        </p:nvSpPr>
        <p:spPr>
          <a:xfrm>
            <a:off x="1710004" y="4102719"/>
            <a:ext cx="2880000" cy="432396"/>
          </a:xfrm>
          <a:prstGeom prst="rect">
            <a:avLst/>
          </a:prstGeom>
          <a:noFill/>
          <a:ln>
            <a:noFill/>
          </a:ln>
        </p:spPr>
        <p:txBody>
          <a:bodyPr anchorCtr="0" anchor="t" bIns="91425" lIns="91425" spcFirstLastPara="1" rIns="91425" wrap="square" tIns="91425">
            <a:spAutoFit/>
          </a:bodyPr>
          <a:lstStyle/>
          <a:p>
            <a:pPr indent="0" lvl="0" marL="0" marR="0" rtl="0" algn="l">
              <a:lnSpc>
                <a:spcPct val="115000"/>
              </a:lnSpc>
              <a:spcBef>
                <a:spcPts val="0"/>
              </a:spcBef>
              <a:spcAft>
                <a:spcPts val="0"/>
              </a:spcAft>
              <a:buClr>
                <a:srgbClr val="000000"/>
              </a:buClr>
              <a:buSzPts val="2000"/>
              <a:buFont typeface="Arial"/>
              <a:buNone/>
            </a:pPr>
            <a:r>
              <a:rPr b="0" i="0" lang="pt-BR" sz="1400" u="none" cap="none" strike="noStrike">
                <a:solidFill>
                  <a:schemeClr val="lt1"/>
                </a:solidFill>
                <a:latin typeface="Work Sans"/>
                <a:ea typeface="Work Sans"/>
                <a:cs typeface="Work Sans"/>
                <a:sym typeface="Work Sans"/>
              </a:rPr>
              <a:t>Estatística Descritiva</a:t>
            </a:r>
            <a:endParaRPr b="0" i="0" sz="1400" u="none" cap="none" strike="noStrike">
              <a:solidFill>
                <a:schemeClr val="lt1"/>
              </a:solidFill>
              <a:latin typeface="Work Sans"/>
              <a:ea typeface="Work Sans"/>
              <a:cs typeface="Work Sans"/>
              <a:sym typeface="Work Sans"/>
            </a:endParaRPr>
          </a:p>
        </p:txBody>
      </p:sp>
      <p:sp>
        <p:nvSpPr>
          <p:cNvPr id="586" name="Google Shape;586;p32"/>
          <p:cNvSpPr txBox="1"/>
          <p:nvPr/>
        </p:nvSpPr>
        <p:spPr>
          <a:xfrm>
            <a:off x="5628236" y="2126790"/>
            <a:ext cx="2880000" cy="432396"/>
          </a:xfrm>
          <a:prstGeom prst="rect">
            <a:avLst/>
          </a:prstGeom>
          <a:noFill/>
          <a:ln>
            <a:noFill/>
          </a:ln>
        </p:spPr>
        <p:txBody>
          <a:bodyPr anchorCtr="0" anchor="t" bIns="91425" lIns="91425" spcFirstLastPara="1" rIns="91425" wrap="square" tIns="91425">
            <a:spAutoFit/>
          </a:bodyPr>
          <a:lstStyle/>
          <a:p>
            <a:pPr indent="0" lvl="0" marL="0" marR="0" rtl="0" algn="l">
              <a:lnSpc>
                <a:spcPct val="115000"/>
              </a:lnSpc>
              <a:spcBef>
                <a:spcPts val="0"/>
              </a:spcBef>
              <a:spcAft>
                <a:spcPts val="0"/>
              </a:spcAft>
              <a:buClr>
                <a:srgbClr val="000000"/>
              </a:buClr>
              <a:buSzPts val="2000"/>
              <a:buFont typeface="Arial"/>
              <a:buNone/>
            </a:pPr>
            <a:r>
              <a:rPr b="0" i="0" lang="pt-BR" sz="1400" u="none" cap="none" strike="noStrike">
                <a:solidFill>
                  <a:schemeClr val="lt1"/>
                </a:solidFill>
                <a:latin typeface="Work Sans"/>
                <a:ea typeface="Work Sans"/>
                <a:cs typeface="Work Sans"/>
                <a:sym typeface="Work Sans"/>
              </a:rPr>
              <a:t>Métodos de Contagem</a:t>
            </a:r>
            <a:endParaRPr b="0" i="0" sz="1400" u="none" cap="none" strike="noStrike">
              <a:solidFill>
                <a:schemeClr val="lt1"/>
              </a:solidFill>
              <a:latin typeface="Work Sans"/>
              <a:ea typeface="Work Sans"/>
              <a:cs typeface="Work Sans"/>
              <a:sym typeface="Work Sans"/>
            </a:endParaRPr>
          </a:p>
        </p:txBody>
      </p:sp>
      <p:sp>
        <p:nvSpPr>
          <p:cNvPr id="587" name="Google Shape;587;p32"/>
          <p:cNvSpPr txBox="1"/>
          <p:nvPr/>
        </p:nvSpPr>
        <p:spPr>
          <a:xfrm>
            <a:off x="5682346" y="3045285"/>
            <a:ext cx="3476894" cy="432396"/>
          </a:xfrm>
          <a:prstGeom prst="rect">
            <a:avLst/>
          </a:prstGeom>
          <a:noFill/>
          <a:ln>
            <a:noFill/>
          </a:ln>
        </p:spPr>
        <p:txBody>
          <a:bodyPr anchorCtr="0" anchor="t" bIns="91425" lIns="91425" spcFirstLastPara="1" rIns="91425" wrap="square" tIns="91425">
            <a:spAutoFit/>
          </a:bodyPr>
          <a:lstStyle/>
          <a:p>
            <a:pPr indent="0" lvl="0" marL="0" marR="0" rtl="0" algn="l">
              <a:lnSpc>
                <a:spcPct val="115000"/>
              </a:lnSpc>
              <a:spcBef>
                <a:spcPts val="0"/>
              </a:spcBef>
              <a:spcAft>
                <a:spcPts val="0"/>
              </a:spcAft>
              <a:buClr>
                <a:srgbClr val="000000"/>
              </a:buClr>
              <a:buSzPts val="2000"/>
              <a:buFont typeface="Arial"/>
              <a:buNone/>
            </a:pPr>
            <a:r>
              <a:rPr b="0" i="0" lang="pt-BR" sz="1400" u="none" cap="none" strike="noStrike">
                <a:solidFill>
                  <a:schemeClr val="lt1"/>
                </a:solidFill>
                <a:latin typeface="Work Sans"/>
                <a:ea typeface="Work Sans"/>
                <a:cs typeface="Work Sans"/>
                <a:sym typeface="Work Sans"/>
              </a:rPr>
              <a:t>Probabilidade Discreta / Conjuntos</a:t>
            </a:r>
            <a:endParaRPr b="0" i="0" sz="1400" u="none" cap="none" strike="noStrike">
              <a:solidFill>
                <a:schemeClr val="lt1"/>
              </a:solidFill>
              <a:latin typeface="Work Sans"/>
              <a:ea typeface="Work Sans"/>
              <a:cs typeface="Work Sans"/>
              <a:sym typeface="Work Sans"/>
            </a:endParaRPr>
          </a:p>
        </p:txBody>
      </p:sp>
      <p:sp>
        <p:nvSpPr>
          <p:cNvPr id="588" name="Google Shape;588;p32"/>
          <p:cNvSpPr txBox="1"/>
          <p:nvPr/>
        </p:nvSpPr>
        <p:spPr>
          <a:xfrm>
            <a:off x="1710004" y="3117088"/>
            <a:ext cx="2880000" cy="432396"/>
          </a:xfrm>
          <a:prstGeom prst="rect">
            <a:avLst/>
          </a:prstGeom>
          <a:noFill/>
          <a:ln>
            <a:noFill/>
          </a:ln>
        </p:spPr>
        <p:txBody>
          <a:bodyPr anchorCtr="0" anchor="t" bIns="91425" lIns="91425" spcFirstLastPara="1" rIns="91425" wrap="square" tIns="91425">
            <a:spAutoFit/>
          </a:bodyPr>
          <a:lstStyle/>
          <a:p>
            <a:pPr indent="0" lvl="0" marL="0" marR="0" rtl="0" algn="l">
              <a:lnSpc>
                <a:spcPct val="115000"/>
              </a:lnSpc>
              <a:spcBef>
                <a:spcPts val="0"/>
              </a:spcBef>
              <a:spcAft>
                <a:spcPts val="0"/>
              </a:spcAft>
              <a:buClr>
                <a:srgbClr val="000000"/>
              </a:buClr>
              <a:buSzPts val="2000"/>
              <a:buFont typeface="Arial"/>
              <a:buNone/>
            </a:pPr>
            <a:r>
              <a:rPr b="0" i="0" lang="pt-BR" sz="1400" u="none" cap="none" strike="noStrike">
                <a:solidFill>
                  <a:schemeClr val="lt1"/>
                </a:solidFill>
                <a:latin typeface="Work Sans"/>
                <a:ea typeface="Work Sans"/>
                <a:cs typeface="Work Sans"/>
                <a:sym typeface="Work Sans"/>
              </a:rPr>
              <a:t>Porcentagens</a:t>
            </a:r>
            <a:endParaRPr b="0" i="0" sz="1400" u="none" cap="none" strike="noStrike">
              <a:solidFill>
                <a:schemeClr val="lt1"/>
              </a:solidFill>
              <a:latin typeface="Work Sans"/>
              <a:ea typeface="Work Sans"/>
              <a:cs typeface="Work Sans"/>
              <a:sym typeface="Work Sans"/>
            </a:endParaRPr>
          </a:p>
        </p:txBody>
      </p:sp>
      <p:sp>
        <p:nvSpPr>
          <p:cNvPr id="589" name="Google Shape;589;p32"/>
          <p:cNvSpPr txBox="1"/>
          <p:nvPr/>
        </p:nvSpPr>
        <p:spPr>
          <a:xfrm>
            <a:off x="996448" y="2060995"/>
            <a:ext cx="587556" cy="576001"/>
          </a:xfrm>
          <a:prstGeom prst="rect">
            <a:avLst/>
          </a:prstGeom>
          <a:solidFill>
            <a:srgbClr val="FFFFFF"/>
          </a:solidFill>
          <a:ln cap="flat" cmpd="sng" w="38100">
            <a:solidFill>
              <a:schemeClr val="dk1"/>
            </a:solidFill>
            <a:prstDash val="solid"/>
            <a:round/>
            <a:headEnd len="sm" w="sm" type="none"/>
            <a:tailEnd len="sm" w="sm" type="none"/>
          </a:ln>
        </p:spPr>
        <p:txBody>
          <a:bodyPr anchorCtr="0" anchor="ctr" bIns="91425" lIns="0" spcFirstLastPara="1" rIns="0" wrap="square" tIns="91425">
            <a:noAutofit/>
          </a:bodyPr>
          <a:lstStyle/>
          <a:p>
            <a:pPr indent="0" lvl="0" marL="0" marR="0" rtl="0" algn="ctr">
              <a:lnSpc>
                <a:spcPct val="100000"/>
              </a:lnSpc>
              <a:spcBef>
                <a:spcPts val="0"/>
              </a:spcBef>
              <a:spcAft>
                <a:spcPts val="0"/>
              </a:spcAft>
              <a:buClr>
                <a:srgbClr val="000000"/>
              </a:buClr>
              <a:buSzPts val="3000"/>
              <a:buFont typeface="Arial"/>
              <a:buNone/>
            </a:pPr>
            <a:r>
              <a:t/>
            </a:r>
            <a:endParaRPr b="0" i="0" sz="3000" u="none" cap="none" strike="noStrike">
              <a:solidFill>
                <a:srgbClr val="F3F3F3"/>
              </a:solidFill>
              <a:latin typeface="Kanit"/>
              <a:ea typeface="Kanit"/>
              <a:cs typeface="Kanit"/>
              <a:sym typeface="Kanit"/>
            </a:endParaRPr>
          </a:p>
        </p:txBody>
      </p:sp>
      <p:pic>
        <p:nvPicPr>
          <p:cNvPr descr="Bar graph with upward trend outline" id="590" name="Google Shape;590;p32"/>
          <p:cNvPicPr preferRelativeResize="0"/>
          <p:nvPr/>
        </p:nvPicPr>
        <p:blipFill rotWithShape="1">
          <a:blip r:embed="rId5">
            <a:alphaModFix/>
          </a:blip>
          <a:srcRect b="0" l="0" r="0" t="0"/>
          <a:stretch/>
        </p:blipFill>
        <p:spPr>
          <a:xfrm>
            <a:off x="996447" y="4035497"/>
            <a:ext cx="587558" cy="587558"/>
          </a:xfrm>
          <a:prstGeom prst="rect">
            <a:avLst/>
          </a:prstGeom>
          <a:noFill/>
          <a:ln>
            <a:noFill/>
          </a:ln>
        </p:spPr>
      </p:pic>
      <p:pic>
        <p:nvPicPr>
          <p:cNvPr descr="Pie chart outline" id="591" name="Google Shape;591;p32"/>
          <p:cNvPicPr preferRelativeResize="0"/>
          <p:nvPr/>
        </p:nvPicPr>
        <p:blipFill rotWithShape="1">
          <a:blip r:embed="rId6">
            <a:alphaModFix/>
          </a:blip>
          <a:srcRect b="0" l="0" r="0" t="0"/>
          <a:stretch/>
        </p:blipFill>
        <p:spPr>
          <a:xfrm>
            <a:off x="1012664" y="3059064"/>
            <a:ext cx="555122" cy="555122"/>
          </a:xfrm>
          <a:prstGeom prst="rect">
            <a:avLst/>
          </a:prstGeom>
          <a:noFill/>
          <a:ln>
            <a:noFill/>
          </a:ln>
        </p:spPr>
      </p:pic>
      <p:pic>
        <p:nvPicPr>
          <p:cNvPr descr="Scatterplot outline" id="592" name="Google Shape;592;p32"/>
          <p:cNvPicPr preferRelativeResize="0"/>
          <p:nvPr/>
        </p:nvPicPr>
        <p:blipFill rotWithShape="1">
          <a:blip r:embed="rId7">
            <a:alphaModFix/>
          </a:blip>
          <a:srcRect b="0" l="0" r="0" t="0"/>
          <a:stretch/>
        </p:blipFill>
        <p:spPr>
          <a:xfrm>
            <a:off x="4943608" y="3033729"/>
            <a:ext cx="587557" cy="587557"/>
          </a:xfrm>
          <a:prstGeom prst="rect">
            <a:avLst/>
          </a:prstGeom>
          <a:noFill/>
          <a:ln>
            <a:noFill/>
          </a:ln>
        </p:spPr>
      </p:pic>
      <p:pic>
        <p:nvPicPr>
          <p:cNvPr descr="Dice outline" id="593" name="Google Shape;593;p32"/>
          <p:cNvPicPr preferRelativeResize="0"/>
          <p:nvPr/>
        </p:nvPicPr>
        <p:blipFill rotWithShape="1">
          <a:blip r:embed="rId8">
            <a:alphaModFix/>
          </a:blip>
          <a:srcRect b="0" l="0" r="0" t="0"/>
          <a:stretch/>
        </p:blipFill>
        <p:spPr>
          <a:xfrm>
            <a:off x="4989450" y="2123478"/>
            <a:ext cx="495871" cy="495871"/>
          </a:xfrm>
          <a:prstGeom prst="rect">
            <a:avLst/>
          </a:prstGeom>
          <a:noFill/>
          <a:ln>
            <a:noFill/>
          </a:ln>
        </p:spPr>
      </p:pic>
      <p:pic>
        <p:nvPicPr>
          <p:cNvPr descr="Tally outline" id="594" name="Google Shape;594;p32"/>
          <p:cNvPicPr preferRelativeResize="0"/>
          <p:nvPr/>
        </p:nvPicPr>
        <p:blipFill rotWithShape="1">
          <a:blip r:embed="rId9">
            <a:alphaModFix/>
          </a:blip>
          <a:srcRect b="0" l="0" r="0" t="0"/>
          <a:stretch/>
        </p:blipFill>
        <p:spPr>
          <a:xfrm>
            <a:off x="1081191" y="2134183"/>
            <a:ext cx="432397" cy="432397"/>
          </a:xfrm>
          <a:prstGeom prst="rect">
            <a:avLst/>
          </a:prstGeom>
          <a:noFill/>
          <a:ln>
            <a:noFill/>
          </a:ln>
        </p:spPr>
      </p:pic>
      <p:sp>
        <p:nvSpPr>
          <p:cNvPr id="595" name="Google Shape;595;p32"/>
          <p:cNvSpPr txBox="1"/>
          <p:nvPr/>
        </p:nvSpPr>
        <p:spPr>
          <a:xfrm>
            <a:off x="0" y="4825425"/>
            <a:ext cx="4862100" cy="276900"/>
          </a:xfrm>
          <a:prstGeom prst="rect">
            <a:avLst/>
          </a:prstGeom>
          <a:noFill/>
          <a:ln>
            <a:noFill/>
          </a:ln>
        </p:spPr>
        <p:txBody>
          <a:bodyPr anchorCtr="0" anchor="t" bIns="68550" lIns="137125" spcFirstLastPara="1" rIns="137125" wrap="square" tIns="68550">
            <a:spAutoFit/>
          </a:bodyPr>
          <a:lstStyle/>
          <a:p>
            <a:pPr indent="0" lvl="0" marL="0" marR="0" rtl="0" algn="l">
              <a:lnSpc>
                <a:spcPct val="100000"/>
              </a:lnSpc>
              <a:spcBef>
                <a:spcPts val="0"/>
              </a:spcBef>
              <a:spcAft>
                <a:spcPts val="0"/>
              </a:spcAft>
              <a:buClr>
                <a:srgbClr val="000000"/>
              </a:buClr>
              <a:buSzPts val="900"/>
              <a:buFont typeface="Arial"/>
              <a:buNone/>
            </a:pPr>
            <a:r>
              <a:rPr b="1" i="0" lang="pt-BR" sz="900" u="none" cap="none" strike="noStrike">
                <a:solidFill>
                  <a:srgbClr val="000000"/>
                </a:solidFill>
                <a:latin typeface="Arial"/>
                <a:ea typeface="Arial"/>
                <a:cs typeface="Arial"/>
                <a:sym typeface="Arial"/>
              </a:rPr>
              <a:t>Prep4Consulting 2026.2 </a:t>
            </a:r>
            <a:r>
              <a:rPr b="0" i="0" lang="pt-BR" sz="900" u="none" cap="none" strike="noStrike">
                <a:solidFill>
                  <a:srgbClr val="000000"/>
                </a:solidFill>
                <a:latin typeface="Arial"/>
                <a:ea typeface="Arial"/>
                <a:cs typeface="Arial"/>
                <a:sym typeface="Arial"/>
              </a:rPr>
              <a:t>| GMAT: Estrutura da Prova</a:t>
            </a:r>
            <a:endParaRPr b="0" i="0" sz="900" u="none" cap="none" strike="noStrike">
              <a:solidFill>
                <a:srgbClr val="000000"/>
              </a:solidFill>
              <a:latin typeface="Arial"/>
              <a:ea typeface="Arial"/>
              <a:cs typeface="Arial"/>
              <a:sym typeface="Arial"/>
            </a:endParaRPr>
          </a:p>
        </p:txBody>
      </p:sp>
    </p:spTree>
  </p:cSld>
  <p:clrMapOvr>
    <a:masterClrMapping/>
  </p:clrMapOvr>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99" name="Shape 599"/>
        <p:cNvGrpSpPr/>
        <p:nvPr/>
      </p:nvGrpSpPr>
      <p:grpSpPr>
        <a:xfrm>
          <a:off x="0" y="0"/>
          <a:ext cx="0" cy="0"/>
          <a:chOff x="0" y="0"/>
          <a:chExt cx="0" cy="0"/>
        </a:xfrm>
      </p:grpSpPr>
      <p:sp>
        <p:nvSpPr>
          <p:cNvPr id="600" name="Google Shape;600;p33"/>
          <p:cNvSpPr txBox="1"/>
          <p:nvPr>
            <p:ph idx="4294967295" type="title"/>
          </p:nvPr>
        </p:nvSpPr>
        <p:spPr>
          <a:xfrm>
            <a:off x="722375" y="384050"/>
            <a:ext cx="5052900" cy="5760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3000"/>
              <a:buNone/>
            </a:pPr>
            <a:r>
              <a:rPr lang="pt-BR"/>
              <a:t>REVISÃO DE MATEMÁTICA</a:t>
            </a:r>
            <a:endParaRPr/>
          </a:p>
        </p:txBody>
      </p:sp>
      <p:sp>
        <p:nvSpPr>
          <p:cNvPr id="601" name="Google Shape;601;p33"/>
          <p:cNvSpPr txBox="1"/>
          <p:nvPr/>
        </p:nvSpPr>
        <p:spPr>
          <a:xfrm>
            <a:off x="4281900" y="4825425"/>
            <a:ext cx="4862100" cy="276900"/>
          </a:xfrm>
          <a:prstGeom prst="rect">
            <a:avLst/>
          </a:prstGeom>
          <a:noFill/>
          <a:ln>
            <a:noFill/>
          </a:ln>
        </p:spPr>
        <p:txBody>
          <a:bodyPr anchorCtr="0" anchor="t" bIns="68550" lIns="137125" spcFirstLastPara="1" rIns="137125" wrap="square" tIns="68550">
            <a:spAutoFit/>
          </a:bodyPr>
          <a:lstStyle/>
          <a:p>
            <a:pPr indent="0" lvl="0" marL="0" marR="0" rtl="0" algn="r">
              <a:lnSpc>
                <a:spcPct val="100000"/>
              </a:lnSpc>
              <a:spcBef>
                <a:spcPts val="0"/>
              </a:spcBef>
              <a:spcAft>
                <a:spcPts val="0"/>
              </a:spcAft>
              <a:buClr>
                <a:srgbClr val="000000"/>
              </a:buClr>
              <a:buSzPts val="900"/>
              <a:buFont typeface="Arial"/>
              <a:buNone/>
            </a:pPr>
            <a:r>
              <a:rPr b="0" i="0" lang="pt-BR" sz="900" u="none" cap="none" strike="noStrike">
                <a:solidFill>
                  <a:srgbClr val="000000"/>
                </a:solidFill>
                <a:latin typeface="Arial"/>
                <a:ea typeface="Arial"/>
                <a:cs typeface="Arial"/>
                <a:sym typeface="Arial"/>
              </a:rPr>
              <a:t>Copyright © 2026 Clube de Consultoria Universitário. All rights reserved.</a:t>
            </a:r>
            <a:endParaRPr b="0" i="0" sz="900" u="none" cap="none" strike="noStrike">
              <a:solidFill>
                <a:srgbClr val="000000"/>
              </a:solidFill>
              <a:latin typeface="Arial"/>
              <a:ea typeface="Arial"/>
              <a:cs typeface="Arial"/>
              <a:sym typeface="Arial"/>
            </a:endParaRPr>
          </a:p>
        </p:txBody>
      </p:sp>
      <p:pic>
        <p:nvPicPr>
          <p:cNvPr descr="Puzzle outline" id="602" name="Google Shape;602;p33"/>
          <p:cNvPicPr preferRelativeResize="0"/>
          <p:nvPr/>
        </p:nvPicPr>
        <p:blipFill rotWithShape="1">
          <a:blip r:embed="rId3">
            <a:alphaModFix/>
          </a:blip>
          <a:srcRect b="0" l="0" r="0" t="0"/>
          <a:stretch/>
        </p:blipFill>
        <p:spPr>
          <a:xfrm>
            <a:off x="2682995" y="4128681"/>
            <a:ext cx="587556" cy="587556"/>
          </a:xfrm>
          <a:prstGeom prst="rect">
            <a:avLst/>
          </a:prstGeom>
          <a:noFill/>
          <a:ln>
            <a:noFill/>
          </a:ln>
        </p:spPr>
      </p:pic>
      <p:grpSp>
        <p:nvGrpSpPr>
          <p:cNvPr id="603" name="Google Shape;603;p33"/>
          <p:cNvGrpSpPr/>
          <p:nvPr/>
        </p:nvGrpSpPr>
        <p:grpSpPr>
          <a:xfrm>
            <a:off x="339712" y="888243"/>
            <a:ext cx="2825326" cy="397001"/>
            <a:chOff x="938974" y="1053283"/>
            <a:chExt cx="4201831" cy="575247"/>
          </a:xfrm>
        </p:grpSpPr>
        <p:sp>
          <p:nvSpPr>
            <p:cNvPr id="604" name="Google Shape;604;p33"/>
            <p:cNvSpPr txBox="1"/>
            <p:nvPr/>
          </p:nvSpPr>
          <p:spPr>
            <a:xfrm>
              <a:off x="1526531" y="1053283"/>
              <a:ext cx="3614274" cy="575247"/>
            </a:xfrm>
            <a:prstGeom prst="rect">
              <a:avLst/>
            </a:prstGeom>
            <a:noFill/>
            <a:ln>
              <a:noFill/>
            </a:ln>
          </p:spPr>
          <p:txBody>
            <a:bodyPr anchorCtr="0" anchor="t" bIns="91425" lIns="91425" spcFirstLastPara="1" rIns="91425" wrap="square" tIns="91425">
              <a:spAutoFit/>
            </a:bodyPr>
            <a:lstStyle/>
            <a:p>
              <a:pPr indent="0" lvl="0" marL="0" marR="0" rtl="0" algn="l">
                <a:lnSpc>
                  <a:spcPct val="115000"/>
                </a:lnSpc>
                <a:spcBef>
                  <a:spcPts val="0"/>
                </a:spcBef>
                <a:spcAft>
                  <a:spcPts val="0"/>
                </a:spcAft>
                <a:buClr>
                  <a:srgbClr val="000000"/>
                </a:buClr>
                <a:buSzPts val="2000"/>
                <a:buFont typeface="Arial"/>
                <a:buNone/>
              </a:pPr>
              <a:r>
                <a:rPr b="1" i="0" lang="pt-BR" sz="1200" u="none" cap="none" strike="noStrike">
                  <a:solidFill>
                    <a:schemeClr val="lt1"/>
                  </a:solidFill>
                  <a:latin typeface="Work Sans"/>
                  <a:ea typeface="Work Sans"/>
                  <a:cs typeface="Work Sans"/>
                  <a:sym typeface="Work Sans"/>
                </a:rPr>
                <a:t>Propriedade dos Inteiros</a:t>
              </a:r>
              <a:endParaRPr b="1" i="0" sz="1200" u="none" cap="none" strike="noStrike">
                <a:solidFill>
                  <a:schemeClr val="lt1"/>
                </a:solidFill>
                <a:latin typeface="Work Sans"/>
                <a:ea typeface="Work Sans"/>
                <a:cs typeface="Work Sans"/>
                <a:sym typeface="Work Sans"/>
              </a:endParaRPr>
            </a:p>
          </p:txBody>
        </p:sp>
        <p:pic>
          <p:nvPicPr>
            <p:cNvPr descr="Tally outline" id="605" name="Google Shape;605;p33"/>
            <p:cNvPicPr preferRelativeResize="0"/>
            <p:nvPr/>
          </p:nvPicPr>
          <p:blipFill rotWithShape="1">
            <a:blip r:embed="rId4">
              <a:alphaModFix/>
            </a:blip>
            <a:srcRect b="0" l="0" r="0" t="0"/>
            <a:stretch/>
          </p:blipFill>
          <p:spPr>
            <a:xfrm>
              <a:off x="938974" y="1126471"/>
              <a:ext cx="432397" cy="432397"/>
            </a:xfrm>
            <a:prstGeom prst="rect">
              <a:avLst/>
            </a:prstGeom>
            <a:noFill/>
            <a:ln>
              <a:noFill/>
            </a:ln>
          </p:spPr>
        </p:pic>
      </p:grpSp>
      <p:sp>
        <p:nvSpPr>
          <p:cNvPr id="606" name="Google Shape;606;p33"/>
          <p:cNvSpPr txBox="1"/>
          <p:nvPr/>
        </p:nvSpPr>
        <p:spPr>
          <a:xfrm>
            <a:off x="727922" y="1278585"/>
            <a:ext cx="7367749" cy="573973"/>
          </a:xfrm>
          <a:prstGeom prst="rect">
            <a:avLst/>
          </a:prstGeom>
          <a:noFill/>
          <a:ln>
            <a:noFill/>
          </a:ln>
        </p:spPr>
        <p:txBody>
          <a:bodyPr anchorCtr="0" anchor="t" bIns="91425" lIns="91425" spcFirstLastPara="1" rIns="91425" wrap="square" tIns="91425">
            <a:spAutoFit/>
          </a:bodyPr>
          <a:lstStyle/>
          <a:p>
            <a:pPr indent="0" lvl="0" marL="0" marR="0" rtl="0" algn="just">
              <a:lnSpc>
                <a:spcPct val="115000"/>
              </a:lnSpc>
              <a:spcBef>
                <a:spcPts val="0"/>
              </a:spcBef>
              <a:spcAft>
                <a:spcPts val="0"/>
              </a:spcAft>
              <a:buClr>
                <a:schemeClr val="dk1"/>
              </a:buClr>
              <a:buSzPts val="1100"/>
              <a:buFont typeface="Arial"/>
              <a:buNone/>
            </a:pPr>
            <a:r>
              <a:rPr b="0" i="0" lang="pt-BR" sz="1100" u="none" cap="none" strike="noStrike">
                <a:solidFill>
                  <a:schemeClr val="lt1"/>
                </a:solidFill>
                <a:latin typeface="Work Sans"/>
                <a:ea typeface="Work Sans"/>
                <a:cs typeface="Work Sans"/>
                <a:sym typeface="Work Sans"/>
              </a:rPr>
              <a:t>Se </a:t>
            </a:r>
            <a:r>
              <a:rPr b="1" i="0" lang="pt-BR" sz="1100" u="none" cap="none" strike="noStrike">
                <a:solidFill>
                  <a:schemeClr val="lt1"/>
                </a:solidFill>
                <a:latin typeface="Work Sans"/>
                <a:ea typeface="Work Sans"/>
                <a:cs typeface="Work Sans"/>
                <a:sym typeface="Work Sans"/>
              </a:rPr>
              <a:t>x </a:t>
            </a:r>
            <a:r>
              <a:rPr b="0" i="0" lang="pt-BR" sz="1100" u="none" cap="none" strike="noStrike">
                <a:solidFill>
                  <a:schemeClr val="lt1"/>
                </a:solidFill>
                <a:latin typeface="Work Sans"/>
                <a:ea typeface="Work Sans"/>
                <a:cs typeface="Work Sans"/>
                <a:sym typeface="Work Sans"/>
              </a:rPr>
              <a:t>e </a:t>
            </a:r>
            <a:r>
              <a:rPr b="1" i="0" lang="pt-BR" sz="1100" u="none" cap="none" strike="noStrike">
                <a:solidFill>
                  <a:schemeClr val="lt1"/>
                </a:solidFill>
                <a:latin typeface="Work Sans"/>
                <a:ea typeface="Work Sans"/>
                <a:cs typeface="Work Sans"/>
                <a:sym typeface="Work Sans"/>
              </a:rPr>
              <a:t>y </a:t>
            </a:r>
            <a:r>
              <a:rPr b="0" i="0" lang="pt-BR" sz="1100" u="none" cap="none" strike="noStrike">
                <a:solidFill>
                  <a:schemeClr val="lt1"/>
                </a:solidFill>
                <a:latin typeface="Work Sans"/>
                <a:ea typeface="Work Sans"/>
                <a:cs typeface="Work Sans"/>
                <a:sym typeface="Work Sans"/>
              </a:rPr>
              <a:t>são </a:t>
            </a:r>
            <a:r>
              <a:rPr b="1" i="0" lang="pt-BR" sz="1100" u="none" cap="none" strike="noStrike">
                <a:solidFill>
                  <a:schemeClr val="lt1"/>
                </a:solidFill>
                <a:latin typeface="Work Sans"/>
                <a:ea typeface="Work Sans"/>
                <a:cs typeface="Work Sans"/>
                <a:sym typeface="Work Sans"/>
              </a:rPr>
              <a:t>números inteiros </a:t>
            </a:r>
            <a:r>
              <a:rPr b="0" i="0" lang="pt-BR" sz="1100" u="none" cap="none" strike="noStrike">
                <a:solidFill>
                  <a:schemeClr val="lt1"/>
                </a:solidFill>
                <a:latin typeface="Work Sans"/>
                <a:ea typeface="Work Sans"/>
                <a:cs typeface="Work Sans"/>
                <a:sym typeface="Work Sans"/>
              </a:rPr>
              <a:t>e </a:t>
            </a:r>
            <a:r>
              <a:rPr b="1" i="0" lang="pt-BR" sz="1100" u="none" cap="none" strike="noStrike">
                <a:solidFill>
                  <a:schemeClr val="lt1"/>
                </a:solidFill>
                <a:latin typeface="Work Sans"/>
                <a:ea typeface="Work Sans"/>
                <a:cs typeface="Work Sans"/>
                <a:sym typeface="Work Sans"/>
              </a:rPr>
              <a:t>x é diferente de zero</a:t>
            </a:r>
            <a:r>
              <a:rPr b="0" i="0" lang="pt-BR" sz="1100" u="none" cap="none" strike="noStrike">
                <a:solidFill>
                  <a:schemeClr val="lt1"/>
                </a:solidFill>
                <a:latin typeface="Work Sans"/>
                <a:ea typeface="Work Sans"/>
                <a:cs typeface="Work Sans"/>
                <a:sym typeface="Work Sans"/>
              </a:rPr>
              <a:t>, então </a:t>
            </a:r>
            <a:r>
              <a:rPr b="1" i="0" lang="pt-BR" sz="1100" u="none" cap="none" strike="noStrike">
                <a:solidFill>
                  <a:schemeClr val="lt1"/>
                </a:solidFill>
                <a:latin typeface="Work Sans"/>
                <a:ea typeface="Work Sans"/>
                <a:cs typeface="Work Sans"/>
                <a:sym typeface="Work Sans"/>
              </a:rPr>
              <a:t>n = y / x</a:t>
            </a:r>
            <a:r>
              <a:rPr b="0" i="0" lang="pt-BR" sz="1100" u="none" cap="none" strike="noStrike">
                <a:solidFill>
                  <a:schemeClr val="lt1"/>
                </a:solidFill>
                <a:latin typeface="Work Sans"/>
                <a:ea typeface="Work Sans"/>
                <a:cs typeface="Work Sans"/>
                <a:sym typeface="Work Sans"/>
              </a:rPr>
              <a:t>, sendo </a:t>
            </a:r>
            <a:r>
              <a:rPr b="1" i="0" lang="pt-BR" sz="1100" u="none" cap="none" strike="noStrike">
                <a:solidFill>
                  <a:schemeClr val="lt1"/>
                </a:solidFill>
                <a:latin typeface="Work Sans"/>
                <a:ea typeface="Work Sans"/>
                <a:cs typeface="Work Sans"/>
                <a:sym typeface="Work Sans"/>
              </a:rPr>
              <a:t>n </a:t>
            </a:r>
            <a:r>
              <a:rPr b="0" i="0" lang="pt-BR" sz="1100" u="none" cap="none" strike="noStrike">
                <a:solidFill>
                  <a:schemeClr val="lt1"/>
                </a:solidFill>
                <a:latin typeface="Work Sans"/>
                <a:ea typeface="Work Sans"/>
                <a:cs typeface="Work Sans"/>
                <a:sym typeface="Work Sans"/>
              </a:rPr>
              <a:t>um </a:t>
            </a:r>
            <a:r>
              <a:rPr b="1" i="0" lang="pt-BR" sz="1100" u="none" cap="none" strike="noStrike">
                <a:solidFill>
                  <a:schemeClr val="lt1"/>
                </a:solidFill>
                <a:latin typeface="Work Sans"/>
                <a:ea typeface="Work Sans"/>
                <a:cs typeface="Work Sans"/>
                <a:sym typeface="Work Sans"/>
              </a:rPr>
              <a:t>número inteiro</a:t>
            </a:r>
            <a:r>
              <a:rPr b="0" i="0" lang="pt-BR" sz="1100" u="none" cap="none" strike="noStrike">
                <a:solidFill>
                  <a:schemeClr val="lt1"/>
                </a:solidFill>
                <a:latin typeface="Work Sans"/>
                <a:ea typeface="Work Sans"/>
                <a:cs typeface="Work Sans"/>
                <a:sym typeface="Work Sans"/>
              </a:rPr>
              <a:t>, dizemos que </a:t>
            </a:r>
            <a:r>
              <a:rPr b="1" i="0" lang="pt-BR" sz="1100" u="none" cap="none" strike="noStrike">
                <a:solidFill>
                  <a:schemeClr val="lt1"/>
                </a:solidFill>
                <a:latin typeface="Work Sans"/>
                <a:ea typeface="Work Sans"/>
                <a:cs typeface="Work Sans"/>
                <a:sym typeface="Work Sans"/>
              </a:rPr>
              <a:t>“y é divisível por x”</a:t>
            </a:r>
            <a:r>
              <a:rPr b="0" i="0" lang="pt-BR" sz="1100" u="none" cap="none" strike="noStrike">
                <a:solidFill>
                  <a:schemeClr val="lt1"/>
                </a:solidFill>
                <a:latin typeface="Work Sans"/>
                <a:ea typeface="Work Sans"/>
                <a:cs typeface="Work Sans"/>
                <a:sym typeface="Work Sans"/>
              </a:rPr>
              <a:t> ou que </a:t>
            </a:r>
            <a:r>
              <a:rPr b="1" i="0" lang="pt-BR" sz="1100" u="none" cap="none" strike="noStrike">
                <a:solidFill>
                  <a:schemeClr val="lt1"/>
                </a:solidFill>
                <a:latin typeface="Work Sans"/>
                <a:ea typeface="Work Sans"/>
                <a:cs typeface="Work Sans"/>
                <a:sym typeface="Work Sans"/>
              </a:rPr>
              <a:t>“y é múltiplo de x”</a:t>
            </a:r>
            <a:endParaRPr b="1" i="0" sz="1100" u="none" cap="none" strike="noStrike">
              <a:solidFill>
                <a:schemeClr val="lt1"/>
              </a:solidFill>
              <a:latin typeface="Work Sans"/>
              <a:ea typeface="Work Sans"/>
              <a:cs typeface="Work Sans"/>
              <a:sym typeface="Work Sans"/>
            </a:endParaRPr>
          </a:p>
        </p:txBody>
      </p:sp>
      <p:pic>
        <p:nvPicPr>
          <p:cNvPr id="607" name="Google Shape;607;p33"/>
          <p:cNvPicPr preferRelativeResize="0"/>
          <p:nvPr/>
        </p:nvPicPr>
        <p:blipFill rotWithShape="1">
          <a:blip r:embed="rId5">
            <a:alphaModFix/>
          </a:blip>
          <a:srcRect b="0" l="2695" r="0" t="0"/>
          <a:stretch/>
        </p:blipFill>
        <p:spPr>
          <a:xfrm>
            <a:off x="6237624" y="473289"/>
            <a:ext cx="2520000" cy="397521"/>
          </a:xfrm>
          <a:prstGeom prst="rect">
            <a:avLst/>
          </a:prstGeom>
          <a:noFill/>
          <a:ln>
            <a:noFill/>
          </a:ln>
        </p:spPr>
      </p:pic>
      <p:grpSp>
        <p:nvGrpSpPr>
          <p:cNvPr id="608" name="Google Shape;608;p33"/>
          <p:cNvGrpSpPr/>
          <p:nvPr/>
        </p:nvGrpSpPr>
        <p:grpSpPr>
          <a:xfrm>
            <a:off x="730142" y="1895253"/>
            <a:ext cx="6142500" cy="464628"/>
            <a:chOff x="1620000" y="2219526"/>
            <a:chExt cx="5412516" cy="464628"/>
          </a:xfrm>
        </p:grpSpPr>
        <p:pic>
          <p:nvPicPr>
            <p:cNvPr id="609" name="Google Shape;609;p33"/>
            <p:cNvPicPr preferRelativeResize="0"/>
            <p:nvPr/>
          </p:nvPicPr>
          <p:blipFill rotWithShape="1">
            <a:blip r:embed="rId6">
              <a:alphaModFix/>
            </a:blip>
            <a:srcRect b="0" l="0" r="0" t="0"/>
            <a:stretch/>
          </p:blipFill>
          <p:spPr>
            <a:xfrm>
              <a:off x="4714061" y="2219526"/>
              <a:ext cx="2318455" cy="464628"/>
            </a:xfrm>
            <a:prstGeom prst="rect">
              <a:avLst/>
            </a:prstGeom>
            <a:noFill/>
            <a:ln>
              <a:noFill/>
            </a:ln>
          </p:spPr>
        </p:pic>
        <p:sp>
          <p:nvSpPr>
            <p:cNvPr id="610" name="Google Shape;610;p33"/>
            <p:cNvSpPr txBox="1"/>
            <p:nvPr/>
          </p:nvSpPr>
          <p:spPr>
            <a:xfrm>
              <a:off x="1620000" y="2252670"/>
              <a:ext cx="4032000" cy="353913"/>
            </a:xfrm>
            <a:prstGeom prst="rect">
              <a:avLst/>
            </a:prstGeom>
            <a:noFill/>
            <a:ln>
              <a:noFill/>
            </a:ln>
          </p:spPr>
          <p:txBody>
            <a:bodyPr anchorCtr="0" anchor="t" bIns="91425" lIns="91425" spcFirstLastPara="1" rIns="91425" wrap="square" tIns="91425">
              <a:spAutoFit/>
            </a:bodyPr>
            <a:lstStyle/>
            <a:p>
              <a:pPr indent="0" lvl="0" marL="0" marR="0" rtl="0" algn="just">
                <a:lnSpc>
                  <a:spcPct val="100000"/>
                </a:lnSpc>
                <a:spcBef>
                  <a:spcPts val="0"/>
                </a:spcBef>
                <a:spcAft>
                  <a:spcPts val="0"/>
                </a:spcAft>
                <a:buClr>
                  <a:schemeClr val="dk1"/>
                </a:buClr>
                <a:buSzPts val="1100"/>
                <a:buFont typeface="Arial"/>
                <a:buNone/>
              </a:pPr>
              <a:r>
                <a:rPr b="0" i="0" lang="pt-BR" sz="1100" u="none" cap="none" strike="noStrike">
                  <a:solidFill>
                    <a:schemeClr val="lt1"/>
                  </a:solidFill>
                  <a:latin typeface="Work Sans"/>
                  <a:ea typeface="Work Sans"/>
                  <a:cs typeface="Work Sans"/>
                  <a:sym typeface="Work Sans"/>
                </a:rPr>
                <a:t>Se </a:t>
              </a:r>
              <a:r>
                <a:rPr b="1" i="0" lang="pt-BR" sz="1100" u="none" cap="none" strike="noStrike">
                  <a:solidFill>
                    <a:schemeClr val="lt1"/>
                  </a:solidFill>
                  <a:latin typeface="Work Sans"/>
                  <a:ea typeface="Work Sans"/>
                  <a:cs typeface="Work Sans"/>
                  <a:sym typeface="Work Sans"/>
                </a:rPr>
                <a:t>x </a:t>
              </a:r>
              <a:r>
                <a:rPr b="0" i="0" lang="pt-BR" sz="1100" u="none" cap="none" strike="noStrike">
                  <a:solidFill>
                    <a:schemeClr val="lt1"/>
                  </a:solidFill>
                  <a:latin typeface="Work Sans"/>
                  <a:ea typeface="Work Sans"/>
                  <a:cs typeface="Work Sans"/>
                  <a:sym typeface="Work Sans"/>
                </a:rPr>
                <a:t>e </a:t>
              </a:r>
              <a:r>
                <a:rPr b="1" i="0" lang="pt-BR" sz="1100" u="none" cap="none" strike="noStrike">
                  <a:solidFill>
                    <a:schemeClr val="lt1"/>
                  </a:solidFill>
                  <a:latin typeface="Work Sans"/>
                  <a:ea typeface="Work Sans"/>
                  <a:cs typeface="Work Sans"/>
                  <a:sym typeface="Work Sans"/>
                </a:rPr>
                <a:t>y </a:t>
              </a:r>
              <a:r>
                <a:rPr b="0" i="0" lang="pt-BR" sz="1100" u="none" cap="none" strike="noStrike">
                  <a:solidFill>
                    <a:schemeClr val="lt1"/>
                  </a:solidFill>
                  <a:latin typeface="Work Sans"/>
                  <a:ea typeface="Work Sans"/>
                  <a:cs typeface="Work Sans"/>
                  <a:sym typeface="Work Sans"/>
                </a:rPr>
                <a:t>são </a:t>
              </a:r>
              <a:r>
                <a:rPr b="1" i="0" lang="pt-BR" sz="1100" u="none" cap="none" strike="noStrike">
                  <a:solidFill>
                    <a:schemeClr val="lt1"/>
                  </a:solidFill>
                  <a:latin typeface="Work Sans"/>
                  <a:ea typeface="Work Sans"/>
                  <a:cs typeface="Work Sans"/>
                  <a:sym typeface="Work Sans"/>
                </a:rPr>
                <a:t>números inteiros POSITIVOS:</a:t>
              </a:r>
              <a:endParaRPr b="1" i="0" sz="1100" u="none" cap="none" strike="noStrike">
                <a:solidFill>
                  <a:schemeClr val="lt1"/>
                </a:solidFill>
                <a:latin typeface="Work Sans"/>
                <a:ea typeface="Work Sans"/>
                <a:cs typeface="Work Sans"/>
                <a:sym typeface="Work Sans"/>
              </a:endParaRPr>
            </a:p>
          </p:txBody>
        </p:sp>
      </p:grpSp>
      <p:sp>
        <p:nvSpPr>
          <p:cNvPr id="611" name="Google Shape;611;p33"/>
          <p:cNvSpPr txBox="1"/>
          <p:nvPr/>
        </p:nvSpPr>
        <p:spPr>
          <a:xfrm>
            <a:off x="730142" y="2414987"/>
            <a:ext cx="7022713" cy="573973"/>
          </a:xfrm>
          <a:prstGeom prst="rect">
            <a:avLst/>
          </a:prstGeom>
          <a:noFill/>
          <a:ln>
            <a:noFill/>
          </a:ln>
        </p:spPr>
        <p:txBody>
          <a:bodyPr anchorCtr="0" anchor="t" bIns="91425" lIns="91425" spcFirstLastPara="1" rIns="91425" wrap="square" tIns="91425">
            <a:spAutoFit/>
          </a:bodyPr>
          <a:lstStyle/>
          <a:p>
            <a:pPr indent="0" lvl="0" marL="0" marR="0" rtl="0" algn="just">
              <a:lnSpc>
                <a:spcPct val="115000"/>
              </a:lnSpc>
              <a:spcBef>
                <a:spcPts val="0"/>
              </a:spcBef>
              <a:spcAft>
                <a:spcPts val="0"/>
              </a:spcAft>
              <a:buClr>
                <a:schemeClr val="dk1"/>
              </a:buClr>
              <a:buSzPts val="1100"/>
              <a:buFont typeface="Arial"/>
              <a:buNone/>
            </a:pPr>
            <a:r>
              <a:rPr b="0" i="0" lang="pt-BR" sz="1100" u="none" cap="none" strike="noStrike">
                <a:solidFill>
                  <a:schemeClr val="lt1"/>
                </a:solidFill>
                <a:latin typeface="Work Sans"/>
                <a:ea typeface="Work Sans"/>
                <a:cs typeface="Work Sans"/>
                <a:sym typeface="Work Sans"/>
              </a:rPr>
              <a:t>Quando um número inteiro pode ser </a:t>
            </a:r>
            <a:r>
              <a:rPr b="1" i="0" lang="pt-BR" sz="1100" u="none" cap="none" strike="noStrike">
                <a:solidFill>
                  <a:schemeClr val="lt1"/>
                </a:solidFill>
                <a:latin typeface="Work Sans"/>
                <a:ea typeface="Work Sans"/>
                <a:cs typeface="Work Sans"/>
                <a:sym typeface="Work Sans"/>
              </a:rPr>
              <a:t>dividido por 2</a:t>
            </a:r>
            <a:r>
              <a:rPr b="0" i="0" lang="pt-BR" sz="1100" u="none" cap="none" strike="noStrike">
                <a:solidFill>
                  <a:schemeClr val="lt1"/>
                </a:solidFill>
                <a:latin typeface="Work Sans"/>
                <a:ea typeface="Work Sans"/>
                <a:cs typeface="Work Sans"/>
                <a:sym typeface="Work Sans"/>
              </a:rPr>
              <a:t>, este é um </a:t>
            </a:r>
            <a:r>
              <a:rPr b="1" i="0" lang="pt-BR" sz="1100" u="none" cap="none" strike="noStrike">
                <a:solidFill>
                  <a:schemeClr val="lt1"/>
                </a:solidFill>
                <a:latin typeface="Work Sans"/>
                <a:ea typeface="Work Sans"/>
                <a:cs typeface="Work Sans"/>
                <a:sym typeface="Work Sans"/>
              </a:rPr>
              <a:t>número par</a:t>
            </a:r>
            <a:r>
              <a:rPr b="0" i="0" lang="pt-BR" sz="1100" u="none" cap="none" strike="noStrike">
                <a:solidFill>
                  <a:schemeClr val="lt1"/>
                </a:solidFill>
                <a:latin typeface="Work Sans"/>
                <a:ea typeface="Work Sans"/>
                <a:cs typeface="Work Sans"/>
                <a:sym typeface="Work Sans"/>
              </a:rPr>
              <a:t> </a:t>
            </a:r>
            <a:r>
              <a:rPr b="1" i="0" lang="pt-BR" sz="1100" u="none" cap="none" strike="noStrike">
                <a:solidFill>
                  <a:srgbClr val="C1272D"/>
                </a:solidFill>
                <a:latin typeface="Work Sans"/>
                <a:ea typeface="Work Sans"/>
                <a:cs typeface="Work Sans"/>
                <a:sym typeface="Work Sans"/>
              </a:rPr>
              <a:t>(even)</a:t>
            </a:r>
            <a:r>
              <a:rPr b="0" i="0" lang="pt-BR" sz="1100" u="none" cap="none" strike="noStrike">
                <a:solidFill>
                  <a:srgbClr val="C1272D"/>
                </a:solidFill>
                <a:latin typeface="Work Sans"/>
                <a:ea typeface="Work Sans"/>
                <a:cs typeface="Work Sans"/>
                <a:sym typeface="Work Sans"/>
              </a:rPr>
              <a:t>.</a:t>
            </a:r>
            <a:endParaRPr b="0" i="0" sz="1100" u="none" cap="none" strike="noStrike">
              <a:solidFill>
                <a:srgbClr val="C1272D"/>
              </a:solidFill>
              <a:latin typeface="Work Sans"/>
              <a:ea typeface="Work Sans"/>
              <a:cs typeface="Work Sans"/>
              <a:sym typeface="Work Sans"/>
            </a:endParaRPr>
          </a:p>
          <a:p>
            <a:pPr indent="0" lvl="0" marL="0" marR="0" rtl="0" algn="just">
              <a:lnSpc>
                <a:spcPct val="115000"/>
              </a:lnSpc>
              <a:spcBef>
                <a:spcPts val="0"/>
              </a:spcBef>
              <a:spcAft>
                <a:spcPts val="0"/>
              </a:spcAft>
              <a:buClr>
                <a:schemeClr val="dk1"/>
              </a:buClr>
              <a:buSzPts val="1100"/>
              <a:buFont typeface="Arial"/>
              <a:buNone/>
            </a:pPr>
            <a:r>
              <a:rPr b="0" i="0" lang="pt-BR" sz="1100" u="none" cap="none" strike="noStrike">
                <a:solidFill>
                  <a:schemeClr val="lt1"/>
                </a:solidFill>
                <a:latin typeface="Work Sans"/>
                <a:ea typeface="Work Sans"/>
                <a:cs typeface="Work Sans"/>
                <a:sym typeface="Work Sans"/>
              </a:rPr>
              <a:t>Caso contrário (</a:t>
            </a:r>
            <a:r>
              <a:rPr b="1" i="0" lang="pt-BR" sz="1100" u="none" cap="none" strike="noStrike">
                <a:solidFill>
                  <a:schemeClr val="lt1"/>
                </a:solidFill>
                <a:latin typeface="Work Sans"/>
                <a:ea typeface="Work Sans"/>
                <a:cs typeface="Work Sans"/>
                <a:sym typeface="Work Sans"/>
              </a:rPr>
              <a:t>não divisível por 2</a:t>
            </a:r>
            <a:r>
              <a:rPr b="0" i="0" lang="pt-BR" sz="1100" u="none" cap="none" strike="noStrike">
                <a:solidFill>
                  <a:schemeClr val="lt1"/>
                </a:solidFill>
                <a:latin typeface="Work Sans"/>
                <a:ea typeface="Work Sans"/>
                <a:cs typeface="Work Sans"/>
                <a:sym typeface="Work Sans"/>
              </a:rPr>
              <a:t>), este é um </a:t>
            </a:r>
            <a:r>
              <a:rPr b="1" i="0" lang="pt-BR" sz="1100" u="none" cap="none" strike="noStrike">
                <a:solidFill>
                  <a:schemeClr val="lt1"/>
                </a:solidFill>
                <a:latin typeface="Work Sans"/>
                <a:ea typeface="Work Sans"/>
                <a:cs typeface="Work Sans"/>
                <a:sym typeface="Work Sans"/>
              </a:rPr>
              <a:t>número ímpar</a:t>
            </a:r>
            <a:r>
              <a:rPr b="0" i="0" lang="pt-BR" sz="1100" u="none" cap="none" strike="noStrike">
                <a:solidFill>
                  <a:schemeClr val="lt1"/>
                </a:solidFill>
                <a:latin typeface="Work Sans"/>
                <a:ea typeface="Work Sans"/>
                <a:cs typeface="Work Sans"/>
                <a:sym typeface="Work Sans"/>
              </a:rPr>
              <a:t> </a:t>
            </a:r>
            <a:r>
              <a:rPr b="1" i="0" lang="pt-BR" sz="1100" u="none" cap="none" strike="noStrike">
                <a:solidFill>
                  <a:srgbClr val="C1272D"/>
                </a:solidFill>
                <a:latin typeface="Work Sans"/>
                <a:ea typeface="Work Sans"/>
                <a:cs typeface="Work Sans"/>
                <a:sym typeface="Work Sans"/>
              </a:rPr>
              <a:t>(odd)</a:t>
            </a:r>
            <a:r>
              <a:rPr b="0" i="0" lang="pt-BR" sz="1100" u="none" cap="none" strike="noStrike">
                <a:solidFill>
                  <a:srgbClr val="C1272D"/>
                </a:solidFill>
                <a:latin typeface="Work Sans"/>
                <a:ea typeface="Work Sans"/>
                <a:cs typeface="Work Sans"/>
                <a:sym typeface="Work Sans"/>
              </a:rPr>
              <a:t>.</a:t>
            </a:r>
            <a:endParaRPr b="0" i="0" sz="1100" u="none" cap="none" strike="noStrike">
              <a:solidFill>
                <a:srgbClr val="C1272D"/>
              </a:solidFill>
              <a:latin typeface="Work Sans"/>
              <a:ea typeface="Work Sans"/>
              <a:cs typeface="Work Sans"/>
              <a:sym typeface="Work Sans"/>
            </a:endParaRPr>
          </a:p>
        </p:txBody>
      </p:sp>
      <p:sp>
        <p:nvSpPr>
          <p:cNvPr id="612" name="Google Shape;612;p33"/>
          <p:cNvSpPr txBox="1"/>
          <p:nvPr/>
        </p:nvSpPr>
        <p:spPr>
          <a:xfrm>
            <a:off x="730142" y="3010310"/>
            <a:ext cx="7682338" cy="896882"/>
          </a:xfrm>
          <a:prstGeom prst="rect">
            <a:avLst/>
          </a:prstGeom>
          <a:noFill/>
          <a:ln>
            <a:noFill/>
          </a:ln>
        </p:spPr>
        <p:txBody>
          <a:bodyPr anchorCtr="0" anchor="t" bIns="91425" lIns="91425" spcFirstLastPara="1" rIns="91425" wrap="square" tIns="91425">
            <a:spAutoFit/>
          </a:bodyPr>
          <a:lstStyle/>
          <a:p>
            <a:pPr indent="0" lvl="0" marL="0" marR="0" rtl="0" algn="just">
              <a:lnSpc>
                <a:spcPct val="115000"/>
              </a:lnSpc>
              <a:spcBef>
                <a:spcPts val="0"/>
              </a:spcBef>
              <a:spcAft>
                <a:spcPts val="0"/>
              </a:spcAft>
              <a:buClr>
                <a:schemeClr val="dk1"/>
              </a:buClr>
              <a:buSzPts val="1100"/>
              <a:buFont typeface="Arial"/>
              <a:buNone/>
            </a:pPr>
            <a:r>
              <a:rPr b="0" i="0" lang="pt-BR" sz="1100" u="none" cap="none" strike="noStrike">
                <a:solidFill>
                  <a:schemeClr val="lt1"/>
                </a:solidFill>
                <a:latin typeface="Work Sans"/>
                <a:ea typeface="Work Sans"/>
                <a:cs typeface="Work Sans"/>
                <a:sym typeface="Work Sans"/>
              </a:rPr>
              <a:t>Um </a:t>
            </a:r>
            <a:r>
              <a:rPr b="1" i="0" lang="pt-BR" sz="1100" u="none" cap="none" strike="noStrike">
                <a:solidFill>
                  <a:schemeClr val="lt1"/>
                </a:solidFill>
                <a:latin typeface="Work Sans"/>
                <a:ea typeface="Work Sans"/>
                <a:cs typeface="Work Sans"/>
                <a:sym typeface="Work Sans"/>
              </a:rPr>
              <a:t>número primo </a:t>
            </a:r>
            <a:r>
              <a:rPr b="1" i="0" lang="pt-BR" sz="1100" u="none" cap="none" strike="noStrike">
                <a:solidFill>
                  <a:srgbClr val="C1272D"/>
                </a:solidFill>
                <a:latin typeface="Work Sans"/>
                <a:ea typeface="Work Sans"/>
                <a:cs typeface="Work Sans"/>
                <a:sym typeface="Work Sans"/>
              </a:rPr>
              <a:t>(prime number)</a:t>
            </a:r>
            <a:r>
              <a:rPr b="0" i="0" lang="pt-BR" sz="1100" u="none" cap="none" strike="noStrike">
                <a:solidFill>
                  <a:srgbClr val="C1272D"/>
                </a:solidFill>
                <a:latin typeface="Work Sans"/>
                <a:ea typeface="Work Sans"/>
                <a:cs typeface="Work Sans"/>
                <a:sym typeface="Work Sans"/>
              </a:rPr>
              <a:t> </a:t>
            </a:r>
            <a:r>
              <a:rPr b="0" i="0" lang="pt-BR" sz="1100" u="none" cap="none" strike="noStrike">
                <a:solidFill>
                  <a:schemeClr val="lt1"/>
                </a:solidFill>
                <a:latin typeface="Work Sans"/>
                <a:ea typeface="Work Sans"/>
                <a:cs typeface="Work Sans"/>
                <a:sym typeface="Work Sans"/>
              </a:rPr>
              <a:t>é um número </a:t>
            </a:r>
            <a:r>
              <a:rPr b="1" i="0" lang="pt-BR" sz="1100" u="none" cap="none" strike="noStrike">
                <a:solidFill>
                  <a:schemeClr val="lt1"/>
                </a:solidFill>
                <a:latin typeface="Work Sans"/>
                <a:ea typeface="Work Sans"/>
                <a:cs typeface="Work Sans"/>
                <a:sym typeface="Work Sans"/>
              </a:rPr>
              <a:t>inteiro positivo</a:t>
            </a:r>
            <a:r>
              <a:rPr b="0" i="0" lang="pt-BR" sz="1100" u="none" cap="none" strike="noStrike">
                <a:solidFill>
                  <a:schemeClr val="lt1"/>
                </a:solidFill>
                <a:latin typeface="Work Sans"/>
                <a:ea typeface="Work Sans"/>
                <a:cs typeface="Work Sans"/>
                <a:sym typeface="Work Sans"/>
              </a:rPr>
              <a:t> que possui exatamente </a:t>
            </a:r>
            <a:r>
              <a:rPr b="1" i="0" lang="pt-BR" sz="1100" u="none" cap="none" strike="noStrike">
                <a:solidFill>
                  <a:schemeClr val="lt1"/>
                </a:solidFill>
                <a:latin typeface="Work Sans"/>
                <a:ea typeface="Work Sans"/>
                <a:cs typeface="Work Sans"/>
                <a:sym typeface="Work Sans"/>
              </a:rPr>
              <a:t>dois divisores diferentes, o número 1 e ele próprio</a:t>
            </a:r>
            <a:r>
              <a:rPr b="0" i="0" lang="pt-BR" sz="1100" u="none" cap="none" strike="noStrike">
                <a:solidFill>
                  <a:schemeClr val="lt1"/>
                </a:solidFill>
                <a:latin typeface="Work Sans"/>
                <a:ea typeface="Work Sans"/>
                <a:cs typeface="Work Sans"/>
                <a:sym typeface="Work Sans"/>
              </a:rPr>
              <a:t>.</a:t>
            </a:r>
            <a:endParaRPr b="0" i="0" sz="1100" u="none" cap="none" strike="noStrike">
              <a:solidFill>
                <a:schemeClr val="lt1"/>
              </a:solidFill>
              <a:latin typeface="Work Sans"/>
              <a:ea typeface="Work Sans"/>
              <a:cs typeface="Work Sans"/>
              <a:sym typeface="Work Sans"/>
            </a:endParaRPr>
          </a:p>
          <a:p>
            <a:pPr indent="-317500" lvl="0" marL="457200" marR="0" rtl="0" algn="just">
              <a:lnSpc>
                <a:spcPct val="115000"/>
              </a:lnSpc>
              <a:spcBef>
                <a:spcPts val="1000"/>
              </a:spcBef>
              <a:spcAft>
                <a:spcPts val="0"/>
              </a:spcAft>
              <a:buClr>
                <a:schemeClr val="dk1"/>
              </a:buClr>
              <a:buSzPts val="1400"/>
              <a:buFont typeface="Montserrat"/>
              <a:buChar char="-"/>
            </a:pPr>
            <a:r>
              <a:rPr b="0" i="0" lang="pt-BR" sz="1100" u="none" cap="none" strike="noStrike">
                <a:solidFill>
                  <a:schemeClr val="lt1"/>
                </a:solidFill>
                <a:latin typeface="Work Sans"/>
                <a:ea typeface="Work Sans"/>
                <a:cs typeface="Work Sans"/>
                <a:sym typeface="Work Sans"/>
              </a:rPr>
              <a:t>2,  3,  5,  7,  11,  13,  17,  19,  …</a:t>
            </a:r>
            <a:endParaRPr b="0" i="0" sz="1100" u="none" cap="none" strike="noStrike">
              <a:solidFill>
                <a:schemeClr val="lt1"/>
              </a:solidFill>
              <a:latin typeface="Work Sans"/>
              <a:ea typeface="Work Sans"/>
              <a:cs typeface="Work Sans"/>
              <a:sym typeface="Work Sans"/>
            </a:endParaRPr>
          </a:p>
        </p:txBody>
      </p:sp>
      <p:sp>
        <p:nvSpPr>
          <p:cNvPr id="613" name="Google Shape;613;p33"/>
          <p:cNvSpPr txBox="1"/>
          <p:nvPr/>
        </p:nvSpPr>
        <p:spPr>
          <a:xfrm>
            <a:off x="745112" y="3947595"/>
            <a:ext cx="9000000" cy="768642"/>
          </a:xfrm>
          <a:prstGeom prst="rect">
            <a:avLst/>
          </a:prstGeom>
          <a:noFill/>
          <a:ln>
            <a:noFill/>
          </a:ln>
        </p:spPr>
        <p:txBody>
          <a:bodyPr anchorCtr="0" anchor="t" bIns="91425" lIns="91425" spcFirstLastPara="1" rIns="91425" wrap="square" tIns="91425">
            <a:spAutoFit/>
          </a:bodyPr>
          <a:lstStyle/>
          <a:p>
            <a:pPr indent="0" lvl="0" marL="0" marR="0" rtl="0" algn="just">
              <a:lnSpc>
                <a:spcPct val="115000"/>
              </a:lnSpc>
              <a:spcBef>
                <a:spcPts val="0"/>
              </a:spcBef>
              <a:spcAft>
                <a:spcPts val="0"/>
              </a:spcAft>
              <a:buClr>
                <a:schemeClr val="dk1"/>
              </a:buClr>
              <a:buSzPts val="1100"/>
              <a:buFont typeface="Arial"/>
              <a:buNone/>
            </a:pPr>
            <a:r>
              <a:rPr b="1" i="0" lang="pt-BR" sz="1100" u="none" cap="none" strike="noStrike">
                <a:solidFill>
                  <a:srgbClr val="C1272D"/>
                </a:solidFill>
                <a:latin typeface="Work Sans"/>
                <a:ea typeface="Work Sans"/>
                <a:cs typeface="Work Sans"/>
                <a:sym typeface="Work Sans"/>
              </a:rPr>
              <a:t>Obs:</a:t>
            </a:r>
            <a:r>
              <a:rPr b="0" i="0" lang="pt-BR" sz="1100" u="none" cap="none" strike="noStrike">
                <a:solidFill>
                  <a:srgbClr val="C1272D"/>
                </a:solidFill>
                <a:latin typeface="Work Sans"/>
                <a:ea typeface="Work Sans"/>
                <a:cs typeface="Work Sans"/>
                <a:sym typeface="Work Sans"/>
              </a:rPr>
              <a:t> </a:t>
            </a:r>
            <a:r>
              <a:rPr b="0" i="0" lang="pt-BR" sz="1100" u="none" cap="none" strike="noStrike">
                <a:solidFill>
                  <a:schemeClr val="lt1"/>
                </a:solidFill>
                <a:latin typeface="Work Sans"/>
                <a:ea typeface="Work Sans"/>
                <a:cs typeface="Work Sans"/>
                <a:sym typeface="Work Sans"/>
              </a:rPr>
              <a:t>O número </a:t>
            </a:r>
            <a:r>
              <a:rPr b="1" i="0" lang="pt-BR" sz="1100" u="none" cap="none" strike="noStrike">
                <a:solidFill>
                  <a:schemeClr val="lt1"/>
                </a:solidFill>
                <a:latin typeface="Work Sans"/>
                <a:ea typeface="Work Sans"/>
                <a:cs typeface="Work Sans"/>
                <a:sym typeface="Work Sans"/>
              </a:rPr>
              <a:t>1 não é primo </a:t>
            </a:r>
            <a:r>
              <a:rPr b="0" i="0" lang="pt-BR" sz="1100" u="none" cap="none" strike="noStrike">
                <a:solidFill>
                  <a:schemeClr val="lt1"/>
                </a:solidFill>
                <a:latin typeface="Work Sans"/>
                <a:ea typeface="Work Sans"/>
                <a:cs typeface="Work Sans"/>
                <a:sym typeface="Work Sans"/>
              </a:rPr>
              <a:t>pois possui </a:t>
            </a:r>
            <a:r>
              <a:rPr b="1" i="0" lang="pt-BR" sz="1100" u="none" cap="none" strike="noStrike">
                <a:solidFill>
                  <a:schemeClr val="lt1"/>
                </a:solidFill>
                <a:latin typeface="Work Sans"/>
                <a:ea typeface="Work Sans"/>
                <a:cs typeface="Work Sans"/>
                <a:sym typeface="Work Sans"/>
              </a:rPr>
              <a:t>apenas um divisor </a:t>
            </a:r>
            <a:r>
              <a:rPr b="0" i="0" lang="pt-BR" sz="1100" u="none" cap="none" strike="noStrike">
                <a:solidFill>
                  <a:schemeClr val="lt1"/>
                </a:solidFill>
                <a:latin typeface="Work Sans"/>
                <a:ea typeface="Work Sans"/>
                <a:cs typeface="Work Sans"/>
                <a:sym typeface="Work Sans"/>
              </a:rPr>
              <a:t>(1 = ele mesmo).</a:t>
            </a:r>
            <a:endParaRPr b="0" i="0" sz="1100" u="none" cap="none" strike="noStrike">
              <a:solidFill>
                <a:schemeClr val="lt1"/>
              </a:solidFill>
              <a:latin typeface="Work Sans"/>
              <a:ea typeface="Work Sans"/>
              <a:cs typeface="Work Sans"/>
              <a:sym typeface="Work Sans"/>
            </a:endParaRPr>
          </a:p>
          <a:p>
            <a:pPr indent="0" lvl="0" marL="0" marR="0" rtl="0" algn="just">
              <a:lnSpc>
                <a:spcPct val="115000"/>
              </a:lnSpc>
              <a:spcBef>
                <a:spcPts val="0"/>
              </a:spcBef>
              <a:spcAft>
                <a:spcPts val="0"/>
              </a:spcAft>
              <a:buClr>
                <a:schemeClr val="dk1"/>
              </a:buClr>
              <a:buSzPts val="1100"/>
              <a:buFont typeface="Arial"/>
              <a:buNone/>
            </a:pPr>
            <a:r>
              <a:rPr b="0" i="0" lang="pt-BR" sz="1100" u="none" cap="none" strike="noStrike">
                <a:solidFill>
                  <a:schemeClr val="lt1"/>
                </a:solidFill>
                <a:latin typeface="Work Sans"/>
                <a:ea typeface="Work Sans"/>
                <a:cs typeface="Work Sans"/>
                <a:sym typeface="Work Sans"/>
              </a:rPr>
              <a:t>	O número </a:t>
            </a:r>
            <a:r>
              <a:rPr b="1" i="0" lang="pt-BR" sz="1100" u="none" cap="none" strike="noStrike">
                <a:solidFill>
                  <a:schemeClr val="lt1"/>
                </a:solidFill>
                <a:latin typeface="Work Sans"/>
                <a:ea typeface="Work Sans"/>
                <a:cs typeface="Work Sans"/>
                <a:sym typeface="Work Sans"/>
              </a:rPr>
              <a:t>0 não é primo</a:t>
            </a:r>
            <a:r>
              <a:rPr b="0" i="0" lang="pt-BR" sz="1100" u="none" cap="none" strike="noStrike">
                <a:solidFill>
                  <a:schemeClr val="lt1"/>
                </a:solidFill>
                <a:latin typeface="Work Sans"/>
                <a:ea typeface="Work Sans"/>
                <a:cs typeface="Work Sans"/>
                <a:sym typeface="Work Sans"/>
              </a:rPr>
              <a:t> pois possui </a:t>
            </a:r>
            <a:r>
              <a:rPr b="1" i="0" lang="pt-BR" sz="1100" u="none" cap="none" strike="noStrike">
                <a:solidFill>
                  <a:schemeClr val="lt1"/>
                </a:solidFill>
                <a:latin typeface="Work Sans"/>
                <a:ea typeface="Work Sans"/>
                <a:cs typeface="Work Sans"/>
                <a:sym typeface="Work Sans"/>
              </a:rPr>
              <a:t>diversos divisores</a:t>
            </a:r>
            <a:r>
              <a:rPr b="0" i="0" lang="pt-BR" sz="1100" u="none" cap="none" strike="noStrike">
                <a:solidFill>
                  <a:schemeClr val="lt1"/>
                </a:solidFill>
                <a:latin typeface="Work Sans"/>
                <a:ea typeface="Work Sans"/>
                <a:cs typeface="Work Sans"/>
                <a:sym typeface="Work Sans"/>
              </a:rPr>
              <a:t>.</a:t>
            </a:r>
            <a:endParaRPr b="0" i="0" sz="1100" u="none" cap="none" strike="noStrike">
              <a:solidFill>
                <a:schemeClr val="lt1"/>
              </a:solidFill>
              <a:latin typeface="Work Sans"/>
              <a:ea typeface="Work Sans"/>
              <a:cs typeface="Work Sans"/>
              <a:sym typeface="Work Sans"/>
            </a:endParaRPr>
          </a:p>
          <a:p>
            <a:pPr indent="0" lvl="0" marL="0" marR="0" rtl="0" algn="just">
              <a:lnSpc>
                <a:spcPct val="115000"/>
              </a:lnSpc>
              <a:spcBef>
                <a:spcPts val="0"/>
              </a:spcBef>
              <a:spcAft>
                <a:spcPts val="0"/>
              </a:spcAft>
              <a:buClr>
                <a:schemeClr val="dk1"/>
              </a:buClr>
              <a:buSzPts val="1100"/>
              <a:buFont typeface="Arial"/>
              <a:buNone/>
            </a:pPr>
            <a:r>
              <a:rPr b="0" i="0" lang="pt-BR" sz="1100" u="none" cap="none" strike="noStrike">
                <a:solidFill>
                  <a:schemeClr val="lt1"/>
                </a:solidFill>
                <a:latin typeface="Work Sans"/>
                <a:ea typeface="Work Sans"/>
                <a:cs typeface="Work Sans"/>
                <a:sym typeface="Work Sans"/>
              </a:rPr>
              <a:t>	O número </a:t>
            </a:r>
            <a:r>
              <a:rPr b="1" i="0" lang="pt-BR" sz="1100" u="none" cap="none" strike="noStrike">
                <a:solidFill>
                  <a:schemeClr val="lt1"/>
                </a:solidFill>
                <a:latin typeface="Work Sans"/>
                <a:ea typeface="Work Sans"/>
                <a:cs typeface="Work Sans"/>
                <a:sym typeface="Work Sans"/>
              </a:rPr>
              <a:t>0 não é positivo e nem negativo</a:t>
            </a:r>
            <a:r>
              <a:rPr b="0" i="0" lang="pt-BR" sz="1100" u="none" cap="none" strike="noStrike">
                <a:solidFill>
                  <a:schemeClr val="lt1"/>
                </a:solidFill>
                <a:latin typeface="Work Sans"/>
                <a:ea typeface="Work Sans"/>
                <a:cs typeface="Work Sans"/>
                <a:sym typeface="Work Sans"/>
              </a:rPr>
              <a:t>, é um </a:t>
            </a:r>
            <a:r>
              <a:rPr b="1" i="0" lang="pt-BR" sz="1100" u="none" cap="none" strike="noStrike">
                <a:solidFill>
                  <a:schemeClr val="lt1"/>
                </a:solidFill>
                <a:latin typeface="Work Sans"/>
                <a:ea typeface="Work Sans"/>
                <a:cs typeface="Work Sans"/>
                <a:sym typeface="Work Sans"/>
              </a:rPr>
              <a:t>número neutro</a:t>
            </a:r>
            <a:r>
              <a:rPr b="0" i="0" lang="pt-BR" sz="1100" u="none" cap="none" strike="noStrike">
                <a:solidFill>
                  <a:schemeClr val="lt1"/>
                </a:solidFill>
                <a:latin typeface="Work Sans"/>
                <a:ea typeface="Work Sans"/>
                <a:cs typeface="Work Sans"/>
                <a:sym typeface="Work Sans"/>
              </a:rPr>
              <a:t>.</a:t>
            </a:r>
            <a:endParaRPr b="0" i="0" sz="1100" u="none" cap="none" strike="noStrike">
              <a:solidFill>
                <a:schemeClr val="lt1"/>
              </a:solidFill>
              <a:latin typeface="Work Sans"/>
              <a:ea typeface="Work Sans"/>
              <a:cs typeface="Work Sans"/>
              <a:sym typeface="Work Sans"/>
            </a:endParaRPr>
          </a:p>
        </p:txBody>
      </p:sp>
      <p:sp>
        <p:nvSpPr>
          <p:cNvPr id="614" name="Google Shape;614;p33"/>
          <p:cNvSpPr txBox="1"/>
          <p:nvPr/>
        </p:nvSpPr>
        <p:spPr>
          <a:xfrm>
            <a:off x="0" y="4825425"/>
            <a:ext cx="4862100" cy="276900"/>
          </a:xfrm>
          <a:prstGeom prst="rect">
            <a:avLst/>
          </a:prstGeom>
          <a:noFill/>
          <a:ln>
            <a:noFill/>
          </a:ln>
        </p:spPr>
        <p:txBody>
          <a:bodyPr anchorCtr="0" anchor="t" bIns="68550" lIns="137125" spcFirstLastPara="1" rIns="137125" wrap="square" tIns="68550">
            <a:spAutoFit/>
          </a:bodyPr>
          <a:lstStyle/>
          <a:p>
            <a:pPr indent="0" lvl="0" marL="0" marR="0" rtl="0" algn="l">
              <a:lnSpc>
                <a:spcPct val="100000"/>
              </a:lnSpc>
              <a:spcBef>
                <a:spcPts val="0"/>
              </a:spcBef>
              <a:spcAft>
                <a:spcPts val="0"/>
              </a:spcAft>
              <a:buClr>
                <a:srgbClr val="000000"/>
              </a:buClr>
              <a:buSzPts val="900"/>
              <a:buFont typeface="Arial"/>
              <a:buNone/>
            </a:pPr>
            <a:r>
              <a:rPr b="1" i="0" lang="pt-BR" sz="900" u="none" cap="none" strike="noStrike">
                <a:solidFill>
                  <a:srgbClr val="000000"/>
                </a:solidFill>
                <a:latin typeface="Arial"/>
                <a:ea typeface="Arial"/>
                <a:cs typeface="Arial"/>
                <a:sym typeface="Arial"/>
              </a:rPr>
              <a:t>Prep4Consulting 2026.2 </a:t>
            </a:r>
            <a:r>
              <a:rPr b="0" i="0" lang="pt-BR" sz="900" u="none" cap="none" strike="noStrike">
                <a:solidFill>
                  <a:srgbClr val="000000"/>
                </a:solidFill>
                <a:latin typeface="Arial"/>
                <a:ea typeface="Arial"/>
                <a:cs typeface="Arial"/>
                <a:sym typeface="Arial"/>
              </a:rPr>
              <a:t>| GMAT: Estrutura da Prova</a:t>
            </a:r>
            <a:endParaRPr b="0" i="0" sz="900" u="none" cap="none" strike="noStrike">
              <a:solidFill>
                <a:srgbClr val="000000"/>
              </a:solidFill>
              <a:latin typeface="Arial"/>
              <a:ea typeface="Arial"/>
              <a:cs typeface="Arial"/>
              <a:sym typeface="Arial"/>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607"/>
                                        </p:tgtEl>
                                        <p:attrNameLst>
                                          <p:attrName>style.visibility</p:attrName>
                                        </p:attrNameLst>
                                      </p:cBhvr>
                                      <p:to>
                                        <p:strVal val="visible"/>
                                      </p:to>
                                    </p:set>
                                    <p:animEffect filter="fade" transition="in">
                                      <p:cBhvr>
                                        <p:cTn dur="1000"/>
                                        <p:tgtEl>
                                          <p:spTgt spid="607"/>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606"/>
                                        </p:tgtEl>
                                        <p:attrNameLst>
                                          <p:attrName>style.visibility</p:attrName>
                                        </p:attrNameLst>
                                      </p:cBhvr>
                                      <p:to>
                                        <p:strVal val="visible"/>
                                      </p:to>
                                    </p:set>
                                    <p:animEffect filter="fade" transition="in">
                                      <p:cBhvr>
                                        <p:cTn dur="1000"/>
                                        <p:tgtEl>
                                          <p:spTgt spid="606"/>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608"/>
                                        </p:tgtEl>
                                        <p:attrNameLst>
                                          <p:attrName>style.visibility</p:attrName>
                                        </p:attrNameLst>
                                      </p:cBhvr>
                                      <p:to>
                                        <p:strVal val="visible"/>
                                      </p:to>
                                    </p:set>
                                    <p:animEffect filter="fade" transition="in">
                                      <p:cBhvr>
                                        <p:cTn dur="1000"/>
                                        <p:tgtEl>
                                          <p:spTgt spid="608"/>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611"/>
                                        </p:tgtEl>
                                        <p:attrNameLst>
                                          <p:attrName>style.visibility</p:attrName>
                                        </p:attrNameLst>
                                      </p:cBhvr>
                                      <p:to>
                                        <p:strVal val="visible"/>
                                      </p:to>
                                    </p:set>
                                    <p:animEffect filter="fade" transition="in">
                                      <p:cBhvr>
                                        <p:cTn dur="1000"/>
                                        <p:tgtEl>
                                          <p:spTgt spid="611"/>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612"/>
                                        </p:tgtEl>
                                        <p:attrNameLst>
                                          <p:attrName>style.visibility</p:attrName>
                                        </p:attrNameLst>
                                      </p:cBhvr>
                                      <p:to>
                                        <p:strVal val="visible"/>
                                      </p:to>
                                    </p:set>
                                    <p:animEffect filter="fade" transition="in">
                                      <p:cBhvr>
                                        <p:cTn dur="1000"/>
                                        <p:tgtEl>
                                          <p:spTgt spid="612"/>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613"/>
                                        </p:tgtEl>
                                        <p:attrNameLst>
                                          <p:attrName>style.visibility</p:attrName>
                                        </p:attrNameLst>
                                      </p:cBhvr>
                                      <p:to>
                                        <p:strVal val="visible"/>
                                      </p:to>
                                    </p:set>
                                    <p:animEffect filter="fade" transition="in">
                                      <p:cBhvr>
                                        <p:cTn dur="1000"/>
                                        <p:tgtEl>
                                          <p:spTgt spid="613"/>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18" name="Shape 618"/>
        <p:cNvGrpSpPr/>
        <p:nvPr/>
      </p:nvGrpSpPr>
      <p:grpSpPr>
        <a:xfrm>
          <a:off x="0" y="0"/>
          <a:ext cx="0" cy="0"/>
          <a:chOff x="0" y="0"/>
          <a:chExt cx="0" cy="0"/>
        </a:xfrm>
      </p:grpSpPr>
      <p:sp>
        <p:nvSpPr>
          <p:cNvPr id="619" name="Google Shape;619;p34"/>
          <p:cNvSpPr txBox="1"/>
          <p:nvPr>
            <p:ph idx="4294967295" type="title"/>
          </p:nvPr>
        </p:nvSpPr>
        <p:spPr>
          <a:xfrm>
            <a:off x="722375" y="384050"/>
            <a:ext cx="5052900" cy="5760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3000"/>
              <a:buNone/>
            </a:pPr>
            <a:r>
              <a:rPr lang="pt-BR"/>
              <a:t>REVISÃO DE MATEMÁTICA</a:t>
            </a:r>
            <a:endParaRPr/>
          </a:p>
        </p:txBody>
      </p:sp>
      <p:sp>
        <p:nvSpPr>
          <p:cNvPr id="620" name="Google Shape;620;p34"/>
          <p:cNvSpPr txBox="1"/>
          <p:nvPr/>
        </p:nvSpPr>
        <p:spPr>
          <a:xfrm>
            <a:off x="4281900" y="4825425"/>
            <a:ext cx="4862100" cy="276900"/>
          </a:xfrm>
          <a:prstGeom prst="rect">
            <a:avLst/>
          </a:prstGeom>
          <a:noFill/>
          <a:ln>
            <a:noFill/>
          </a:ln>
        </p:spPr>
        <p:txBody>
          <a:bodyPr anchorCtr="0" anchor="t" bIns="68550" lIns="137125" spcFirstLastPara="1" rIns="137125" wrap="square" tIns="68550">
            <a:spAutoFit/>
          </a:bodyPr>
          <a:lstStyle/>
          <a:p>
            <a:pPr indent="0" lvl="0" marL="0" marR="0" rtl="0" algn="r">
              <a:lnSpc>
                <a:spcPct val="100000"/>
              </a:lnSpc>
              <a:spcBef>
                <a:spcPts val="0"/>
              </a:spcBef>
              <a:spcAft>
                <a:spcPts val="0"/>
              </a:spcAft>
              <a:buClr>
                <a:srgbClr val="000000"/>
              </a:buClr>
              <a:buSzPts val="900"/>
              <a:buFont typeface="Arial"/>
              <a:buNone/>
            </a:pPr>
            <a:r>
              <a:rPr b="0" i="0" lang="pt-BR" sz="900" u="none" cap="none" strike="noStrike">
                <a:solidFill>
                  <a:srgbClr val="000000"/>
                </a:solidFill>
                <a:latin typeface="Arial"/>
                <a:ea typeface="Arial"/>
                <a:cs typeface="Arial"/>
                <a:sym typeface="Arial"/>
              </a:rPr>
              <a:t>Copyright © 2026 Clube de Consultoria Universitário. All rights reserved.</a:t>
            </a:r>
            <a:endParaRPr b="0" i="0" sz="900" u="none" cap="none" strike="noStrike">
              <a:solidFill>
                <a:srgbClr val="000000"/>
              </a:solidFill>
              <a:latin typeface="Arial"/>
              <a:ea typeface="Arial"/>
              <a:cs typeface="Arial"/>
              <a:sym typeface="Arial"/>
            </a:endParaRPr>
          </a:p>
        </p:txBody>
      </p:sp>
      <p:grpSp>
        <p:nvGrpSpPr>
          <p:cNvPr id="621" name="Google Shape;621;p34"/>
          <p:cNvGrpSpPr/>
          <p:nvPr/>
        </p:nvGrpSpPr>
        <p:grpSpPr>
          <a:xfrm>
            <a:off x="339712" y="888243"/>
            <a:ext cx="2825326" cy="397001"/>
            <a:chOff x="938974" y="1053283"/>
            <a:chExt cx="4201831" cy="575247"/>
          </a:xfrm>
        </p:grpSpPr>
        <p:sp>
          <p:nvSpPr>
            <p:cNvPr id="622" name="Google Shape;622;p34"/>
            <p:cNvSpPr txBox="1"/>
            <p:nvPr/>
          </p:nvSpPr>
          <p:spPr>
            <a:xfrm>
              <a:off x="1526531" y="1053283"/>
              <a:ext cx="3614274" cy="575247"/>
            </a:xfrm>
            <a:prstGeom prst="rect">
              <a:avLst/>
            </a:prstGeom>
            <a:noFill/>
            <a:ln>
              <a:noFill/>
            </a:ln>
          </p:spPr>
          <p:txBody>
            <a:bodyPr anchorCtr="0" anchor="t" bIns="91425" lIns="91425" spcFirstLastPara="1" rIns="91425" wrap="square" tIns="91425">
              <a:spAutoFit/>
            </a:bodyPr>
            <a:lstStyle/>
            <a:p>
              <a:pPr indent="0" lvl="0" marL="0" marR="0" rtl="0" algn="l">
                <a:lnSpc>
                  <a:spcPct val="115000"/>
                </a:lnSpc>
                <a:spcBef>
                  <a:spcPts val="0"/>
                </a:spcBef>
                <a:spcAft>
                  <a:spcPts val="0"/>
                </a:spcAft>
                <a:buClr>
                  <a:srgbClr val="000000"/>
                </a:buClr>
                <a:buSzPts val="2000"/>
                <a:buFont typeface="Arial"/>
                <a:buNone/>
              </a:pPr>
              <a:r>
                <a:rPr b="1" i="0" lang="pt-BR" sz="1200" u="none" cap="none" strike="noStrike">
                  <a:solidFill>
                    <a:schemeClr val="lt1"/>
                  </a:solidFill>
                  <a:latin typeface="Work Sans"/>
                  <a:ea typeface="Work Sans"/>
                  <a:cs typeface="Work Sans"/>
                  <a:sym typeface="Work Sans"/>
                </a:rPr>
                <a:t>Propriedade dos Inteiros</a:t>
              </a:r>
              <a:endParaRPr b="1" i="0" sz="1200" u="none" cap="none" strike="noStrike">
                <a:solidFill>
                  <a:schemeClr val="lt1"/>
                </a:solidFill>
                <a:latin typeface="Work Sans"/>
                <a:ea typeface="Work Sans"/>
                <a:cs typeface="Work Sans"/>
                <a:sym typeface="Work Sans"/>
              </a:endParaRPr>
            </a:p>
          </p:txBody>
        </p:sp>
        <p:pic>
          <p:nvPicPr>
            <p:cNvPr descr="Tally outline" id="623" name="Google Shape;623;p34"/>
            <p:cNvPicPr preferRelativeResize="0"/>
            <p:nvPr/>
          </p:nvPicPr>
          <p:blipFill rotWithShape="1">
            <a:blip r:embed="rId3">
              <a:alphaModFix/>
            </a:blip>
            <a:srcRect b="0" l="0" r="0" t="0"/>
            <a:stretch/>
          </p:blipFill>
          <p:spPr>
            <a:xfrm>
              <a:off x="938974" y="1126471"/>
              <a:ext cx="432397" cy="432397"/>
            </a:xfrm>
            <a:prstGeom prst="rect">
              <a:avLst/>
            </a:prstGeom>
            <a:noFill/>
            <a:ln>
              <a:noFill/>
            </a:ln>
          </p:spPr>
        </p:pic>
      </p:grpSp>
      <p:sp>
        <p:nvSpPr>
          <p:cNvPr id="624" name="Google Shape;624;p34"/>
          <p:cNvSpPr txBox="1"/>
          <p:nvPr/>
        </p:nvSpPr>
        <p:spPr>
          <a:xfrm>
            <a:off x="734787" y="1237167"/>
            <a:ext cx="1260000" cy="397001"/>
          </a:xfrm>
          <a:prstGeom prst="rect">
            <a:avLst/>
          </a:prstGeom>
          <a:noFill/>
          <a:ln>
            <a:noFill/>
          </a:ln>
        </p:spPr>
        <p:txBody>
          <a:bodyPr anchorCtr="0" anchor="t" bIns="91425" lIns="91425" spcFirstLastPara="1" rIns="91425" wrap="square" tIns="91425">
            <a:spAutoFit/>
          </a:bodyPr>
          <a:lstStyle/>
          <a:p>
            <a:pPr indent="0" lvl="0" marL="0" marR="0" rtl="0" algn="l">
              <a:lnSpc>
                <a:spcPct val="115000"/>
              </a:lnSpc>
              <a:spcBef>
                <a:spcPts val="0"/>
              </a:spcBef>
              <a:spcAft>
                <a:spcPts val="0"/>
              </a:spcAft>
              <a:buClr>
                <a:srgbClr val="000000"/>
              </a:buClr>
              <a:buSzPts val="2000"/>
              <a:buFont typeface="Arial"/>
              <a:buNone/>
            </a:pPr>
            <a:r>
              <a:rPr b="1" i="0" lang="pt-BR" sz="1200" u="none" cap="none" strike="noStrike">
                <a:solidFill>
                  <a:schemeClr val="lt1"/>
                </a:solidFill>
                <a:latin typeface="Work Sans"/>
                <a:ea typeface="Work Sans"/>
                <a:cs typeface="Work Sans"/>
                <a:sym typeface="Work Sans"/>
              </a:rPr>
              <a:t>Exemplo 1</a:t>
            </a:r>
            <a:endParaRPr b="0" i="0" sz="1200" u="none" cap="none" strike="noStrike">
              <a:solidFill>
                <a:schemeClr val="lt1"/>
              </a:solidFill>
              <a:latin typeface="Work Sans"/>
              <a:ea typeface="Work Sans"/>
              <a:cs typeface="Work Sans"/>
              <a:sym typeface="Work Sans"/>
            </a:endParaRPr>
          </a:p>
        </p:txBody>
      </p:sp>
      <p:sp>
        <p:nvSpPr>
          <p:cNvPr id="625" name="Google Shape;625;p34"/>
          <p:cNvSpPr txBox="1"/>
          <p:nvPr/>
        </p:nvSpPr>
        <p:spPr>
          <a:xfrm>
            <a:off x="3762000" y="4222339"/>
            <a:ext cx="1620000" cy="369302"/>
          </a:xfrm>
          <a:prstGeom prst="rect">
            <a:avLst/>
          </a:prstGeom>
          <a:noFill/>
          <a:ln cap="flat" cmpd="sng" w="19050">
            <a:solidFill>
              <a:srgbClr val="000000"/>
            </a:solidFill>
            <a:prstDash val="solid"/>
            <a:round/>
            <a:headEnd len="sm" w="sm" type="none"/>
            <a:tailEnd len="sm" w="sm" type="none"/>
          </a:ln>
        </p:spPr>
        <p:txBody>
          <a:bodyPr anchorCtr="0" anchor="ctr" bIns="91425" lIns="91425" spcFirstLastPara="1" rIns="91425" wrap="square" tIns="91425">
            <a:spAutoFit/>
          </a:bodyPr>
          <a:lstStyle/>
          <a:p>
            <a:pPr indent="0" lvl="0" marL="0" marR="0" rtl="0" algn="ctr">
              <a:lnSpc>
                <a:spcPct val="100000"/>
              </a:lnSpc>
              <a:spcBef>
                <a:spcPts val="0"/>
              </a:spcBef>
              <a:spcAft>
                <a:spcPts val="0"/>
              </a:spcAft>
              <a:buClr>
                <a:schemeClr val="dk1"/>
              </a:buClr>
              <a:buSzPts val="1500"/>
              <a:buFont typeface="Arial"/>
              <a:buNone/>
            </a:pPr>
            <a:r>
              <a:rPr b="0" i="0" lang="pt-BR" sz="1200" u="none" cap="none" strike="noStrike">
                <a:solidFill>
                  <a:schemeClr val="lt1"/>
                </a:solidFill>
                <a:latin typeface="Work Sans"/>
                <a:ea typeface="Work Sans"/>
                <a:cs typeface="Work Sans"/>
                <a:sym typeface="Work Sans"/>
              </a:rPr>
              <a:t>x = 14/0,4 = 35</a:t>
            </a:r>
            <a:endParaRPr b="0" i="0" sz="1200" u="none" cap="none" strike="noStrike">
              <a:solidFill>
                <a:schemeClr val="lt1"/>
              </a:solidFill>
              <a:latin typeface="Work Sans"/>
              <a:ea typeface="Work Sans"/>
              <a:cs typeface="Work Sans"/>
              <a:sym typeface="Work Sans"/>
            </a:endParaRPr>
          </a:p>
        </p:txBody>
      </p:sp>
      <p:sp>
        <p:nvSpPr>
          <p:cNvPr id="626" name="Google Shape;626;p34"/>
          <p:cNvSpPr txBox="1"/>
          <p:nvPr/>
        </p:nvSpPr>
        <p:spPr>
          <a:xfrm>
            <a:off x="734787" y="1669167"/>
            <a:ext cx="9720000" cy="2062073"/>
          </a:xfrm>
          <a:prstGeom prst="rect">
            <a:avLst/>
          </a:prstGeom>
          <a:noFill/>
          <a:ln>
            <a:noFill/>
          </a:ln>
        </p:spPr>
        <p:txBody>
          <a:bodyPr anchorCtr="0" anchor="t" bIns="91425" lIns="91425" spcFirstLastPara="1" rIns="91425" wrap="square" tIns="91425">
            <a:spAutoFit/>
          </a:bodyPr>
          <a:lstStyle/>
          <a:p>
            <a:pPr indent="0" lvl="0" marL="0" marR="0" rtl="0" algn="just">
              <a:lnSpc>
                <a:spcPct val="100000"/>
              </a:lnSpc>
              <a:spcBef>
                <a:spcPts val="0"/>
              </a:spcBef>
              <a:spcAft>
                <a:spcPts val="0"/>
              </a:spcAft>
              <a:buClr>
                <a:schemeClr val="dk1"/>
              </a:buClr>
              <a:buSzPts val="1100"/>
              <a:buFont typeface="Arial"/>
              <a:buNone/>
            </a:pPr>
            <a:r>
              <a:rPr b="0" i="0" lang="pt-BR" sz="1200" u="none" cap="none" strike="noStrike">
                <a:solidFill>
                  <a:schemeClr val="lt1"/>
                </a:solidFill>
                <a:latin typeface="Work Sans"/>
                <a:ea typeface="Work Sans"/>
                <a:cs typeface="Work Sans"/>
                <a:sym typeface="Work Sans"/>
              </a:rPr>
              <a:t>When the integer y is divided by the integer x, the remainder is 14. If y/x = 65.4, what is the value of x?</a:t>
            </a:r>
            <a:endParaRPr b="0" i="0" sz="1200" u="none" cap="none" strike="noStrike">
              <a:solidFill>
                <a:schemeClr val="lt1"/>
              </a:solidFill>
              <a:latin typeface="Work Sans"/>
              <a:ea typeface="Work Sans"/>
              <a:cs typeface="Work Sans"/>
              <a:sym typeface="Work Sans"/>
            </a:endParaRPr>
          </a:p>
          <a:p>
            <a:pPr indent="0" lvl="0" marL="0" marR="0" rtl="0" algn="just">
              <a:lnSpc>
                <a:spcPct val="100000"/>
              </a:lnSpc>
              <a:spcBef>
                <a:spcPts val="1000"/>
              </a:spcBef>
              <a:spcAft>
                <a:spcPts val="0"/>
              </a:spcAft>
              <a:buClr>
                <a:schemeClr val="dk1"/>
              </a:buClr>
              <a:buSzPts val="1100"/>
              <a:buFont typeface="Arial"/>
              <a:buNone/>
            </a:pPr>
            <a:r>
              <a:rPr b="0" i="0" lang="pt-BR" sz="1200" u="none" cap="none" strike="noStrike">
                <a:solidFill>
                  <a:schemeClr val="lt1"/>
                </a:solidFill>
                <a:latin typeface="Work Sans"/>
                <a:ea typeface="Work Sans"/>
                <a:cs typeface="Work Sans"/>
                <a:sym typeface="Work Sans"/>
              </a:rPr>
              <a:t>(A) 14</a:t>
            </a:r>
            <a:endParaRPr b="0" i="0" sz="1200" u="none" cap="none" strike="noStrike">
              <a:solidFill>
                <a:schemeClr val="lt1"/>
              </a:solidFill>
              <a:latin typeface="Work Sans"/>
              <a:ea typeface="Work Sans"/>
              <a:cs typeface="Work Sans"/>
              <a:sym typeface="Work Sans"/>
            </a:endParaRPr>
          </a:p>
          <a:p>
            <a:pPr indent="0" lvl="0" marL="0" marR="0" rtl="0" algn="just">
              <a:lnSpc>
                <a:spcPct val="100000"/>
              </a:lnSpc>
              <a:spcBef>
                <a:spcPts val="1000"/>
              </a:spcBef>
              <a:spcAft>
                <a:spcPts val="0"/>
              </a:spcAft>
              <a:buClr>
                <a:schemeClr val="dk1"/>
              </a:buClr>
              <a:buSzPts val="1100"/>
              <a:buFont typeface="Arial"/>
              <a:buNone/>
            </a:pPr>
            <a:r>
              <a:rPr b="0" i="0" lang="pt-BR" sz="1200" u="none" cap="none" strike="noStrike">
                <a:solidFill>
                  <a:schemeClr val="lt1"/>
                </a:solidFill>
                <a:latin typeface="Work Sans"/>
                <a:ea typeface="Work Sans"/>
                <a:cs typeface="Work Sans"/>
                <a:sym typeface="Work Sans"/>
              </a:rPr>
              <a:t>(B) 27</a:t>
            </a:r>
            <a:endParaRPr b="0" i="0" sz="1200" u="none" cap="none" strike="noStrike">
              <a:solidFill>
                <a:schemeClr val="lt1"/>
              </a:solidFill>
              <a:latin typeface="Work Sans"/>
              <a:ea typeface="Work Sans"/>
              <a:cs typeface="Work Sans"/>
              <a:sym typeface="Work Sans"/>
            </a:endParaRPr>
          </a:p>
          <a:p>
            <a:pPr indent="0" lvl="0" marL="0" marR="0" rtl="0" algn="just">
              <a:lnSpc>
                <a:spcPct val="100000"/>
              </a:lnSpc>
              <a:spcBef>
                <a:spcPts val="1000"/>
              </a:spcBef>
              <a:spcAft>
                <a:spcPts val="0"/>
              </a:spcAft>
              <a:buClr>
                <a:schemeClr val="dk1"/>
              </a:buClr>
              <a:buSzPts val="1100"/>
              <a:buFont typeface="Arial"/>
              <a:buNone/>
            </a:pPr>
            <a:r>
              <a:rPr b="0" i="0" lang="pt-BR" sz="1200" u="none" cap="none" strike="noStrike">
                <a:solidFill>
                  <a:schemeClr val="lt1"/>
                </a:solidFill>
                <a:latin typeface="Work Sans"/>
                <a:ea typeface="Work Sans"/>
                <a:cs typeface="Work Sans"/>
                <a:sym typeface="Work Sans"/>
              </a:rPr>
              <a:t>(C) 35</a:t>
            </a:r>
            <a:endParaRPr b="0" i="0" sz="1200" u="none" cap="none" strike="noStrike">
              <a:solidFill>
                <a:schemeClr val="lt1"/>
              </a:solidFill>
              <a:latin typeface="Work Sans"/>
              <a:ea typeface="Work Sans"/>
              <a:cs typeface="Work Sans"/>
              <a:sym typeface="Work Sans"/>
            </a:endParaRPr>
          </a:p>
          <a:p>
            <a:pPr indent="0" lvl="0" marL="0" marR="0" rtl="0" algn="just">
              <a:lnSpc>
                <a:spcPct val="100000"/>
              </a:lnSpc>
              <a:spcBef>
                <a:spcPts val="1000"/>
              </a:spcBef>
              <a:spcAft>
                <a:spcPts val="0"/>
              </a:spcAft>
              <a:buClr>
                <a:schemeClr val="dk1"/>
              </a:buClr>
              <a:buSzPts val="1100"/>
              <a:buFont typeface="Arial"/>
              <a:buNone/>
            </a:pPr>
            <a:r>
              <a:rPr b="0" i="0" lang="pt-BR" sz="1200" u="none" cap="none" strike="noStrike">
                <a:solidFill>
                  <a:schemeClr val="lt1"/>
                </a:solidFill>
                <a:latin typeface="Work Sans"/>
                <a:ea typeface="Work Sans"/>
                <a:cs typeface="Work Sans"/>
                <a:sym typeface="Work Sans"/>
              </a:rPr>
              <a:t>(D) 42</a:t>
            </a:r>
            <a:endParaRPr b="0" i="0" sz="1200" u="none" cap="none" strike="noStrike">
              <a:solidFill>
                <a:schemeClr val="lt1"/>
              </a:solidFill>
              <a:latin typeface="Work Sans"/>
              <a:ea typeface="Work Sans"/>
              <a:cs typeface="Work Sans"/>
              <a:sym typeface="Work Sans"/>
            </a:endParaRPr>
          </a:p>
          <a:p>
            <a:pPr indent="0" lvl="0" marL="0" marR="0" rtl="0" algn="just">
              <a:lnSpc>
                <a:spcPct val="100000"/>
              </a:lnSpc>
              <a:spcBef>
                <a:spcPts val="1000"/>
              </a:spcBef>
              <a:spcAft>
                <a:spcPts val="1000"/>
              </a:spcAft>
              <a:buClr>
                <a:srgbClr val="000000"/>
              </a:buClr>
              <a:buSzPts val="1300"/>
              <a:buFont typeface="Arial"/>
              <a:buNone/>
            </a:pPr>
            <a:r>
              <a:rPr b="0" i="0" lang="pt-BR" sz="1200" u="none" cap="none" strike="noStrike">
                <a:solidFill>
                  <a:schemeClr val="lt1"/>
                </a:solidFill>
                <a:latin typeface="Work Sans"/>
                <a:ea typeface="Work Sans"/>
                <a:cs typeface="Work Sans"/>
                <a:sym typeface="Work Sans"/>
              </a:rPr>
              <a:t>(E) 45</a:t>
            </a:r>
            <a:endParaRPr b="0" i="0" sz="1200" u="none" cap="none" strike="noStrike">
              <a:solidFill>
                <a:schemeClr val="lt1"/>
              </a:solidFill>
              <a:latin typeface="Work Sans"/>
              <a:ea typeface="Work Sans"/>
              <a:cs typeface="Work Sans"/>
              <a:sym typeface="Work Sans"/>
            </a:endParaRPr>
          </a:p>
        </p:txBody>
      </p:sp>
      <p:sp>
        <p:nvSpPr>
          <p:cNvPr id="627" name="Google Shape;627;p34"/>
          <p:cNvSpPr txBox="1"/>
          <p:nvPr/>
        </p:nvSpPr>
        <p:spPr>
          <a:xfrm>
            <a:off x="3132000" y="3335240"/>
            <a:ext cx="2880000" cy="461635"/>
          </a:xfrm>
          <a:prstGeom prst="rect">
            <a:avLst/>
          </a:prstGeom>
          <a:noFill/>
          <a:ln>
            <a:noFill/>
          </a:ln>
        </p:spPr>
        <p:txBody>
          <a:bodyPr anchorCtr="0" anchor="t" bIns="91425" lIns="91425" spcFirstLastPara="1" rIns="91425" wrap="square" tIns="91425">
            <a:spAutoFit/>
          </a:bodyPr>
          <a:lstStyle/>
          <a:p>
            <a:pPr indent="0" lvl="0" marL="0" marR="0" rtl="0" algn="ctr">
              <a:lnSpc>
                <a:spcPct val="150000"/>
              </a:lnSpc>
              <a:spcBef>
                <a:spcPts val="0"/>
              </a:spcBef>
              <a:spcAft>
                <a:spcPts val="0"/>
              </a:spcAft>
              <a:buClr>
                <a:schemeClr val="dk1"/>
              </a:buClr>
              <a:buSzPts val="1500"/>
              <a:buFont typeface="Arial"/>
              <a:buNone/>
            </a:pPr>
            <a:r>
              <a:rPr b="0" i="0" lang="pt-BR" sz="1200" u="none" cap="none" strike="noStrike">
                <a:solidFill>
                  <a:schemeClr val="lt1"/>
                </a:solidFill>
                <a:latin typeface="Work Sans"/>
                <a:ea typeface="Work Sans"/>
                <a:cs typeface="Work Sans"/>
                <a:sym typeface="Work Sans"/>
              </a:rPr>
              <a:t>65.4 = 65 + 14/x</a:t>
            </a:r>
            <a:endParaRPr b="0" i="0" sz="1200" u="none" cap="none" strike="noStrike">
              <a:solidFill>
                <a:schemeClr val="lt1"/>
              </a:solidFill>
              <a:latin typeface="Work Sans"/>
              <a:ea typeface="Work Sans"/>
              <a:cs typeface="Work Sans"/>
              <a:sym typeface="Work Sans"/>
            </a:endParaRPr>
          </a:p>
        </p:txBody>
      </p:sp>
      <p:sp>
        <p:nvSpPr>
          <p:cNvPr id="628" name="Google Shape;628;p34"/>
          <p:cNvSpPr txBox="1"/>
          <p:nvPr/>
        </p:nvSpPr>
        <p:spPr>
          <a:xfrm>
            <a:off x="3132000" y="3731240"/>
            <a:ext cx="2880000" cy="461635"/>
          </a:xfrm>
          <a:prstGeom prst="rect">
            <a:avLst/>
          </a:prstGeom>
          <a:noFill/>
          <a:ln>
            <a:noFill/>
          </a:ln>
        </p:spPr>
        <p:txBody>
          <a:bodyPr anchorCtr="0" anchor="t" bIns="91425" lIns="91425" spcFirstLastPara="1" rIns="91425" wrap="square" tIns="91425">
            <a:spAutoFit/>
          </a:bodyPr>
          <a:lstStyle/>
          <a:p>
            <a:pPr indent="0" lvl="0" marL="0" marR="0" rtl="0" algn="ctr">
              <a:lnSpc>
                <a:spcPct val="150000"/>
              </a:lnSpc>
              <a:spcBef>
                <a:spcPts val="0"/>
              </a:spcBef>
              <a:spcAft>
                <a:spcPts val="0"/>
              </a:spcAft>
              <a:buClr>
                <a:schemeClr val="dk1"/>
              </a:buClr>
              <a:buSzPts val="1500"/>
              <a:buFont typeface="Arial"/>
              <a:buNone/>
            </a:pPr>
            <a:r>
              <a:rPr b="0" i="0" lang="pt-BR" sz="1200" u="none" cap="none" strike="noStrike">
                <a:solidFill>
                  <a:schemeClr val="lt1"/>
                </a:solidFill>
                <a:latin typeface="Work Sans"/>
                <a:ea typeface="Work Sans"/>
                <a:cs typeface="Work Sans"/>
                <a:sym typeface="Work Sans"/>
              </a:rPr>
              <a:t>0.4 = 14/x</a:t>
            </a:r>
            <a:endParaRPr b="0" i="0" sz="1200" u="none" cap="none" strike="noStrike">
              <a:solidFill>
                <a:schemeClr val="lt1"/>
              </a:solidFill>
              <a:latin typeface="Work Sans"/>
              <a:ea typeface="Work Sans"/>
              <a:cs typeface="Work Sans"/>
              <a:sym typeface="Work Sans"/>
            </a:endParaRPr>
          </a:p>
        </p:txBody>
      </p:sp>
      <p:pic>
        <p:nvPicPr>
          <p:cNvPr id="629" name="Google Shape;629;p34"/>
          <p:cNvPicPr preferRelativeResize="0"/>
          <p:nvPr/>
        </p:nvPicPr>
        <p:blipFill rotWithShape="1">
          <a:blip r:embed="rId4">
            <a:alphaModFix/>
          </a:blip>
          <a:srcRect b="0" l="0" r="0" t="0"/>
          <a:stretch/>
        </p:blipFill>
        <p:spPr>
          <a:xfrm>
            <a:off x="7391570" y="2143042"/>
            <a:ext cx="1017643" cy="1487697"/>
          </a:xfrm>
          <a:prstGeom prst="rect">
            <a:avLst/>
          </a:prstGeom>
          <a:noFill/>
          <a:ln>
            <a:noFill/>
          </a:ln>
        </p:spPr>
      </p:pic>
      <p:grpSp>
        <p:nvGrpSpPr>
          <p:cNvPr id="630" name="Google Shape;630;p34"/>
          <p:cNvGrpSpPr/>
          <p:nvPr/>
        </p:nvGrpSpPr>
        <p:grpSpPr>
          <a:xfrm>
            <a:off x="2572874" y="2346184"/>
            <a:ext cx="3794400" cy="948664"/>
            <a:chOff x="2885294" y="2359790"/>
            <a:chExt cx="3794400" cy="948664"/>
          </a:xfrm>
        </p:grpSpPr>
        <p:sp>
          <p:nvSpPr>
            <p:cNvPr id="631" name="Google Shape;631;p34"/>
            <p:cNvSpPr txBox="1"/>
            <p:nvPr/>
          </p:nvSpPr>
          <p:spPr>
            <a:xfrm>
              <a:off x="2885294" y="2359790"/>
              <a:ext cx="3794400" cy="415500"/>
            </a:xfrm>
            <a:prstGeom prst="rect">
              <a:avLst/>
            </a:prstGeom>
            <a:noFill/>
            <a:ln>
              <a:noFill/>
            </a:ln>
          </p:spPr>
          <p:txBody>
            <a:bodyPr anchorCtr="0" anchor="ctr" bIns="91425" lIns="91425" spcFirstLastPara="1" rIns="91425" wrap="square" tIns="91425">
              <a:spAutoFit/>
            </a:bodyPr>
            <a:lstStyle/>
            <a:p>
              <a:pPr indent="0" lvl="0" marL="0" marR="0" rtl="0" algn="ctr">
                <a:lnSpc>
                  <a:spcPct val="100000"/>
                </a:lnSpc>
                <a:spcBef>
                  <a:spcPts val="0"/>
                </a:spcBef>
                <a:spcAft>
                  <a:spcPts val="0"/>
                </a:spcAft>
                <a:buClr>
                  <a:schemeClr val="dk1"/>
                </a:buClr>
                <a:buSzPts val="1500"/>
                <a:buFont typeface="Arial"/>
                <a:buNone/>
              </a:pPr>
              <a:r>
                <a:rPr b="1" i="0" lang="pt-BR" sz="1400" u="none" cap="none" strike="noStrike">
                  <a:solidFill>
                    <a:schemeClr val="dk1"/>
                  </a:solidFill>
                  <a:latin typeface="Work Sans"/>
                  <a:ea typeface="Work Sans"/>
                  <a:cs typeface="Work Sans"/>
                  <a:sym typeface="Work Sans"/>
                </a:rPr>
                <a:t>Analisando o resto da divisão</a:t>
              </a:r>
              <a:endParaRPr b="0" i="0" sz="1400" u="none" cap="none" strike="noStrike">
                <a:solidFill>
                  <a:schemeClr val="dk1"/>
                </a:solidFill>
                <a:latin typeface="Work Sans"/>
                <a:ea typeface="Work Sans"/>
                <a:cs typeface="Work Sans"/>
                <a:sym typeface="Work Sans"/>
              </a:endParaRPr>
            </a:p>
          </p:txBody>
        </p:sp>
        <p:pic>
          <p:nvPicPr>
            <p:cNvPr id="632" name="Google Shape;632;p34"/>
            <p:cNvPicPr preferRelativeResize="0"/>
            <p:nvPr/>
          </p:nvPicPr>
          <p:blipFill rotWithShape="1">
            <a:blip r:embed="rId5">
              <a:alphaModFix/>
            </a:blip>
            <a:srcRect b="0" l="0" r="0" t="0"/>
            <a:stretch/>
          </p:blipFill>
          <p:spPr>
            <a:xfrm>
              <a:off x="2885294" y="2959341"/>
              <a:ext cx="1080000" cy="231429"/>
            </a:xfrm>
            <a:prstGeom prst="rect">
              <a:avLst/>
            </a:prstGeom>
            <a:noFill/>
            <a:ln>
              <a:noFill/>
            </a:ln>
          </p:spPr>
        </p:pic>
        <p:grpSp>
          <p:nvGrpSpPr>
            <p:cNvPr id="633" name="Google Shape;633;p34"/>
            <p:cNvGrpSpPr/>
            <p:nvPr/>
          </p:nvGrpSpPr>
          <p:grpSpPr>
            <a:xfrm>
              <a:off x="4217294" y="2671341"/>
              <a:ext cx="1080000" cy="431100"/>
              <a:chOff x="4896000" y="4104000"/>
              <a:chExt cx="1080000" cy="431100"/>
            </a:xfrm>
          </p:grpSpPr>
          <p:sp>
            <p:nvSpPr>
              <p:cNvPr id="634" name="Google Shape;634;p34"/>
              <p:cNvSpPr txBox="1"/>
              <p:nvPr/>
            </p:nvSpPr>
            <p:spPr>
              <a:xfrm>
                <a:off x="5184000" y="4104000"/>
                <a:ext cx="487800" cy="431100"/>
              </a:xfrm>
              <a:prstGeom prst="rect">
                <a:avLst/>
              </a:prstGeom>
              <a:noFill/>
              <a:ln>
                <a:noFill/>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chemeClr val="dk1"/>
                  </a:buClr>
                  <a:buSzPts val="1600"/>
                  <a:buFont typeface="Arial"/>
                  <a:buNone/>
                </a:pPr>
                <a:r>
                  <a:rPr b="0" i="0" lang="pt-BR" sz="1400" u="none" cap="none" strike="noStrike">
                    <a:solidFill>
                      <a:schemeClr val="dk1"/>
                    </a:solidFill>
                    <a:latin typeface="Work Sans"/>
                    <a:ea typeface="Work Sans"/>
                    <a:cs typeface="Work Sans"/>
                    <a:sym typeface="Work Sans"/>
                  </a:rPr>
                  <a:t>÷ x</a:t>
                </a:r>
                <a:endParaRPr b="0" i="0" sz="1400" u="none" cap="none" strike="noStrike">
                  <a:solidFill>
                    <a:schemeClr val="dk1"/>
                  </a:solidFill>
                  <a:latin typeface="Work Sans"/>
                  <a:ea typeface="Work Sans"/>
                  <a:cs typeface="Work Sans"/>
                  <a:sym typeface="Work Sans"/>
                </a:endParaRPr>
              </a:p>
            </p:txBody>
          </p:sp>
          <p:cxnSp>
            <p:nvCxnSpPr>
              <p:cNvPr id="635" name="Google Shape;635;p34"/>
              <p:cNvCxnSpPr/>
              <p:nvPr/>
            </p:nvCxnSpPr>
            <p:spPr>
              <a:xfrm>
                <a:off x="4896000" y="4500000"/>
                <a:ext cx="1080000" cy="0"/>
              </a:xfrm>
              <a:prstGeom prst="straightConnector1">
                <a:avLst/>
              </a:prstGeom>
              <a:noFill/>
              <a:ln cap="flat" cmpd="sng" w="19050">
                <a:solidFill>
                  <a:schemeClr val="dk1"/>
                </a:solidFill>
                <a:prstDash val="solid"/>
                <a:round/>
                <a:headEnd len="sm" w="sm" type="none"/>
                <a:tailEnd len="med" w="med" type="triangle"/>
              </a:ln>
            </p:spPr>
          </p:cxnSp>
        </p:grpSp>
        <p:pic>
          <p:nvPicPr>
            <p:cNvPr id="636" name="Google Shape;636;p34"/>
            <p:cNvPicPr preferRelativeResize="0"/>
            <p:nvPr/>
          </p:nvPicPr>
          <p:blipFill rotWithShape="1">
            <a:blip r:embed="rId6">
              <a:alphaModFix/>
            </a:blip>
            <a:srcRect b="0" l="0" r="0" t="0"/>
            <a:stretch/>
          </p:blipFill>
          <p:spPr>
            <a:xfrm>
              <a:off x="5656469" y="2887341"/>
              <a:ext cx="961200" cy="360000"/>
            </a:xfrm>
            <a:prstGeom prst="rect">
              <a:avLst/>
            </a:prstGeom>
            <a:noFill/>
            <a:ln>
              <a:noFill/>
            </a:ln>
          </p:spPr>
        </p:pic>
        <p:sp>
          <p:nvSpPr>
            <p:cNvPr id="637" name="Google Shape;637;p34"/>
            <p:cNvSpPr/>
            <p:nvPr/>
          </p:nvSpPr>
          <p:spPr>
            <a:xfrm>
              <a:off x="5524094" y="2804754"/>
              <a:ext cx="433500" cy="503700"/>
            </a:xfrm>
            <a:prstGeom prst="ellipse">
              <a:avLst/>
            </a:prstGeom>
            <a:noFill/>
            <a:ln cap="flat" cmpd="sng" w="19050">
              <a:solidFill>
                <a:srgbClr val="BA0E0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chemeClr val="dk1"/>
                </a:buClr>
                <a:buSzPts val="1800"/>
                <a:buFont typeface="Calibri"/>
                <a:buNone/>
              </a:pPr>
              <a:r>
                <a:t/>
              </a:r>
              <a:endParaRPr b="0" i="0" sz="1400" u="none" cap="none" strike="noStrike">
                <a:solidFill>
                  <a:schemeClr val="dk1"/>
                </a:solidFill>
                <a:latin typeface="Work Sans"/>
                <a:ea typeface="Work Sans"/>
                <a:cs typeface="Work Sans"/>
                <a:sym typeface="Work Sans"/>
              </a:endParaRPr>
            </a:p>
          </p:txBody>
        </p:sp>
      </p:grpSp>
      <p:grpSp>
        <p:nvGrpSpPr>
          <p:cNvPr id="638" name="Google Shape;638;p34"/>
          <p:cNvGrpSpPr/>
          <p:nvPr/>
        </p:nvGrpSpPr>
        <p:grpSpPr>
          <a:xfrm>
            <a:off x="551208" y="2640297"/>
            <a:ext cx="744371" cy="252440"/>
            <a:chOff x="271410" y="3520307"/>
            <a:chExt cx="952962" cy="241200"/>
          </a:xfrm>
        </p:grpSpPr>
        <p:sp>
          <p:nvSpPr>
            <p:cNvPr id="639" name="Google Shape;639;p34"/>
            <p:cNvSpPr/>
            <p:nvPr/>
          </p:nvSpPr>
          <p:spPr>
            <a:xfrm>
              <a:off x="619572" y="3520307"/>
              <a:ext cx="604800" cy="241200"/>
            </a:xfrm>
            <a:prstGeom prst="roundRect">
              <a:avLst>
                <a:gd fmla="val 16667" name="adj"/>
              </a:avLst>
            </a:prstGeom>
            <a:noFill/>
            <a:ln cap="flat" cmpd="sng" w="19050">
              <a:solidFill>
                <a:srgbClr val="00DF7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40" name="Google Shape;640;p34"/>
            <p:cNvPicPr preferRelativeResize="0"/>
            <p:nvPr/>
          </p:nvPicPr>
          <p:blipFill rotWithShape="1">
            <a:blip r:embed="rId7">
              <a:alphaModFix/>
            </a:blip>
            <a:srcRect b="0" l="0" r="0" t="0"/>
            <a:stretch/>
          </p:blipFill>
          <p:spPr>
            <a:xfrm>
              <a:off x="271410" y="3547160"/>
              <a:ext cx="256540" cy="187485"/>
            </a:xfrm>
            <a:prstGeom prst="rect">
              <a:avLst/>
            </a:prstGeom>
            <a:noFill/>
            <a:ln>
              <a:noFill/>
            </a:ln>
          </p:spPr>
        </p:pic>
      </p:grpSp>
      <p:sp>
        <p:nvSpPr>
          <p:cNvPr id="641" name="Google Shape;641;p34"/>
          <p:cNvSpPr txBox="1"/>
          <p:nvPr/>
        </p:nvSpPr>
        <p:spPr>
          <a:xfrm>
            <a:off x="0" y="4825425"/>
            <a:ext cx="4862100" cy="276900"/>
          </a:xfrm>
          <a:prstGeom prst="rect">
            <a:avLst/>
          </a:prstGeom>
          <a:noFill/>
          <a:ln>
            <a:noFill/>
          </a:ln>
        </p:spPr>
        <p:txBody>
          <a:bodyPr anchorCtr="0" anchor="t" bIns="68550" lIns="137125" spcFirstLastPara="1" rIns="137125" wrap="square" tIns="68550">
            <a:spAutoFit/>
          </a:bodyPr>
          <a:lstStyle/>
          <a:p>
            <a:pPr indent="0" lvl="0" marL="0" marR="0" rtl="0" algn="l">
              <a:lnSpc>
                <a:spcPct val="100000"/>
              </a:lnSpc>
              <a:spcBef>
                <a:spcPts val="0"/>
              </a:spcBef>
              <a:spcAft>
                <a:spcPts val="0"/>
              </a:spcAft>
              <a:buClr>
                <a:srgbClr val="000000"/>
              </a:buClr>
              <a:buSzPts val="900"/>
              <a:buFont typeface="Arial"/>
              <a:buNone/>
            </a:pPr>
            <a:r>
              <a:rPr b="1" i="0" lang="pt-BR" sz="900" u="none" cap="none" strike="noStrike">
                <a:solidFill>
                  <a:srgbClr val="000000"/>
                </a:solidFill>
                <a:latin typeface="Arial"/>
                <a:ea typeface="Arial"/>
                <a:cs typeface="Arial"/>
                <a:sym typeface="Arial"/>
              </a:rPr>
              <a:t>Prep4Consulting 2026.2 </a:t>
            </a:r>
            <a:r>
              <a:rPr b="0" i="0" lang="pt-BR" sz="900" u="none" cap="none" strike="noStrike">
                <a:solidFill>
                  <a:srgbClr val="000000"/>
                </a:solidFill>
                <a:latin typeface="Arial"/>
                <a:ea typeface="Arial"/>
                <a:cs typeface="Arial"/>
                <a:sym typeface="Arial"/>
              </a:rPr>
              <a:t>| GMAT: Estrutura da Prova</a:t>
            </a:r>
            <a:endParaRPr b="0" i="0" sz="900" u="none" cap="none" strike="noStrike">
              <a:solidFill>
                <a:srgbClr val="000000"/>
              </a:solidFill>
              <a:latin typeface="Arial"/>
              <a:ea typeface="Arial"/>
              <a:cs typeface="Arial"/>
              <a:sym typeface="Arial"/>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630"/>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627"/>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628"/>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625"/>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638"/>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45" name="Shape 645"/>
        <p:cNvGrpSpPr/>
        <p:nvPr/>
      </p:nvGrpSpPr>
      <p:grpSpPr>
        <a:xfrm>
          <a:off x="0" y="0"/>
          <a:ext cx="0" cy="0"/>
          <a:chOff x="0" y="0"/>
          <a:chExt cx="0" cy="0"/>
        </a:xfrm>
      </p:grpSpPr>
      <p:sp>
        <p:nvSpPr>
          <p:cNvPr id="646" name="Google Shape;646;p35"/>
          <p:cNvSpPr txBox="1"/>
          <p:nvPr>
            <p:ph idx="4294967295" type="title"/>
          </p:nvPr>
        </p:nvSpPr>
        <p:spPr>
          <a:xfrm>
            <a:off x="722375" y="384050"/>
            <a:ext cx="5052900" cy="5760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3000"/>
              <a:buNone/>
            </a:pPr>
            <a:r>
              <a:rPr lang="pt-BR"/>
              <a:t>REVISÃO DE MATEMÁTICA</a:t>
            </a:r>
            <a:endParaRPr/>
          </a:p>
        </p:txBody>
      </p:sp>
      <p:sp>
        <p:nvSpPr>
          <p:cNvPr id="647" name="Google Shape;647;p35"/>
          <p:cNvSpPr txBox="1"/>
          <p:nvPr/>
        </p:nvSpPr>
        <p:spPr>
          <a:xfrm>
            <a:off x="4281900" y="4825425"/>
            <a:ext cx="4862100" cy="276900"/>
          </a:xfrm>
          <a:prstGeom prst="rect">
            <a:avLst/>
          </a:prstGeom>
          <a:noFill/>
          <a:ln>
            <a:noFill/>
          </a:ln>
        </p:spPr>
        <p:txBody>
          <a:bodyPr anchorCtr="0" anchor="t" bIns="68550" lIns="137125" spcFirstLastPara="1" rIns="137125" wrap="square" tIns="68550">
            <a:spAutoFit/>
          </a:bodyPr>
          <a:lstStyle/>
          <a:p>
            <a:pPr indent="0" lvl="0" marL="0" marR="0" rtl="0" algn="r">
              <a:lnSpc>
                <a:spcPct val="100000"/>
              </a:lnSpc>
              <a:spcBef>
                <a:spcPts val="0"/>
              </a:spcBef>
              <a:spcAft>
                <a:spcPts val="0"/>
              </a:spcAft>
              <a:buClr>
                <a:srgbClr val="000000"/>
              </a:buClr>
              <a:buSzPts val="900"/>
              <a:buFont typeface="Arial"/>
              <a:buNone/>
            </a:pPr>
            <a:r>
              <a:rPr b="0" i="0" lang="pt-BR" sz="900" u="none" cap="none" strike="noStrike">
                <a:solidFill>
                  <a:srgbClr val="000000"/>
                </a:solidFill>
                <a:latin typeface="Arial"/>
                <a:ea typeface="Arial"/>
                <a:cs typeface="Arial"/>
                <a:sym typeface="Arial"/>
              </a:rPr>
              <a:t>Copyright © 2026 Clube de Consultoria Universitário. All rights reserved.</a:t>
            </a:r>
            <a:endParaRPr b="0" i="0" sz="900" u="none" cap="none" strike="noStrike">
              <a:solidFill>
                <a:srgbClr val="000000"/>
              </a:solidFill>
              <a:latin typeface="Arial"/>
              <a:ea typeface="Arial"/>
              <a:cs typeface="Arial"/>
              <a:sym typeface="Arial"/>
            </a:endParaRPr>
          </a:p>
        </p:txBody>
      </p:sp>
      <p:grpSp>
        <p:nvGrpSpPr>
          <p:cNvPr id="648" name="Google Shape;648;p35"/>
          <p:cNvGrpSpPr/>
          <p:nvPr/>
        </p:nvGrpSpPr>
        <p:grpSpPr>
          <a:xfrm>
            <a:off x="339712" y="888243"/>
            <a:ext cx="2825326" cy="397001"/>
            <a:chOff x="938974" y="1053283"/>
            <a:chExt cx="4201831" cy="575247"/>
          </a:xfrm>
        </p:grpSpPr>
        <p:sp>
          <p:nvSpPr>
            <p:cNvPr id="649" name="Google Shape;649;p35"/>
            <p:cNvSpPr txBox="1"/>
            <p:nvPr/>
          </p:nvSpPr>
          <p:spPr>
            <a:xfrm>
              <a:off x="1526531" y="1053283"/>
              <a:ext cx="3614274" cy="575247"/>
            </a:xfrm>
            <a:prstGeom prst="rect">
              <a:avLst/>
            </a:prstGeom>
            <a:noFill/>
            <a:ln>
              <a:noFill/>
            </a:ln>
          </p:spPr>
          <p:txBody>
            <a:bodyPr anchorCtr="0" anchor="t" bIns="91425" lIns="91425" spcFirstLastPara="1" rIns="91425" wrap="square" tIns="91425">
              <a:spAutoFit/>
            </a:bodyPr>
            <a:lstStyle/>
            <a:p>
              <a:pPr indent="0" lvl="0" marL="0" marR="0" rtl="0" algn="l">
                <a:lnSpc>
                  <a:spcPct val="115000"/>
                </a:lnSpc>
                <a:spcBef>
                  <a:spcPts val="0"/>
                </a:spcBef>
                <a:spcAft>
                  <a:spcPts val="0"/>
                </a:spcAft>
                <a:buClr>
                  <a:srgbClr val="000000"/>
                </a:buClr>
                <a:buSzPts val="2000"/>
                <a:buFont typeface="Arial"/>
                <a:buNone/>
              </a:pPr>
              <a:r>
                <a:rPr b="1" i="0" lang="pt-BR" sz="1200" u="none" cap="none" strike="noStrike">
                  <a:solidFill>
                    <a:schemeClr val="lt1"/>
                  </a:solidFill>
                  <a:latin typeface="Work Sans"/>
                  <a:ea typeface="Work Sans"/>
                  <a:cs typeface="Work Sans"/>
                  <a:sym typeface="Work Sans"/>
                </a:rPr>
                <a:t>Porcentagens</a:t>
              </a:r>
              <a:endParaRPr b="1" i="0" sz="1200" u="none" cap="none" strike="noStrike">
                <a:solidFill>
                  <a:schemeClr val="lt1"/>
                </a:solidFill>
                <a:latin typeface="Work Sans"/>
                <a:ea typeface="Work Sans"/>
                <a:cs typeface="Work Sans"/>
                <a:sym typeface="Work Sans"/>
              </a:endParaRPr>
            </a:p>
          </p:txBody>
        </p:sp>
        <p:pic>
          <p:nvPicPr>
            <p:cNvPr descr="Tally outline" id="650" name="Google Shape;650;p35"/>
            <p:cNvPicPr preferRelativeResize="0"/>
            <p:nvPr/>
          </p:nvPicPr>
          <p:blipFill rotWithShape="1">
            <a:blip r:embed="rId3">
              <a:alphaModFix/>
            </a:blip>
            <a:srcRect b="0" l="0" r="0" t="0"/>
            <a:stretch/>
          </p:blipFill>
          <p:spPr>
            <a:xfrm>
              <a:off x="938974" y="1126471"/>
              <a:ext cx="432397" cy="432397"/>
            </a:xfrm>
            <a:prstGeom prst="rect">
              <a:avLst/>
            </a:prstGeom>
            <a:noFill/>
            <a:ln>
              <a:noFill/>
            </a:ln>
          </p:spPr>
        </p:pic>
      </p:grpSp>
      <p:sp>
        <p:nvSpPr>
          <p:cNvPr id="651" name="Google Shape;651;p35"/>
          <p:cNvSpPr txBox="1"/>
          <p:nvPr/>
        </p:nvSpPr>
        <p:spPr>
          <a:xfrm>
            <a:off x="508921" y="1364780"/>
            <a:ext cx="4212000" cy="353913"/>
          </a:xfrm>
          <a:prstGeom prst="rect">
            <a:avLst/>
          </a:prstGeom>
          <a:noFill/>
          <a:ln>
            <a:noFill/>
          </a:ln>
        </p:spPr>
        <p:txBody>
          <a:bodyPr anchorCtr="0" anchor="t" bIns="91425" lIns="91425" spcFirstLastPara="1" rIns="91425" wrap="square" tIns="91425">
            <a:spAutoFit/>
          </a:bodyPr>
          <a:lstStyle/>
          <a:p>
            <a:pPr indent="-311150" lvl="0" marL="457200" marR="0" rtl="0" algn="just">
              <a:lnSpc>
                <a:spcPct val="100000"/>
              </a:lnSpc>
              <a:spcBef>
                <a:spcPts val="0"/>
              </a:spcBef>
              <a:spcAft>
                <a:spcPts val="0"/>
              </a:spcAft>
              <a:buClr>
                <a:schemeClr val="dk1"/>
              </a:buClr>
              <a:buSzPts val="1300"/>
              <a:buFont typeface="Montserrat"/>
              <a:buChar char="●"/>
            </a:pPr>
            <a:r>
              <a:rPr b="0" i="0" lang="pt-BR" sz="1100" u="none" cap="none" strike="noStrike">
                <a:solidFill>
                  <a:schemeClr val="lt1"/>
                </a:solidFill>
                <a:latin typeface="Work Sans"/>
                <a:ea typeface="Work Sans"/>
                <a:cs typeface="Work Sans"/>
                <a:sym typeface="Work Sans"/>
              </a:rPr>
              <a:t>Porcentagem de um número (250% de 80):</a:t>
            </a:r>
            <a:endParaRPr b="0" i="0" sz="1100" u="none" cap="none" strike="noStrike">
              <a:solidFill>
                <a:schemeClr val="lt1"/>
              </a:solidFill>
              <a:latin typeface="Work Sans"/>
              <a:ea typeface="Work Sans"/>
              <a:cs typeface="Work Sans"/>
              <a:sym typeface="Work Sans"/>
            </a:endParaRPr>
          </a:p>
        </p:txBody>
      </p:sp>
      <p:sp>
        <p:nvSpPr>
          <p:cNvPr id="652" name="Google Shape;652;p35"/>
          <p:cNvSpPr txBox="1"/>
          <p:nvPr/>
        </p:nvSpPr>
        <p:spPr>
          <a:xfrm>
            <a:off x="508921" y="2015300"/>
            <a:ext cx="3420000" cy="353913"/>
          </a:xfrm>
          <a:prstGeom prst="rect">
            <a:avLst/>
          </a:prstGeom>
          <a:noFill/>
          <a:ln>
            <a:noFill/>
          </a:ln>
        </p:spPr>
        <p:txBody>
          <a:bodyPr anchorCtr="0" anchor="t" bIns="91425" lIns="91425" spcFirstLastPara="1" rIns="91425" wrap="square" tIns="91425">
            <a:spAutoFit/>
          </a:bodyPr>
          <a:lstStyle/>
          <a:p>
            <a:pPr indent="-311150" lvl="0" marL="457200" marR="0" rtl="0" algn="just">
              <a:lnSpc>
                <a:spcPct val="100000"/>
              </a:lnSpc>
              <a:spcBef>
                <a:spcPts val="0"/>
              </a:spcBef>
              <a:spcAft>
                <a:spcPts val="0"/>
              </a:spcAft>
              <a:buClr>
                <a:schemeClr val="dk1"/>
              </a:buClr>
              <a:buSzPts val="1300"/>
              <a:buFont typeface="Montserrat"/>
              <a:buChar char="●"/>
            </a:pPr>
            <a:r>
              <a:rPr b="0" i="0" lang="pt-BR" sz="1100" u="none" cap="none" strike="noStrike">
                <a:solidFill>
                  <a:schemeClr val="lt1"/>
                </a:solidFill>
                <a:latin typeface="Work Sans"/>
                <a:ea typeface="Work Sans"/>
                <a:cs typeface="Work Sans"/>
                <a:sym typeface="Work Sans"/>
              </a:rPr>
              <a:t>Aumento percentual (24 para 30):</a:t>
            </a:r>
            <a:endParaRPr b="0" i="0" sz="1100" u="none" cap="none" strike="noStrike">
              <a:solidFill>
                <a:schemeClr val="lt1"/>
              </a:solidFill>
              <a:latin typeface="Work Sans"/>
              <a:ea typeface="Work Sans"/>
              <a:cs typeface="Work Sans"/>
              <a:sym typeface="Work Sans"/>
            </a:endParaRPr>
          </a:p>
        </p:txBody>
      </p:sp>
      <p:sp>
        <p:nvSpPr>
          <p:cNvPr id="653" name="Google Shape;653;p35"/>
          <p:cNvSpPr txBox="1"/>
          <p:nvPr/>
        </p:nvSpPr>
        <p:spPr>
          <a:xfrm>
            <a:off x="526921" y="2665820"/>
            <a:ext cx="3384000" cy="353913"/>
          </a:xfrm>
          <a:prstGeom prst="rect">
            <a:avLst/>
          </a:prstGeom>
          <a:noFill/>
          <a:ln>
            <a:noFill/>
          </a:ln>
        </p:spPr>
        <p:txBody>
          <a:bodyPr anchorCtr="0" anchor="t" bIns="91425" lIns="91425" spcFirstLastPara="1" rIns="91425" wrap="square" tIns="91425">
            <a:spAutoFit/>
          </a:bodyPr>
          <a:lstStyle/>
          <a:p>
            <a:pPr indent="-311150" lvl="0" marL="457200" marR="0" rtl="0" algn="just">
              <a:lnSpc>
                <a:spcPct val="100000"/>
              </a:lnSpc>
              <a:spcBef>
                <a:spcPts val="0"/>
              </a:spcBef>
              <a:spcAft>
                <a:spcPts val="0"/>
              </a:spcAft>
              <a:buClr>
                <a:schemeClr val="dk1"/>
              </a:buClr>
              <a:buSzPts val="1300"/>
              <a:buFont typeface="Montserrat"/>
              <a:buChar char="●"/>
            </a:pPr>
            <a:r>
              <a:rPr b="0" i="0" lang="pt-BR" sz="1100" u="none" cap="none" strike="noStrike">
                <a:solidFill>
                  <a:schemeClr val="lt1"/>
                </a:solidFill>
                <a:latin typeface="Work Sans"/>
                <a:ea typeface="Work Sans"/>
                <a:cs typeface="Work Sans"/>
                <a:sym typeface="Work Sans"/>
              </a:rPr>
              <a:t>Redução percentual (30 para 24):</a:t>
            </a:r>
            <a:endParaRPr b="0" i="0" sz="1100" u="none" cap="none" strike="noStrike">
              <a:solidFill>
                <a:schemeClr val="lt1"/>
              </a:solidFill>
              <a:latin typeface="Work Sans"/>
              <a:ea typeface="Work Sans"/>
              <a:cs typeface="Work Sans"/>
              <a:sym typeface="Work Sans"/>
            </a:endParaRPr>
          </a:p>
        </p:txBody>
      </p:sp>
      <p:sp>
        <p:nvSpPr>
          <p:cNvPr id="654" name="Google Shape;654;p35"/>
          <p:cNvSpPr txBox="1"/>
          <p:nvPr/>
        </p:nvSpPr>
        <p:spPr>
          <a:xfrm>
            <a:off x="527912" y="3966860"/>
            <a:ext cx="2844000" cy="353913"/>
          </a:xfrm>
          <a:prstGeom prst="rect">
            <a:avLst/>
          </a:prstGeom>
          <a:noFill/>
          <a:ln>
            <a:noFill/>
          </a:ln>
        </p:spPr>
        <p:txBody>
          <a:bodyPr anchorCtr="0" anchor="t" bIns="91425" lIns="91425" spcFirstLastPara="1" rIns="91425" wrap="square" tIns="91425">
            <a:spAutoFit/>
          </a:bodyPr>
          <a:lstStyle/>
          <a:p>
            <a:pPr indent="-311150" lvl="0" marL="457200" marR="0" rtl="0" algn="just">
              <a:lnSpc>
                <a:spcPct val="100000"/>
              </a:lnSpc>
              <a:spcBef>
                <a:spcPts val="0"/>
              </a:spcBef>
              <a:spcAft>
                <a:spcPts val="0"/>
              </a:spcAft>
              <a:buClr>
                <a:schemeClr val="dk1"/>
              </a:buClr>
              <a:buSzPts val="1300"/>
              <a:buFont typeface="Montserrat"/>
              <a:buChar char="●"/>
            </a:pPr>
            <a:r>
              <a:rPr b="0" i="0" lang="pt-BR" sz="1100" u="none" cap="none" strike="noStrike">
                <a:solidFill>
                  <a:schemeClr val="lt1"/>
                </a:solidFill>
                <a:latin typeface="Work Sans"/>
                <a:ea typeface="Work Sans"/>
                <a:cs typeface="Work Sans"/>
                <a:sym typeface="Work Sans"/>
              </a:rPr>
              <a:t>Redução de X% (120 - 25%):</a:t>
            </a:r>
            <a:endParaRPr b="0" i="0" sz="1100" u="none" cap="none" strike="noStrike">
              <a:solidFill>
                <a:schemeClr val="lt1"/>
              </a:solidFill>
              <a:latin typeface="Work Sans"/>
              <a:ea typeface="Work Sans"/>
              <a:cs typeface="Work Sans"/>
              <a:sym typeface="Work Sans"/>
            </a:endParaRPr>
          </a:p>
        </p:txBody>
      </p:sp>
      <p:sp>
        <p:nvSpPr>
          <p:cNvPr id="655" name="Google Shape;655;p35"/>
          <p:cNvSpPr txBox="1"/>
          <p:nvPr/>
        </p:nvSpPr>
        <p:spPr>
          <a:xfrm>
            <a:off x="547680" y="3316340"/>
            <a:ext cx="2952000" cy="353913"/>
          </a:xfrm>
          <a:prstGeom prst="rect">
            <a:avLst/>
          </a:prstGeom>
          <a:noFill/>
          <a:ln>
            <a:noFill/>
          </a:ln>
        </p:spPr>
        <p:txBody>
          <a:bodyPr anchorCtr="0" anchor="t" bIns="91425" lIns="91425" spcFirstLastPara="1" rIns="91425" wrap="square" tIns="91425">
            <a:spAutoFit/>
          </a:bodyPr>
          <a:lstStyle/>
          <a:p>
            <a:pPr indent="-311150" lvl="0" marL="457200" marR="0" rtl="0" algn="just">
              <a:lnSpc>
                <a:spcPct val="100000"/>
              </a:lnSpc>
              <a:spcBef>
                <a:spcPts val="0"/>
              </a:spcBef>
              <a:spcAft>
                <a:spcPts val="0"/>
              </a:spcAft>
              <a:buClr>
                <a:schemeClr val="dk1"/>
              </a:buClr>
              <a:buSzPts val="1300"/>
              <a:buFont typeface="Montserrat"/>
              <a:buChar char="●"/>
            </a:pPr>
            <a:r>
              <a:rPr b="0" i="0" lang="pt-BR" sz="1100" u="none" cap="none" strike="noStrike">
                <a:solidFill>
                  <a:schemeClr val="lt1"/>
                </a:solidFill>
                <a:latin typeface="Work Sans"/>
                <a:ea typeface="Work Sans"/>
                <a:cs typeface="Work Sans"/>
                <a:sym typeface="Work Sans"/>
              </a:rPr>
              <a:t>Aumento de X% (120 + 25%):</a:t>
            </a:r>
            <a:endParaRPr b="0" i="0" sz="1100" u="none" cap="none" strike="noStrike">
              <a:solidFill>
                <a:schemeClr val="lt1"/>
              </a:solidFill>
              <a:latin typeface="Work Sans"/>
              <a:ea typeface="Work Sans"/>
              <a:cs typeface="Work Sans"/>
              <a:sym typeface="Work Sans"/>
            </a:endParaRPr>
          </a:p>
        </p:txBody>
      </p:sp>
      <p:pic>
        <p:nvPicPr>
          <p:cNvPr id="656" name="Google Shape;656;p35"/>
          <p:cNvPicPr preferRelativeResize="0"/>
          <p:nvPr/>
        </p:nvPicPr>
        <p:blipFill rotWithShape="1">
          <a:blip r:embed="rId4">
            <a:alphaModFix/>
          </a:blip>
          <a:srcRect b="0" l="0" r="0" t="0"/>
          <a:stretch/>
        </p:blipFill>
        <p:spPr>
          <a:xfrm>
            <a:off x="4151817" y="1439358"/>
            <a:ext cx="1623458" cy="255957"/>
          </a:xfrm>
          <a:prstGeom prst="rect">
            <a:avLst/>
          </a:prstGeom>
          <a:noFill/>
          <a:ln>
            <a:noFill/>
          </a:ln>
        </p:spPr>
      </p:pic>
      <p:pic>
        <p:nvPicPr>
          <p:cNvPr id="657" name="Google Shape;657;p35"/>
          <p:cNvPicPr preferRelativeResize="0"/>
          <p:nvPr/>
        </p:nvPicPr>
        <p:blipFill rotWithShape="1">
          <a:blip r:embed="rId5">
            <a:alphaModFix/>
          </a:blip>
          <a:srcRect b="0" l="0" r="0" t="0"/>
          <a:stretch/>
        </p:blipFill>
        <p:spPr>
          <a:xfrm>
            <a:off x="3461094" y="2100259"/>
            <a:ext cx="1736877" cy="255957"/>
          </a:xfrm>
          <a:prstGeom prst="rect">
            <a:avLst/>
          </a:prstGeom>
          <a:noFill/>
          <a:ln>
            <a:noFill/>
          </a:ln>
        </p:spPr>
      </p:pic>
      <p:pic>
        <p:nvPicPr>
          <p:cNvPr id="658" name="Google Shape;658;p35"/>
          <p:cNvPicPr preferRelativeResize="0"/>
          <p:nvPr/>
        </p:nvPicPr>
        <p:blipFill rotWithShape="1">
          <a:blip r:embed="rId6">
            <a:alphaModFix/>
          </a:blip>
          <a:srcRect b="0" l="0" r="0" t="0"/>
          <a:stretch/>
        </p:blipFill>
        <p:spPr>
          <a:xfrm>
            <a:off x="3488081" y="2745886"/>
            <a:ext cx="1848072" cy="255957"/>
          </a:xfrm>
          <a:prstGeom prst="rect">
            <a:avLst/>
          </a:prstGeom>
          <a:noFill/>
          <a:ln>
            <a:noFill/>
          </a:ln>
        </p:spPr>
      </p:pic>
      <p:pic>
        <p:nvPicPr>
          <p:cNvPr id="659" name="Google Shape;659;p35"/>
          <p:cNvPicPr preferRelativeResize="0"/>
          <p:nvPr/>
        </p:nvPicPr>
        <p:blipFill rotWithShape="1">
          <a:blip r:embed="rId7">
            <a:alphaModFix/>
          </a:blip>
          <a:srcRect b="0" l="0" r="0" t="0"/>
          <a:stretch/>
        </p:blipFill>
        <p:spPr>
          <a:xfrm>
            <a:off x="3182016" y="4012610"/>
            <a:ext cx="3235795" cy="255957"/>
          </a:xfrm>
          <a:prstGeom prst="rect">
            <a:avLst/>
          </a:prstGeom>
          <a:noFill/>
          <a:ln>
            <a:noFill/>
          </a:ln>
        </p:spPr>
      </p:pic>
      <p:pic>
        <p:nvPicPr>
          <p:cNvPr id="660" name="Google Shape;660;p35"/>
          <p:cNvPicPr preferRelativeResize="0"/>
          <p:nvPr/>
        </p:nvPicPr>
        <p:blipFill rotWithShape="1">
          <a:blip r:embed="rId8">
            <a:alphaModFix/>
          </a:blip>
          <a:srcRect b="0" l="0" r="0" t="0"/>
          <a:stretch/>
        </p:blipFill>
        <p:spPr>
          <a:xfrm>
            <a:off x="3182016" y="3382984"/>
            <a:ext cx="3317190" cy="255957"/>
          </a:xfrm>
          <a:prstGeom prst="rect">
            <a:avLst/>
          </a:prstGeom>
          <a:noFill/>
          <a:ln>
            <a:noFill/>
          </a:ln>
        </p:spPr>
      </p:pic>
      <p:sp>
        <p:nvSpPr>
          <p:cNvPr id="661" name="Google Shape;661;p35"/>
          <p:cNvSpPr/>
          <p:nvPr/>
        </p:nvSpPr>
        <p:spPr>
          <a:xfrm>
            <a:off x="5612769" y="2147854"/>
            <a:ext cx="82663" cy="773829"/>
          </a:xfrm>
          <a:prstGeom prst="rightBrace">
            <a:avLst>
              <a:gd fmla="val 26307" name="adj1"/>
              <a:gd fmla="val 50000" name="adj2"/>
            </a:avLst>
          </a:prstGeom>
          <a:no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chemeClr val="dk1"/>
              </a:buClr>
              <a:buSzPts val="1800"/>
              <a:buFont typeface="Calibri"/>
              <a:buNone/>
            </a:pPr>
            <a:r>
              <a:t/>
            </a:r>
            <a:endParaRPr b="0" i="0" sz="1400" u="none" cap="none" strike="noStrike">
              <a:solidFill>
                <a:schemeClr val="lt1"/>
              </a:solidFill>
              <a:latin typeface="Work Sans"/>
              <a:ea typeface="Work Sans"/>
              <a:cs typeface="Work Sans"/>
              <a:sym typeface="Work Sans"/>
            </a:endParaRPr>
          </a:p>
        </p:txBody>
      </p:sp>
      <p:pic>
        <p:nvPicPr>
          <p:cNvPr id="662" name="Google Shape;662;p35"/>
          <p:cNvPicPr preferRelativeResize="0"/>
          <p:nvPr/>
        </p:nvPicPr>
        <p:blipFill rotWithShape="1">
          <a:blip r:embed="rId9">
            <a:alphaModFix/>
          </a:blip>
          <a:srcRect b="0" l="0" r="0" t="0"/>
          <a:stretch/>
        </p:blipFill>
        <p:spPr>
          <a:xfrm>
            <a:off x="5816568" y="2358906"/>
            <a:ext cx="471497" cy="307148"/>
          </a:xfrm>
          <a:prstGeom prst="rect">
            <a:avLst/>
          </a:prstGeom>
          <a:noFill/>
          <a:ln>
            <a:noFill/>
          </a:ln>
        </p:spPr>
      </p:pic>
      <p:sp>
        <p:nvSpPr>
          <p:cNvPr id="663" name="Google Shape;663;p35"/>
          <p:cNvSpPr txBox="1"/>
          <p:nvPr/>
        </p:nvSpPr>
        <p:spPr>
          <a:xfrm>
            <a:off x="1062721" y="4417340"/>
            <a:ext cx="7316400" cy="353913"/>
          </a:xfrm>
          <a:prstGeom prst="rect">
            <a:avLst/>
          </a:prstGeom>
          <a:noFill/>
          <a:ln>
            <a:noFill/>
          </a:ln>
        </p:spPr>
        <p:txBody>
          <a:bodyPr anchorCtr="0" anchor="t" bIns="91425" lIns="91425" spcFirstLastPara="1" rIns="91425" wrap="square" tIns="91425">
            <a:spAutoFit/>
          </a:bodyPr>
          <a:lstStyle/>
          <a:p>
            <a:pPr indent="0" lvl="0" marL="0" marR="0" rtl="0" algn="ctr">
              <a:lnSpc>
                <a:spcPct val="100000"/>
              </a:lnSpc>
              <a:spcBef>
                <a:spcPts val="0"/>
              </a:spcBef>
              <a:spcAft>
                <a:spcPts val="0"/>
              </a:spcAft>
              <a:buClr>
                <a:srgbClr val="C00000"/>
              </a:buClr>
              <a:buSzPts val="1300"/>
              <a:buFont typeface="Arial"/>
              <a:buNone/>
            </a:pPr>
            <a:r>
              <a:rPr b="1" i="0" lang="pt-BR" sz="1100" u="none" cap="none" strike="noStrike">
                <a:solidFill>
                  <a:schemeClr val="lt1"/>
                </a:solidFill>
                <a:latin typeface="Work Sans"/>
                <a:ea typeface="Work Sans"/>
                <a:cs typeface="Work Sans"/>
                <a:sym typeface="Work Sans"/>
              </a:rPr>
              <a:t>TEMAS “IMPLÍCITOS” (em porcentagem):</a:t>
            </a:r>
            <a:r>
              <a:rPr b="0" i="0" lang="pt-BR" sz="1100" u="none" cap="none" strike="noStrike">
                <a:solidFill>
                  <a:schemeClr val="lt1"/>
                </a:solidFill>
                <a:latin typeface="Work Sans"/>
                <a:ea typeface="Work Sans"/>
                <a:cs typeface="Work Sans"/>
                <a:sym typeface="Work Sans"/>
              </a:rPr>
              <a:t> frações, decimais, razão e proporção.</a:t>
            </a:r>
            <a:endParaRPr b="0" i="0" sz="1100" u="none" cap="none" strike="noStrike">
              <a:solidFill>
                <a:schemeClr val="lt1"/>
              </a:solidFill>
              <a:latin typeface="Work Sans"/>
              <a:ea typeface="Work Sans"/>
              <a:cs typeface="Work Sans"/>
              <a:sym typeface="Work Sans"/>
            </a:endParaRPr>
          </a:p>
        </p:txBody>
      </p:sp>
      <p:grpSp>
        <p:nvGrpSpPr>
          <p:cNvPr id="664" name="Google Shape;664;p35"/>
          <p:cNvGrpSpPr/>
          <p:nvPr/>
        </p:nvGrpSpPr>
        <p:grpSpPr>
          <a:xfrm>
            <a:off x="7284719" y="1561955"/>
            <a:ext cx="1079098" cy="2623817"/>
            <a:chOff x="10063348" y="1998885"/>
            <a:chExt cx="1095365" cy="3084388"/>
          </a:xfrm>
        </p:grpSpPr>
        <p:sp>
          <p:nvSpPr>
            <p:cNvPr id="665" name="Google Shape;665;p35"/>
            <p:cNvSpPr txBox="1"/>
            <p:nvPr/>
          </p:nvSpPr>
          <p:spPr>
            <a:xfrm>
              <a:off x="10063349" y="2165818"/>
              <a:ext cx="1095364" cy="2437563"/>
            </a:xfrm>
            <a:prstGeom prst="rect">
              <a:avLst/>
            </a:prstGeom>
            <a:blipFill rotWithShape="1">
              <a:blip r:embed="rId10">
                <a:alphaModFix/>
              </a:blip>
              <a:stretch>
                <a:fillRect b="-13824" l="0" r="0" t="0"/>
              </a:stretch>
            </a:blip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None/>
              </a:pPr>
              <a:r>
                <a:rPr b="0" i="0" lang="pt-BR" sz="1400" u="none" cap="none" strike="noStrike">
                  <a:latin typeface="Arial"/>
                  <a:ea typeface="Arial"/>
                  <a:cs typeface="Arial"/>
                  <a:sym typeface="Arial"/>
                </a:rPr>
                <a:t> </a:t>
              </a:r>
              <a:endParaRPr/>
            </a:p>
          </p:txBody>
        </p:sp>
        <p:sp>
          <p:nvSpPr>
            <p:cNvPr id="666" name="Google Shape;666;p35"/>
            <p:cNvSpPr/>
            <p:nvPr/>
          </p:nvSpPr>
          <p:spPr>
            <a:xfrm>
              <a:off x="10063348" y="1998885"/>
              <a:ext cx="1080000" cy="3084388"/>
            </a:xfrm>
            <a:prstGeom prst="roundRect">
              <a:avLst>
                <a:gd fmla="val 8069" name="adj"/>
              </a:avLst>
            </a:prstGeom>
            <a:noFill/>
            <a:ln cap="flat" cmpd="sng" w="9525">
              <a:solidFill>
                <a:schemeClr val="dk1"/>
              </a:solidFill>
              <a:prstDash val="dash"/>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chemeClr val="dk1"/>
                </a:buClr>
                <a:buSzPts val="1800"/>
                <a:buFont typeface="Calibri"/>
                <a:buNone/>
              </a:pPr>
              <a:r>
                <a:t/>
              </a:r>
              <a:endParaRPr b="0" i="0" sz="1400" u="none" cap="none" strike="noStrike">
                <a:solidFill>
                  <a:schemeClr val="lt1"/>
                </a:solidFill>
                <a:latin typeface="Work Sans"/>
                <a:ea typeface="Work Sans"/>
                <a:cs typeface="Work Sans"/>
                <a:sym typeface="Work Sans"/>
              </a:endParaRPr>
            </a:p>
          </p:txBody>
        </p:sp>
      </p:grpSp>
      <p:sp>
        <p:nvSpPr>
          <p:cNvPr id="667" name="Google Shape;667;p35"/>
          <p:cNvSpPr txBox="1"/>
          <p:nvPr/>
        </p:nvSpPr>
        <p:spPr>
          <a:xfrm>
            <a:off x="6052316" y="1183724"/>
            <a:ext cx="3503388" cy="353913"/>
          </a:xfrm>
          <a:prstGeom prst="rect">
            <a:avLst/>
          </a:prstGeom>
          <a:noFill/>
          <a:ln>
            <a:noFill/>
          </a:ln>
        </p:spPr>
        <p:txBody>
          <a:bodyPr anchorCtr="0" anchor="t" bIns="91425" lIns="91425" spcFirstLastPara="1" rIns="91425" wrap="square" tIns="91425">
            <a:spAutoFit/>
          </a:bodyPr>
          <a:lstStyle/>
          <a:p>
            <a:pPr indent="0" lvl="0" marL="0" marR="0" rtl="0" algn="ctr">
              <a:lnSpc>
                <a:spcPct val="100000"/>
              </a:lnSpc>
              <a:spcBef>
                <a:spcPts val="0"/>
              </a:spcBef>
              <a:spcAft>
                <a:spcPts val="0"/>
              </a:spcAft>
              <a:buClr>
                <a:srgbClr val="C00000"/>
              </a:buClr>
              <a:buSzPts val="1300"/>
              <a:buFont typeface="Arial"/>
              <a:buNone/>
            </a:pPr>
            <a:r>
              <a:rPr b="1" i="0" lang="pt-BR" sz="1100" u="none" cap="none" strike="noStrike">
                <a:solidFill>
                  <a:schemeClr val="lt1"/>
                </a:solidFill>
                <a:latin typeface="Work Sans"/>
                <a:ea typeface="Work Sans"/>
                <a:cs typeface="Work Sans"/>
                <a:sym typeface="Work Sans"/>
              </a:rPr>
              <a:t>Conversões comuns</a:t>
            </a:r>
            <a:endParaRPr b="0" i="0" sz="1100" u="none" cap="none" strike="noStrike">
              <a:solidFill>
                <a:schemeClr val="lt1"/>
              </a:solidFill>
              <a:latin typeface="Work Sans"/>
              <a:ea typeface="Work Sans"/>
              <a:cs typeface="Work Sans"/>
              <a:sym typeface="Work Sans"/>
            </a:endParaRPr>
          </a:p>
        </p:txBody>
      </p:sp>
      <p:sp>
        <p:nvSpPr>
          <p:cNvPr id="668" name="Google Shape;668;p35"/>
          <p:cNvSpPr txBox="1"/>
          <p:nvPr/>
        </p:nvSpPr>
        <p:spPr>
          <a:xfrm>
            <a:off x="0" y="4825425"/>
            <a:ext cx="4862100" cy="276900"/>
          </a:xfrm>
          <a:prstGeom prst="rect">
            <a:avLst/>
          </a:prstGeom>
          <a:noFill/>
          <a:ln>
            <a:noFill/>
          </a:ln>
        </p:spPr>
        <p:txBody>
          <a:bodyPr anchorCtr="0" anchor="t" bIns="68550" lIns="137125" spcFirstLastPara="1" rIns="137125" wrap="square" tIns="68550">
            <a:spAutoFit/>
          </a:bodyPr>
          <a:lstStyle/>
          <a:p>
            <a:pPr indent="0" lvl="0" marL="0" marR="0" rtl="0" algn="l">
              <a:lnSpc>
                <a:spcPct val="100000"/>
              </a:lnSpc>
              <a:spcBef>
                <a:spcPts val="0"/>
              </a:spcBef>
              <a:spcAft>
                <a:spcPts val="0"/>
              </a:spcAft>
              <a:buClr>
                <a:srgbClr val="000000"/>
              </a:buClr>
              <a:buSzPts val="900"/>
              <a:buFont typeface="Arial"/>
              <a:buNone/>
            </a:pPr>
            <a:r>
              <a:rPr b="1" i="0" lang="pt-BR" sz="900" u="none" cap="none" strike="noStrike">
                <a:solidFill>
                  <a:srgbClr val="000000"/>
                </a:solidFill>
                <a:latin typeface="Arial"/>
                <a:ea typeface="Arial"/>
                <a:cs typeface="Arial"/>
                <a:sym typeface="Arial"/>
              </a:rPr>
              <a:t>Prep4Consulting 2026.2 </a:t>
            </a:r>
            <a:r>
              <a:rPr b="0" i="0" lang="pt-BR" sz="900" u="none" cap="none" strike="noStrike">
                <a:solidFill>
                  <a:srgbClr val="000000"/>
                </a:solidFill>
                <a:latin typeface="Arial"/>
                <a:ea typeface="Arial"/>
                <a:cs typeface="Arial"/>
                <a:sym typeface="Arial"/>
              </a:rPr>
              <a:t>| GMAT: Estrutura da Prova</a:t>
            </a:r>
            <a:endParaRPr b="0" i="0" sz="900" u="none" cap="none" strike="noStrike">
              <a:solidFill>
                <a:srgbClr val="000000"/>
              </a:solidFill>
              <a:latin typeface="Arial"/>
              <a:ea typeface="Arial"/>
              <a:cs typeface="Arial"/>
              <a:sym typeface="Arial"/>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651"/>
                                        </p:tgtEl>
                                        <p:attrNameLst>
                                          <p:attrName>style.visibility</p:attrName>
                                        </p:attrNameLst>
                                      </p:cBhvr>
                                      <p:to>
                                        <p:strVal val="visible"/>
                                      </p:to>
                                    </p:set>
                                    <p:animEffect filter="fade" transition="in">
                                      <p:cBhvr>
                                        <p:cTn dur="1000"/>
                                        <p:tgtEl>
                                          <p:spTgt spid="651"/>
                                        </p:tgtEl>
                                      </p:cBhvr>
                                    </p:animEffect>
                                  </p:childTnLst>
                                </p:cTn>
                              </p:par>
                              <p:par>
                                <p:cTn fill="hold" nodeType="withEffect" presetClass="entr" presetID="10" presetSubtype="0">
                                  <p:stCondLst>
                                    <p:cond delay="0"/>
                                  </p:stCondLst>
                                  <p:childTnLst>
                                    <p:set>
                                      <p:cBhvr>
                                        <p:cTn dur="1" fill="hold">
                                          <p:stCondLst>
                                            <p:cond delay="0"/>
                                          </p:stCondLst>
                                        </p:cTn>
                                        <p:tgtEl>
                                          <p:spTgt spid="656"/>
                                        </p:tgtEl>
                                        <p:attrNameLst>
                                          <p:attrName>style.visibility</p:attrName>
                                        </p:attrNameLst>
                                      </p:cBhvr>
                                      <p:to>
                                        <p:strVal val="visible"/>
                                      </p:to>
                                    </p:set>
                                    <p:animEffect filter="fade" transition="in">
                                      <p:cBhvr>
                                        <p:cTn dur="1000"/>
                                        <p:tgtEl>
                                          <p:spTgt spid="656"/>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652"/>
                                        </p:tgtEl>
                                        <p:attrNameLst>
                                          <p:attrName>style.visibility</p:attrName>
                                        </p:attrNameLst>
                                      </p:cBhvr>
                                      <p:to>
                                        <p:strVal val="visible"/>
                                      </p:to>
                                    </p:set>
                                    <p:animEffect filter="fade" transition="in">
                                      <p:cBhvr>
                                        <p:cTn dur="1000"/>
                                        <p:tgtEl>
                                          <p:spTgt spid="652"/>
                                        </p:tgtEl>
                                      </p:cBhvr>
                                    </p:animEffect>
                                  </p:childTnLst>
                                </p:cTn>
                              </p:par>
                              <p:par>
                                <p:cTn fill="hold" nodeType="withEffect" presetClass="entr" presetID="10" presetSubtype="0">
                                  <p:stCondLst>
                                    <p:cond delay="0"/>
                                  </p:stCondLst>
                                  <p:childTnLst>
                                    <p:set>
                                      <p:cBhvr>
                                        <p:cTn dur="1" fill="hold">
                                          <p:stCondLst>
                                            <p:cond delay="0"/>
                                          </p:stCondLst>
                                        </p:cTn>
                                        <p:tgtEl>
                                          <p:spTgt spid="657"/>
                                        </p:tgtEl>
                                        <p:attrNameLst>
                                          <p:attrName>style.visibility</p:attrName>
                                        </p:attrNameLst>
                                      </p:cBhvr>
                                      <p:to>
                                        <p:strVal val="visible"/>
                                      </p:to>
                                    </p:set>
                                    <p:animEffect filter="fade" transition="in">
                                      <p:cBhvr>
                                        <p:cTn dur="1000"/>
                                        <p:tgtEl>
                                          <p:spTgt spid="657"/>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653"/>
                                        </p:tgtEl>
                                        <p:attrNameLst>
                                          <p:attrName>style.visibility</p:attrName>
                                        </p:attrNameLst>
                                      </p:cBhvr>
                                      <p:to>
                                        <p:strVal val="visible"/>
                                      </p:to>
                                    </p:set>
                                    <p:animEffect filter="fade" transition="in">
                                      <p:cBhvr>
                                        <p:cTn dur="1000"/>
                                        <p:tgtEl>
                                          <p:spTgt spid="653"/>
                                        </p:tgtEl>
                                      </p:cBhvr>
                                    </p:animEffect>
                                  </p:childTnLst>
                                </p:cTn>
                              </p:par>
                              <p:par>
                                <p:cTn fill="hold" nodeType="withEffect" presetClass="entr" presetID="10" presetSubtype="0">
                                  <p:stCondLst>
                                    <p:cond delay="0"/>
                                  </p:stCondLst>
                                  <p:childTnLst>
                                    <p:set>
                                      <p:cBhvr>
                                        <p:cTn dur="1" fill="hold">
                                          <p:stCondLst>
                                            <p:cond delay="0"/>
                                          </p:stCondLst>
                                        </p:cTn>
                                        <p:tgtEl>
                                          <p:spTgt spid="658"/>
                                        </p:tgtEl>
                                        <p:attrNameLst>
                                          <p:attrName>style.visibility</p:attrName>
                                        </p:attrNameLst>
                                      </p:cBhvr>
                                      <p:to>
                                        <p:strVal val="visible"/>
                                      </p:to>
                                    </p:set>
                                    <p:animEffect filter="fade" transition="in">
                                      <p:cBhvr>
                                        <p:cTn dur="1000"/>
                                        <p:tgtEl>
                                          <p:spTgt spid="658"/>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661"/>
                                        </p:tgtEl>
                                        <p:attrNameLst>
                                          <p:attrName>style.visibility</p:attrName>
                                        </p:attrNameLst>
                                      </p:cBhvr>
                                      <p:to>
                                        <p:strVal val="visible"/>
                                      </p:to>
                                    </p:set>
                                    <p:animEffect filter="fade" transition="in">
                                      <p:cBhvr>
                                        <p:cTn dur="1000"/>
                                        <p:tgtEl>
                                          <p:spTgt spid="661"/>
                                        </p:tgtEl>
                                      </p:cBhvr>
                                    </p:animEffect>
                                  </p:childTnLst>
                                </p:cTn>
                              </p:par>
                              <p:par>
                                <p:cTn fill="hold" nodeType="withEffect" presetClass="entr" presetID="10" presetSubtype="0">
                                  <p:stCondLst>
                                    <p:cond delay="0"/>
                                  </p:stCondLst>
                                  <p:childTnLst>
                                    <p:set>
                                      <p:cBhvr>
                                        <p:cTn dur="1" fill="hold">
                                          <p:stCondLst>
                                            <p:cond delay="0"/>
                                          </p:stCondLst>
                                        </p:cTn>
                                        <p:tgtEl>
                                          <p:spTgt spid="662"/>
                                        </p:tgtEl>
                                        <p:attrNameLst>
                                          <p:attrName>style.visibility</p:attrName>
                                        </p:attrNameLst>
                                      </p:cBhvr>
                                      <p:to>
                                        <p:strVal val="visible"/>
                                      </p:to>
                                    </p:set>
                                    <p:animEffect filter="fade" transition="in">
                                      <p:cBhvr>
                                        <p:cTn dur="1000"/>
                                        <p:tgtEl>
                                          <p:spTgt spid="662"/>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655"/>
                                        </p:tgtEl>
                                        <p:attrNameLst>
                                          <p:attrName>style.visibility</p:attrName>
                                        </p:attrNameLst>
                                      </p:cBhvr>
                                      <p:to>
                                        <p:strVal val="visible"/>
                                      </p:to>
                                    </p:set>
                                    <p:animEffect filter="fade" transition="in">
                                      <p:cBhvr>
                                        <p:cTn dur="1000"/>
                                        <p:tgtEl>
                                          <p:spTgt spid="655"/>
                                        </p:tgtEl>
                                      </p:cBhvr>
                                    </p:animEffect>
                                  </p:childTnLst>
                                </p:cTn>
                              </p:par>
                              <p:par>
                                <p:cTn fill="hold" nodeType="withEffect" presetClass="entr" presetID="10" presetSubtype="0">
                                  <p:stCondLst>
                                    <p:cond delay="0"/>
                                  </p:stCondLst>
                                  <p:childTnLst>
                                    <p:set>
                                      <p:cBhvr>
                                        <p:cTn dur="1" fill="hold">
                                          <p:stCondLst>
                                            <p:cond delay="0"/>
                                          </p:stCondLst>
                                        </p:cTn>
                                        <p:tgtEl>
                                          <p:spTgt spid="660"/>
                                        </p:tgtEl>
                                        <p:attrNameLst>
                                          <p:attrName>style.visibility</p:attrName>
                                        </p:attrNameLst>
                                      </p:cBhvr>
                                      <p:to>
                                        <p:strVal val="visible"/>
                                      </p:to>
                                    </p:set>
                                    <p:animEffect filter="fade" transition="in">
                                      <p:cBhvr>
                                        <p:cTn dur="1000"/>
                                        <p:tgtEl>
                                          <p:spTgt spid="660"/>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654"/>
                                        </p:tgtEl>
                                        <p:attrNameLst>
                                          <p:attrName>style.visibility</p:attrName>
                                        </p:attrNameLst>
                                      </p:cBhvr>
                                      <p:to>
                                        <p:strVal val="visible"/>
                                      </p:to>
                                    </p:set>
                                    <p:animEffect filter="fade" transition="in">
                                      <p:cBhvr>
                                        <p:cTn dur="1000"/>
                                        <p:tgtEl>
                                          <p:spTgt spid="654"/>
                                        </p:tgtEl>
                                      </p:cBhvr>
                                    </p:animEffect>
                                  </p:childTnLst>
                                </p:cTn>
                              </p:par>
                              <p:par>
                                <p:cTn fill="hold" nodeType="withEffect" presetClass="entr" presetID="10" presetSubtype="0">
                                  <p:stCondLst>
                                    <p:cond delay="0"/>
                                  </p:stCondLst>
                                  <p:childTnLst>
                                    <p:set>
                                      <p:cBhvr>
                                        <p:cTn dur="1" fill="hold">
                                          <p:stCondLst>
                                            <p:cond delay="0"/>
                                          </p:stCondLst>
                                        </p:cTn>
                                        <p:tgtEl>
                                          <p:spTgt spid="659"/>
                                        </p:tgtEl>
                                        <p:attrNameLst>
                                          <p:attrName>style.visibility</p:attrName>
                                        </p:attrNameLst>
                                      </p:cBhvr>
                                      <p:to>
                                        <p:strVal val="visible"/>
                                      </p:to>
                                    </p:set>
                                    <p:animEffect filter="fade" transition="in">
                                      <p:cBhvr>
                                        <p:cTn dur="1000"/>
                                        <p:tgtEl>
                                          <p:spTgt spid="659"/>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663"/>
                                        </p:tgtEl>
                                        <p:attrNameLst>
                                          <p:attrName>style.visibility</p:attrName>
                                        </p:attrNameLst>
                                      </p:cBhvr>
                                      <p:to>
                                        <p:strVal val="visible"/>
                                      </p:to>
                                    </p:set>
                                    <p:animEffect filter="fade" transition="in">
                                      <p:cBhvr>
                                        <p:cTn dur="1000"/>
                                        <p:tgtEl>
                                          <p:spTgt spid="663"/>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664"/>
                                        </p:tgtEl>
                                        <p:attrNameLst>
                                          <p:attrName>style.visibility</p:attrName>
                                        </p:attrNameLst>
                                      </p:cBhvr>
                                      <p:to>
                                        <p:strVal val="visible"/>
                                      </p:to>
                                    </p:set>
                                  </p:childTnLst>
                                </p:cTn>
                              </p:par>
                              <p:par>
                                <p:cTn fill="hold" nodeType="withEffect" presetClass="entr" presetID="10" presetSubtype="0">
                                  <p:stCondLst>
                                    <p:cond delay="0"/>
                                  </p:stCondLst>
                                  <p:childTnLst>
                                    <p:set>
                                      <p:cBhvr>
                                        <p:cTn dur="1" fill="hold">
                                          <p:stCondLst>
                                            <p:cond delay="0"/>
                                          </p:stCondLst>
                                        </p:cTn>
                                        <p:tgtEl>
                                          <p:spTgt spid="667"/>
                                        </p:tgtEl>
                                        <p:attrNameLst>
                                          <p:attrName>style.visibility</p:attrName>
                                        </p:attrNameLst>
                                      </p:cBhvr>
                                      <p:to>
                                        <p:strVal val="visible"/>
                                      </p:to>
                                    </p:set>
                                    <p:animEffect filter="fade" transition="in">
                                      <p:cBhvr>
                                        <p:cTn dur="1000"/>
                                        <p:tgtEl>
                                          <p:spTgt spid="667"/>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72" name="Shape 672"/>
        <p:cNvGrpSpPr/>
        <p:nvPr/>
      </p:nvGrpSpPr>
      <p:grpSpPr>
        <a:xfrm>
          <a:off x="0" y="0"/>
          <a:ext cx="0" cy="0"/>
          <a:chOff x="0" y="0"/>
          <a:chExt cx="0" cy="0"/>
        </a:xfrm>
      </p:grpSpPr>
      <p:sp>
        <p:nvSpPr>
          <p:cNvPr id="673" name="Google Shape;673;p36"/>
          <p:cNvSpPr txBox="1"/>
          <p:nvPr>
            <p:ph idx="4294967295" type="title"/>
          </p:nvPr>
        </p:nvSpPr>
        <p:spPr>
          <a:xfrm>
            <a:off x="722375" y="384050"/>
            <a:ext cx="5052900" cy="5760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3000"/>
              <a:buNone/>
            </a:pPr>
            <a:r>
              <a:rPr lang="pt-BR"/>
              <a:t>REVISÃO DE MATEMÁTICA</a:t>
            </a:r>
            <a:endParaRPr/>
          </a:p>
        </p:txBody>
      </p:sp>
      <p:sp>
        <p:nvSpPr>
          <p:cNvPr id="674" name="Google Shape;674;p36"/>
          <p:cNvSpPr txBox="1"/>
          <p:nvPr/>
        </p:nvSpPr>
        <p:spPr>
          <a:xfrm>
            <a:off x="4281900" y="4825425"/>
            <a:ext cx="4862100" cy="276900"/>
          </a:xfrm>
          <a:prstGeom prst="rect">
            <a:avLst/>
          </a:prstGeom>
          <a:noFill/>
          <a:ln>
            <a:noFill/>
          </a:ln>
        </p:spPr>
        <p:txBody>
          <a:bodyPr anchorCtr="0" anchor="t" bIns="68550" lIns="137125" spcFirstLastPara="1" rIns="137125" wrap="square" tIns="68550">
            <a:spAutoFit/>
          </a:bodyPr>
          <a:lstStyle/>
          <a:p>
            <a:pPr indent="0" lvl="0" marL="0" marR="0" rtl="0" algn="r">
              <a:lnSpc>
                <a:spcPct val="100000"/>
              </a:lnSpc>
              <a:spcBef>
                <a:spcPts val="0"/>
              </a:spcBef>
              <a:spcAft>
                <a:spcPts val="0"/>
              </a:spcAft>
              <a:buClr>
                <a:srgbClr val="000000"/>
              </a:buClr>
              <a:buSzPts val="900"/>
              <a:buFont typeface="Arial"/>
              <a:buNone/>
            </a:pPr>
            <a:r>
              <a:rPr b="0" i="0" lang="pt-BR" sz="900" u="none" cap="none" strike="noStrike">
                <a:solidFill>
                  <a:srgbClr val="000000"/>
                </a:solidFill>
                <a:latin typeface="Arial"/>
                <a:ea typeface="Arial"/>
                <a:cs typeface="Arial"/>
                <a:sym typeface="Arial"/>
              </a:rPr>
              <a:t>Copyright © 2026 Clube de Consultoria Universitário. All rights reserved.</a:t>
            </a:r>
            <a:endParaRPr b="0" i="0" sz="900" u="none" cap="none" strike="noStrike">
              <a:solidFill>
                <a:srgbClr val="000000"/>
              </a:solidFill>
              <a:latin typeface="Arial"/>
              <a:ea typeface="Arial"/>
              <a:cs typeface="Arial"/>
              <a:sym typeface="Arial"/>
            </a:endParaRPr>
          </a:p>
        </p:txBody>
      </p:sp>
      <p:grpSp>
        <p:nvGrpSpPr>
          <p:cNvPr id="675" name="Google Shape;675;p36"/>
          <p:cNvGrpSpPr/>
          <p:nvPr/>
        </p:nvGrpSpPr>
        <p:grpSpPr>
          <a:xfrm>
            <a:off x="339712" y="888243"/>
            <a:ext cx="2825326" cy="397001"/>
            <a:chOff x="938974" y="1053283"/>
            <a:chExt cx="4201831" cy="575247"/>
          </a:xfrm>
        </p:grpSpPr>
        <p:sp>
          <p:nvSpPr>
            <p:cNvPr id="676" name="Google Shape;676;p36"/>
            <p:cNvSpPr txBox="1"/>
            <p:nvPr/>
          </p:nvSpPr>
          <p:spPr>
            <a:xfrm>
              <a:off x="1526531" y="1053283"/>
              <a:ext cx="3614274" cy="575247"/>
            </a:xfrm>
            <a:prstGeom prst="rect">
              <a:avLst/>
            </a:prstGeom>
            <a:noFill/>
            <a:ln>
              <a:noFill/>
            </a:ln>
          </p:spPr>
          <p:txBody>
            <a:bodyPr anchorCtr="0" anchor="t" bIns="91425" lIns="91425" spcFirstLastPara="1" rIns="91425" wrap="square" tIns="91425">
              <a:spAutoFit/>
            </a:bodyPr>
            <a:lstStyle/>
            <a:p>
              <a:pPr indent="0" lvl="0" marL="0" marR="0" rtl="0" algn="l">
                <a:lnSpc>
                  <a:spcPct val="115000"/>
                </a:lnSpc>
                <a:spcBef>
                  <a:spcPts val="0"/>
                </a:spcBef>
                <a:spcAft>
                  <a:spcPts val="0"/>
                </a:spcAft>
                <a:buClr>
                  <a:srgbClr val="000000"/>
                </a:buClr>
                <a:buSzPts val="2000"/>
                <a:buFont typeface="Arial"/>
                <a:buNone/>
              </a:pPr>
              <a:r>
                <a:rPr b="1" i="0" lang="pt-BR" sz="1200" u="none" cap="none" strike="noStrike">
                  <a:solidFill>
                    <a:schemeClr val="lt1"/>
                  </a:solidFill>
                  <a:latin typeface="Work Sans"/>
                  <a:ea typeface="Work Sans"/>
                  <a:cs typeface="Work Sans"/>
                  <a:sym typeface="Work Sans"/>
                </a:rPr>
                <a:t>Porcentagens</a:t>
              </a:r>
              <a:endParaRPr b="1" i="0" sz="1200" u="none" cap="none" strike="noStrike">
                <a:solidFill>
                  <a:schemeClr val="lt1"/>
                </a:solidFill>
                <a:latin typeface="Work Sans"/>
                <a:ea typeface="Work Sans"/>
                <a:cs typeface="Work Sans"/>
                <a:sym typeface="Work Sans"/>
              </a:endParaRPr>
            </a:p>
          </p:txBody>
        </p:sp>
        <p:pic>
          <p:nvPicPr>
            <p:cNvPr descr="Tally outline" id="677" name="Google Shape;677;p36"/>
            <p:cNvPicPr preferRelativeResize="0"/>
            <p:nvPr/>
          </p:nvPicPr>
          <p:blipFill rotWithShape="1">
            <a:blip r:embed="rId3">
              <a:alphaModFix/>
            </a:blip>
            <a:srcRect b="0" l="0" r="0" t="0"/>
            <a:stretch/>
          </p:blipFill>
          <p:spPr>
            <a:xfrm>
              <a:off x="938974" y="1126471"/>
              <a:ext cx="432397" cy="432397"/>
            </a:xfrm>
            <a:prstGeom prst="rect">
              <a:avLst/>
            </a:prstGeom>
            <a:noFill/>
            <a:ln>
              <a:noFill/>
            </a:ln>
          </p:spPr>
        </p:pic>
      </p:grpSp>
      <p:sp>
        <p:nvSpPr>
          <p:cNvPr id="678" name="Google Shape;678;p36"/>
          <p:cNvSpPr txBox="1"/>
          <p:nvPr/>
        </p:nvSpPr>
        <p:spPr>
          <a:xfrm>
            <a:off x="734787" y="1237167"/>
            <a:ext cx="1062300" cy="379304"/>
          </a:xfrm>
          <a:prstGeom prst="rect">
            <a:avLst/>
          </a:prstGeom>
          <a:noFill/>
          <a:ln>
            <a:noFill/>
          </a:ln>
        </p:spPr>
        <p:txBody>
          <a:bodyPr anchorCtr="0" anchor="t" bIns="91425" lIns="91425" spcFirstLastPara="1" rIns="91425" wrap="square" tIns="91425">
            <a:spAutoFit/>
          </a:bodyPr>
          <a:lstStyle/>
          <a:p>
            <a:pPr indent="0" lvl="0" marL="0" marR="0" rtl="0" algn="l">
              <a:lnSpc>
                <a:spcPct val="115000"/>
              </a:lnSpc>
              <a:spcBef>
                <a:spcPts val="0"/>
              </a:spcBef>
              <a:spcAft>
                <a:spcPts val="0"/>
              </a:spcAft>
              <a:buClr>
                <a:srgbClr val="000000"/>
              </a:buClr>
              <a:buSzPts val="2000"/>
              <a:buFont typeface="Arial"/>
              <a:buNone/>
            </a:pPr>
            <a:r>
              <a:rPr b="1" i="0" lang="pt-BR" sz="1100" u="none" cap="none" strike="noStrike">
                <a:solidFill>
                  <a:schemeClr val="lt1"/>
                </a:solidFill>
                <a:latin typeface="Work Sans"/>
                <a:ea typeface="Work Sans"/>
                <a:cs typeface="Work Sans"/>
                <a:sym typeface="Work Sans"/>
              </a:rPr>
              <a:t>Exemplo 2</a:t>
            </a:r>
            <a:endParaRPr b="0" i="0" sz="1100" u="none" cap="none" strike="noStrike">
              <a:solidFill>
                <a:schemeClr val="lt1"/>
              </a:solidFill>
              <a:latin typeface="Work Sans"/>
              <a:ea typeface="Work Sans"/>
              <a:cs typeface="Work Sans"/>
              <a:sym typeface="Work Sans"/>
            </a:endParaRPr>
          </a:p>
        </p:txBody>
      </p:sp>
      <p:sp>
        <p:nvSpPr>
          <p:cNvPr id="679" name="Google Shape;679;p36"/>
          <p:cNvSpPr txBox="1"/>
          <p:nvPr/>
        </p:nvSpPr>
        <p:spPr>
          <a:xfrm>
            <a:off x="728077" y="1503390"/>
            <a:ext cx="7967253" cy="2180054"/>
          </a:xfrm>
          <a:prstGeom prst="rect">
            <a:avLst/>
          </a:prstGeom>
          <a:noFill/>
          <a:ln>
            <a:noFill/>
          </a:ln>
        </p:spPr>
        <p:txBody>
          <a:bodyPr anchorCtr="0" anchor="t" bIns="91425" lIns="91425" spcFirstLastPara="1" rIns="91425" wrap="square" tIns="91425">
            <a:spAutoFit/>
          </a:bodyPr>
          <a:lstStyle/>
          <a:p>
            <a:pPr indent="0" lvl="0" marL="0" marR="0" rtl="0" algn="just">
              <a:lnSpc>
                <a:spcPct val="100000"/>
              </a:lnSpc>
              <a:spcBef>
                <a:spcPts val="0"/>
              </a:spcBef>
              <a:spcAft>
                <a:spcPts val="0"/>
              </a:spcAft>
              <a:buClr>
                <a:schemeClr val="dk1"/>
              </a:buClr>
              <a:buSzPts val="2800"/>
              <a:buFont typeface="Arial"/>
              <a:buNone/>
            </a:pPr>
            <a:r>
              <a:rPr b="0" i="0" lang="pt-BR" sz="1100" u="none" cap="none" strike="noStrike">
                <a:solidFill>
                  <a:schemeClr val="lt1"/>
                </a:solidFill>
                <a:latin typeface="Work Sans"/>
                <a:ea typeface="Work Sans"/>
                <a:cs typeface="Work Sans"/>
                <a:sym typeface="Work Sans"/>
              </a:rPr>
              <a:t>Last year Carlos saved 10 percent of his annual earnings. This year he earned 5 percent more than last year and he saved 12 percent of his annual earnings. The amount saved this year was what percent of the amount saved last year?</a:t>
            </a:r>
            <a:endParaRPr b="0" i="0" sz="1100" u="none" cap="none" strike="noStrike">
              <a:solidFill>
                <a:schemeClr val="lt1"/>
              </a:solidFill>
              <a:latin typeface="Work Sans"/>
              <a:ea typeface="Work Sans"/>
              <a:cs typeface="Work Sans"/>
              <a:sym typeface="Work Sans"/>
            </a:endParaRPr>
          </a:p>
          <a:p>
            <a:pPr indent="0" lvl="0" marL="0" marR="0" rtl="0" algn="just">
              <a:lnSpc>
                <a:spcPct val="100000"/>
              </a:lnSpc>
              <a:spcBef>
                <a:spcPts val="1000"/>
              </a:spcBef>
              <a:spcAft>
                <a:spcPts val="0"/>
              </a:spcAft>
              <a:buClr>
                <a:schemeClr val="dk1"/>
              </a:buClr>
              <a:buSzPts val="1100"/>
              <a:buFont typeface="Arial"/>
              <a:buNone/>
            </a:pPr>
            <a:r>
              <a:rPr b="0" i="0" lang="pt-BR" sz="1100" u="none" cap="none" strike="noStrike">
                <a:solidFill>
                  <a:schemeClr val="lt1"/>
                </a:solidFill>
                <a:latin typeface="Work Sans"/>
                <a:ea typeface="Work Sans"/>
                <a:cs typeface="Work Sans"/>
                <a:sym typeface="Work Sans"/>
              </a:rPr>
              <a:t>(A) 122%</a:t>
            </a:r>
            <a:endParaRPr b="0" i="0" sz="1100" u="none" cap="none" strike="noStrike">
              <a:solidFill>
                <a:schemeClr val="lt1"/>
              </a:solidFill>
              <a:latin typeface="Work Sans"/>
              <a:ea typeface="Work Sans"/>
              <a:cs typeface="Work Sans"/>
              <a:sym typeface="Work Sans"/>
            </a:endParaRPr>
          </a:p>
          <a:p>
            <a:pPr indent="0" lvl="0" marL="0" marR="0" rtl="0" algn="just">
              <a:lnSpc>
                <a:spcPct val="100000"/>
              </a:lnSpc>
              <a:spcBef>
                <a:spcPts val="1000"/>
              </a:spcBef>
              <a:spcAft>
                <a:spcPts val="0"/>
              </a:spcAft>
              <a:buClr>
                <a:schemeClr val="dk1"/>
              </a:buClr>
              <a:buSzPts val="1100"/>
              <a:buFont typeface="Arial"/>
              <a:buNone/>
            </a:pPr>
            <a:r>
              <a:rPr b="0" i="0" lang="pt-BR" sz="1100" u="none" cap="none" strike="noStrike">
                <a:solidFill>
                  <a:schemeClr val="lt1"/>
                </a:solidFill>
                <a:latin typeface="Work Sans"/>
                <a:ea typeface="Work Sans"/>
                <a:cs typeface="Work Sans"/>
                <a:sym typeface="Work Sans"/>
              </a:rPr>
              <a:t>(B) 124%</a:t>
            </a:r>
            <a:endParaRPr b="0" i="0" sz="1100" u="none" cap="none" strike="noStrike">
              <a:solidFill>
                <a:schemeClr val="lt1"/>
              </a:solidFill>
              <a:latin typeface="Work Sans"/>
              <a:ea typeface="Work Sans"/>
              <a:cs typeface="Work Sans"/>
              <a:sym typeface="Work Sans"/>
            </a:endParaRPr>
          </a:p>
          <a:p>
            <a:pPr indent="0" lvl="0" marL="0" marR="0" rtl="0" algn="just">
              <a:lnSpc>
                <a:spcPct val="100000"/>
              </a:lnSpc>
              <a:spcBef>
                <a:spcPts val="1000"/>
              </a:spcBef>
              <a:spcAft>
                <a:spcPts val="0"/>
              </a:spcAft>
              <a:buClr>
                <a:schemeClr val="dk1"/>
              </a:buClr>
              <a:buSzPts val="1100"/>
              <a:buFont typeface="Arial"/>
              <a:buNone/>
            </a:pPr>
            <a:r>
              <a:rPr b="0" i="0" lang="pt-BR" sz="1100" u="none" cap="none" strike="noStrike">
                <a:solidFill>
                  <a:schemeClr val="lt1"/>
                </a:solidFill>
                <a:latin typeface="Work Sans"/>
                <a:ea typeface="Work Sans"/>
                <a:cs typeface="Work Sans"/>
                <a:sym typeface="Work Sans"/>
              </a:rPr>
              <a:t>(C) 126%</a:t>
            </a:r>
            <a:endParaRPr b="0" i="0" sz="1100" u="none" cap="none" strike="noStrike">
              <a:solidFill>
                <a:schemeClr val="lt1"/>
              </a:solidFill>
              <a:latin typeface="Work Sans"/>
              <a:ea typeface="Work Sans"/>
              <a:cs typeface="Work Sans"/>
              <a:sym typeface="Work Sans"/>
            </a:endParaRPr>
          </a:p>
          <a:p>
            <a:pPr indent="0" lvl="0" marL="0" marR="0" rtl="0" algn="just">
              <a:lnSpc>
                <a:spcPct val="100000"/>
              </a:lnSpc>
              <a:spcBef>
                <a:spcPts val="1000"/>
              </a:spcBef>
              <a:spcAft>
                <a:spcPts val="0"/>
              </a:spcAft>
              <a:buClr>
                <a:schemeClr val="dk1"/>
              </a:buClr>
              <a:buSzPts val="1100"/>
              <a:buFont typeface="Arial"/>
              <a:buNone/>
            </a:pPr>
            <a:r>
              <a:rPr b="0" i="0" lang="pt-BR" sz="1100" u="none" cap="none" strike="noStrike">
                <a:solidFill>
                  <a:schemeClr val="lt1"/>
                </a:solidFill>
                <a:latin typeface="Work Sans"/>
                <a:ea typeface="Work Sans"/>
                <a:cs typeface="Work Sans"/>
                <a:sym typeface="Work Sans"/>
              </a:rPr>
              <a:t>(D) 128%</a:t>
            </a:r>
            <a:endParaRPr b="0" i="0" sz="1100" u="none" cap="none" strike="noStrike">
              <a:solidFill>
                <a:schemeClr val="lt1"/>
              </a:solidFill>
              <a:latin typeface="Work Sans"/>
              <a:ea typeface="Work Sans"/>
              <a:cs typeface="Work Sans"/>
              <a:sym typeface="Work Sans"/>
            </a:endParaRPr>
          </a:p>
          <a:p>
            <a:pPr indent="0" lvl="0" marL="0" marR="0" rtl="0" algn="just">
              <a:lnSpc>
                <a:spcPct val="100000"/>
              </a:lnSpc>
              <a:spcBef>
                <a:spcPts val="1000"/>
              </a:spcBef>
              <a:spcAft>
                <a:spcPts val="0"/>
              </a:spcAft>
              <a:buClr>
                <a:schemeClr val="dk1"/>
              </a:buClr>
              <a:buSzPts val="1100"/>
              <a:buFont typeface="Arial"/>
              <a:buNone/>
            </a:pPr>
            <a:r>
              <a:rPr b="0" i="0" lang="pt-BR" sz="1100" u="none" cap="none" strike="noStrike">
                <a:solidFill>
                  <a:schemeClr val="lt1"/>
                </a:solidFill>
                <a:latin typeface="Work Sans"/>
                <a:ea typeface="Work Sans"/>
                <a:cs typeface="Work Sans"/>
                <a:sym typeface="Work Sans"/>
              </a:rPr>
              <a:t>(E) 130%</a:t>
            </a:r>
            <a:endParaRPr b="0" i="0" sz="1100" u="none" cap="none" strike="noStrike">
              <a:solidFill>
                <a:schemeClr val="lt1"/>
              </a:solidFill>
              <a:latin typeface="Work Sans"/>
              <a:ea typeface="Work Sans"/>
              <a:cs typeface="Work Sans"/>
              <a:sym typeface="Work Sans"/>
            </a:endParaRPr>
          </a:p>
        </p:txBody>
      </p:sp>
      <p:pic>
        <p:nvPicPr>
          <p:cNvPr id="680" name="Google Shape;680;p36"/>
          <p:cNvPicPr preferRelativeResize="0"/>
          <p:nvPr/>
        </p:nvPicPr>
        <p:blipFill rotWithShape="1">
          <a:blip r:embed="rId4">
            <a:alphaModFix/>
          </a:blip>
          <a:srcRect b="0" l="0" r="0" t="0"/>
          <a:stretch/>
        </p:blipFill>
        <p:spPr>
          <a:xfrm>
            <a:off x="1598350" y="4048365"/>
            <a:ext cx="799588" cy="391175"/>
          </a:xfrm>
          <a:prstGeom prst="rect">
            <a:avLst/>
          </a:prstGeom>
          <a:noFill/>
          <a:ln>
            <a:noFill/>
          </a:ln>
        </p:spPr>
      </p:pic>
      <p:pic>
        <p:nvPicPr>
          <p:cNvPr id="681" name="Google Shape;681;p36"/>
          <p:cNvPicPr preferRelativeResize="0"/>
          <p:nvPr/>
        </p:nvPicPr>
        <p:blipFill rotWithShape="1">
          <a:blip r:embed="rId5">
            <a:alphaModFix/>
          </a:blip>
          <a:srcRect b="0" l="0" r="0" t="0"/>
          <a:stretch/>
        </p:blipFill>
        <p:spPr>
          <a:xfrm>
            <a:off x="7400988" y="2664069"/>
            <a:ext cx="720267" cy="241768"/>
          </a:xfrm>
          <a:prstGeom prst="rect">
            <a:avLst/>
          </a:prstGeom>
          <a:noFill/>
          <a:ln>
            <a:noFill/>
          </a:ln>
        </p:spPr>
      </p:pic>
      <p:pic>
        <p:nvPicPr>
          <p:cNvPr id="682" name="Google Shape;682;p36"/>
          <p:cNvPicPr preferRelativeResize="0"/>
          <p:nvPr/>
        </p:nvPicPr>
        <p:blipFill rotWithShape="1">
          <a:blip r:embed="rId6">
            <a:alphaModFix/>
          </a:blip>
          <a:srcRect b="0" l="0" r="0" t="0"/>
          <a:stretch/>
        </p:blipFill>
        <p:spPr>
          <a:xfrm>
            <a:off x="6961947" y="3158434"/>
            <a:ext cx="1598546" cy="241768"/>
          </a:xfrm>
          <a:prstGeom prst="rect">
            <a:avLst/>
          </a:prstGeom>
          <a:noFill/>
          <a:ln>
            <a:noFill/>
          </a:ln>
        </p:spPr>
      </p:pic>
      <p:sp>
        <p:nvSpPr>
          <p:cNvPr id="683" name="Google Shape;683;p36"/>
          <p:cNvSpPr txBox="1"/>
          <p:nvPr/>
        </p:nvSpPr>
        <p:spPr>
          <a:xfrm>
            <a:off x="1846906" y="2212153"/>
            <a:ext cx="1662661" cy="357486"/>
          </a:xfrm>
          <a:prstGeom prst="rect">
            <a:avLst/>
          </a:prstGeom>
          <a:noFill/>
          <a:ln>
            <a:noFill/>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chemeClr val="dk1"/>
              </a:buClr>
              <a:buSzPts val="1500"/>
              <a:buFont typeface="Arial"/>
              <a:buNone/>
            </a:pPr>
            <a:r>
              <a:rPr b="1" i="0" lang="pt-BR" sz="1100" u="none" cap="none" strike="noStrike">
                <a:solidFill>
                  <a:schemeClr val="lt1"/>
                </a:solidFill>
                <a:latin typeface="Work Sans"/>
                <a:ea typeface="Work Sans"/>
                <a:cs typeface="Work Sans"/>
                <a:sym typeface="Work Sans"/>
              </a:rPr>
              <a:t>ANO PASSADO (Y1)</a:t>
            </a:r>
            <a:endParaRPr b="0" i="0" sz="1100" u="none" cap="none" strike="noStrike">
              <a:solidFill>
                <a:schemeClr val="lt1"/>
              </a:solidFill>
              <a:latin typeface="Work Sans"/>
              <a:ea typeface="Work Sans"/>
              <a:cs typeface="Work Sans"/>
              <a:sym typeface="Work Sans"/>
            </a:endParaRPr>
          </a:p>
        </p:txBody>
      </p:sp>
      <p:sp>
        <p:nvSpPr>
          <p:cNvPr id="684" name="Google Shape;684;p36"/>
          <p:cNvSpPr txBox="1"/>
          <p:nvPr/>
        </p:nvSpPr>
        <p:spPr>
          <a:xfrm>
            <a:off x="1518916" y="2575220"/>
            <a:ext cx="2360668" cy="438551"/>
          </a:xfrm>
          <a:prstGeom prst="rect">
            <a:avLst/>
          </a:prstGeom>
          <a:noFill/>
          <a:ln>
            <a:noFill/>
          </a:ln>
        </p:spPr>
        <p:txBody>
          <a:bodyPr anchorCtr="0" anchor="t" bIns="91425" lIns="91425" spcFirstLastPara="1" rIns="91425" wrap="square" tIns="91425">
            <a:spAutoFit/>
          </a:bodyPr>
          <a:lstStyle/>
          <a:p>
            <a:pPr indent="0" lvl="0" marL="0" marR="0" rtl="0" algn="ctr">
              <a:lnSpc>
                <a:spcPct val="150000"/>
              </a:lnSpc>
              <a:spcBef>
                <a:spcPts val="0"/>
              </a:spcBef>
              <a:spcAft>
                <a:spcPts val="0"/>
              </a:spcAft>
              <a:buClr>
                <a:schemeClr val="dk1"/>
              </a:buClr>
              <a:buSzPts val="1400"/>
              <a:buFont typeface="Arial"/>
              <a:buNone/>
            </a:pPr>
            <a:r>
              <a:rPr b="0" i="0" lang="pt-BR" sz="1100" u="none" cap="none" strike="noStrike">
                <a:solidFill>
                  <a:schemeClr val="lt1"/>
                </a:solidFill>
                <a:latin typeface="Work Sans"/>
                <a:ea typeface="Work Sans"/>
                <a:cs typeface="Work Sans"/>
                <a:sym typeface="Work Sans"/>
              </a:rPr>
              <a:t>annual earnings = X</a:t>
            </a:r>
            <a:endParaRPr b="0" i="0" sz="1100" u="none" cap="none" strike="noStrike">
              <a:solidFill>
                <a:schemeClr val="lt1"/>
              </a:solidFill>
              <a:latin typeface="Work Sans"/>
              <a:ea typeface="Work Sans"/>
              <a:cs typeface="Work Sans"/>
              <a:sym typeface="Work Sans"/>
            </a:endParaRPr>
          </a:p>
        </p:txBody>
      </p:sp>
      <p:sp>
        <p:nvSpPr>
          <p:cNvPr id="685" name="Google Shape;685;p36"/>
          <p:cNvSpPr txBox="1"/>
          <p:nvPr/>
        </p:nvSpPr>
        <p:spPr>
          <a:xfrm>
            <a:off x="3975535" y="2212153"/>
            <a:ext cx="2360668" cy="353913"/>
          </a:xfrm>
          <a:prstGeom prst="rect">
            <a:avLst/>
          </a:prstGeom>
          <a:noFill/>
          <a:ln>
            <a:noFill/>
          </a:ln>
        </p:spPr>
        <p:txBody>
          <a:bodyPr anchorCtr="0" anchor="ctr" bIns="91425" lIns="91425" spcFirstLastPara="1" rIns="91425" wrap="square" tIns="91425">
            <a:spAutoFit/>
          </a:bodyPr>
          <a:lstStyle/>
          <a:p>
            <a:pPr indent="0" lvl="0" marL="0" marR="0" rtl="0" algn="ctr">
              <a:lnSpc>
                <a:spcPct val="100000"/>
              </a:lnSpc>
              <a:spcBef>
                <a:spcPts val="0"/>
              </a:spcBef>
              <a:spcAft>
                <a:spcPts val="0"/>
              </a:spcAft>
              <a:buClr>
                <a:schemeClr val="dk1"/>
              </a:buClr>
              <a:buSzPts val="1500"/>
              <a:buFont typeface="Arial"/>
              <a:buNone/>
            </a:pPr>
            <a:r>
              <a:rPr b="1" i="0" lang="pt-BR" sz="1100" u="none" cap="none" strike="noStrike">
                <a:solidFill>
                  <a:schemeClr val="lt1"/>
                </a:solidFill>
                <a:latin typeface="Work Sans"/>
                <a:ea typeface="Work Sans"/>
                <a:cs typeface="Work Sans"/>
                <a:sym typeface="Work Sans"/>
              </a:rPr>
              <a:t>ESTE ANO</a:t>
            </a:r>
            <a:endParaRPr b="0" i="0" sz="1100" u="none" cap="none" strike="noStrike">
              <a:solidFill>
                <a:schemeClr val="lt1"/>
              </a:solidFill>
              <a:latin typeface="Work Sans"/>
              <a:ea typeface="Work Sans"/>
              <a:cs typeface="Work Sans"/>
              <a:sym typeface="Work Sans"/>
            </a:endParaRPr>
          </a:p>
        </p:txBody>
      </p:sp>
      <p:sp>
        <p:nvSpPr>
          <p:cNvPr id="686" name="Google Shape;686;p36"/>
          <p:cNvSpPr txBox="1"/>
          <p:nvPr/>
        </p:nvSpPr>
        <p:spPr>
          <a:xfrm>
            <a:off x="4076608" y="3069610"/>
            <a:ext cx="2360668" cy="692467"/>
          </a:xfrm>
          <a:prstGeom prst="rect">
            <a:avLst/>
          </a:prstGeom>
          <a:noFill/>
          <a:ln>
            <a:noFill/>
          </a:ln>
        </p:spPr>
        <p:txBody>
          <a:bodyPr anchorCtr="0" anchor="t" bIns="91425" lIns="91425" spcFirstLastPara="1" rIns="91425" wrap="square" tIns="91425">
            <a:spAutoFit/>
          </a:bodyPr>
          <a:lstStyle/>
          <a:p>
            <a:pPr indent="0" lvl="0" marL="0" marR="0" rtl="0" algn="ctr">
              <a:lnSpc>
                <a:spcPct val="150000"/>
              </a:lnSpc>
              <a:spcBef>
                <a:spcPts val="0"/>
              </a:spcBef>
              <a:spcAft>
                <a:spcPts val="0"/>
              </a:spcAft>
              <a:buClr>
                <a:schemeClr val="dk1"/>
              </a:buClr>
              <a:buSzPts val="1400"/>
              <a:buFont typeface="Arial"/>
              <a:buNone/>
            </a:pPr>
            <a:r>
              <a:rPr b="0" i="0" lang="pt-BR" sz="1100" u="none" cap="none" strike="noStrike">
                <a:solidFill>
                  <a:schemeClr val="lt1"/>
                </a:solidFill>
                <a:latin typeface="Work Sans"/>
                <a:ea typeface="Work Sans"/>
                <a:cs typeface="Work Sans"/>
                <a:sym typeface="Work Sans"/>
              </a:rPr>
              <a:t>savings = S2 = 12% of Y</a:t>
            </a:r>
            <a:endParaRPr b="0" i="0" sz="1100" u="none" cap="none" strike="noStrike">
              <a:solidFill>
                <a:schemeClr val="lt1"/>
              </a:solidFill>
              <a:latin typeface="Work Sans"/>
              <a:ea typeface="Work Sans"/>
              <a:cs typeface="Work Sans"/>
              <a:sym typeface="Work Sans"/>
            </a:endParaRPr>
          </a:p>
          <a:p>
            <a:pPr indent="0" lvl="0" marL="0" marR="0" rtl="0" algn="ctr">
              <a:lnSpc>
                <a:spcPct val="150000"/>
              </a:lnSpc>
              <a:spcBef>
                <a:spcPts val="0"/>
              </a:spcBef>
              <a:spcAft>
                <a:spcPts val="0"/>
              </a:spcAft>
              <a:buClr>
                <a:schemeClr val="dk1"/>
              </a:buClr>
              <a:buSzPts val="1400"/>
              <a:buFont typeface="Arial"/>
              <a:buNone/>
            </a:pPr>
            <a:r>
              <a:rPr b="0" i="0" lang="pt-BR" sz="1100" u="none" cap="none" strike="noStrike">
                <a:solidFill>
                  <a:schemeClr val="lt1"/>
                </a:solidFill>
                <a:latin typeface="Work Sans"/>
                <a:ea typeface="Work Sans"/>
                <a:cs typeface="Work Sans"/>
                <a:sym typeface="Work Sans"/>
              </a:rPr>
              <a:t>savings = 12% of 105% of X</a:t>
            </a:r>
            <a:endParaRPr b="0" i="0" sz="1100" u="none" cap="none" strike="noStrike">
              <a:solidFill>
                <a:schemeClr val="lt1"/>
              </a:solidFill>
              <a:latin typeface="Work Sans"/>
              <a:ea typeface="Work Sans"/>
              <a:cs typeface="Work Sans"/>
              <a:sym typeface="Work Sans"/>
            </a:endParaRPr>
          </a:p>
        </p:txBody>
      </p:sp>
      <p:sp>
        <p:nvSpPr>
          <p:cNvPr id="687" name="Google Shape;687;p36"/>
          <p:cNvSpPr txBox="1"/>
          <p:nvPr/>
        </p:nvSpPr>
        <p:spPr>
          <a:xfrm>
            <a:off x="1528762" y="3043784"/>
            <a:ext cx="2360668" cy="438551"/>
          </a:xfrm>
          <a:prstGeom prst="rect">
            <a:avLst/>
          </a:prstGeom>
          <a:noFill/>
          <a:ln>
            <a:noFill/>
          </a:ln>
        </p:spPr>
        <p:txBody>
          <a:bodyPr anchorCtr="0" anchor="t" bIns="91425" lIns="91425" spcFirstLastPara="1" rIns="91425" wrap="square" tIns="91425">
            <a:spAutoFit/>
          </a:bodyPr>
          <a:lstStyle/>
          <a:p>
            <a:pPr indent="0" lvl="0" marL="0" marR="0" rtl="0" algn="ctr">
              <a:lnSpc>
                <a:spcPct val="150000"/>
              </a:lnSpc>
              <a:spcBef>
                <a:spcPts val="0"/>
              </a:spcBef>
              <a:spcAft>
                <a:spcPts val="0"/>
              </a:spcAft>
              <a:buClr>
                <a:schemeClr val="dk1"/>
              </a:buClr>
              <a:buSzPts val="1400"/>
              <a:buFont typeface="Arial"/>
              <a:buNone/>
            </a:pPr>
            <a:r>
              <a:rPr b="0" i="0" lang="pt-BR" sz="1100" u="none" cap="none" strike="noStrike">
                <a:solidFill>
                  <a:schemeClr val="lt1"/>
                </a:solidFill>
                <a:latin typeface="Work Sans"/>
                <a:ea typeface="Work Sans"/>
                <a:cs typeface="Work Sans"/>
                <a:sym typeface="Work Sans"/>
              </a:rPr>
              <a:t>savings = S1 = 10% of X</a:t>
            </a:r>
            <a:endParaRPr b="0" i="0" sz="1100" u="none" cap="none" strike="noStrike">
              <a:solidFill>
                <a:schemeClr val="lt1"/>
              </a:solidFill>
              <a:latin typeface="Work Sans"/>
              <a:ea typeface="Work Sans"/>
              <a:cs typeface="Work Sans"/>
              <a:sym typeface="Work Sans"/>
            </a:endParaRPr>
          </a:p>
        </p:txBody>
      </p:sp>
      <p:sp>
        <p:nvSpPr>
          <p:cNvPr id="688" name="Google Shape;688;p36"/>
          <p:cNvSpPr txBox="1"/>
          <p:nvPr/>
        </p:nvSpPr>
        <p:spPr>
          <a:xfrm>
            <a:off x="6589359" y="2198327"/>
            <a:ext cx="2360668" cy="353913"/>
          </a:xfrm>
          <a:prstGeom prst="rect">
            <a:avLst/>
          </a:prstGeom>
          <a:noFill/>
          <a:ln>
            <a:noFill/>
          </a:ln>
        </p:spPr>
        <p:txBody>
          <a:bodyPr anchorCtr="0" anchor="ctr" bIns="91425" lIns="91425" spcFirstLastPara="1" rIns="91425" wrap="square" tIns="91425">
            <a:spAutoFit/>
          </a:bodyPr>
          <a:lstStyle/>
          <a:p>
            <a:pPr indent="0" lvl="0" marL="0" marR="0" rtl="0" algn="ctr">
              <a:lnSpc>
                <a:spcPct val="100000"/>
              </a:lnSpc>
              <a:spcBef>
                <a:spcPts val="0"/>
              </a:spcBef>
              <a:spcAft>
                <a:spcPts val="0"/>
              </a:spcAft>
              <a:buClr>
                <a:schemeClr val="dk1"/>
              </a:buClr>
              <a:buSzPts val="1500"/>
              <a:buFont typeface="Arial"/>
              <a:buNone/>
            </a:pPr>
            <a:r>
              <a:rPr b="1" i="0" lang="pt-BR" sz="1100" u="none" cap="none" strike="noStrike">
                <a:solidFill>
                  <a:schemeClr val="lt1"/>
                </a:solidFill>
                <a:latin typeface="Work Sans"/>
                <a:ea typeface="Work Sans"/>
                <a:cs typeface="Work Sans"/>
                <a:sym typeface="Work Sans"/>
              </a:rPr>
              <a:t>EQUACIONANDO…</a:t>
            </a:r>
            <a:endParaRPr b="0" i="0" sz="1100" u="none" cap="none" strike="noStrike">
              <a:solidFill>
                <a:schemeClr val="lt1"/>
              </a:solidFill>
              <a:latin typeface="Work Sans"/>
              <a:ea typeface="Work Sans"/>
              <a:cs typeface="Work Sans"/>
              <a:sym typeface="Work Sans"/>
            </a:endParaRPr>
          </a:p>
        </p:txBody>
      </p:sp>
      <p:sp>
        <p:nvSpPr>
          <p:cNvPr id="689" name="Google Shape;689;p36"/>
          <p:cNvSpPr txBox="1"/>
          <p:nvPr/>
        </p:nvSpPr>
        <p:spPr>
          <a:xfrm>
            <a:off x="4065093" y="2539848"/>
            <a:ext cx="2360668" cy="692467"/>
          </a:xfrm>
          <a:prstGeom prst="rect">
            <a:avLst/>
          </a:prstGeom>
          <a:noFill/>
          <a:ln>
            <a:noFill/>
          </a:ln>
        </p:spPr>
        <p:txBody>
          <a:bodyPr anchorCtr="0" anchor="t" bIns="91425" lIns="91425" spcFirstLastPara="1" rIns="91425" wrap="square" tIns="91425">
            <a:spAutoFit/>
          </a:bodyPr>
          <a:lstStyle/>
          <a:p>
            <a:pPr indent="0" lvl="0" marL="0" marR="0" rtl="0" algn="ctr">
              <a:lnSpc>
                <a:spcPct val="150000"/>
              </a:lnSpc>
              <a:spcBef>
                <a:spcPts val="0"/>
              </a:spcBef>
              <a:spcAft>
                <a:spcPts val="0"/>
              </a:spcAft>
              <a:buClr>
                <a:schemeClr val="dk1"/>
              </a:buClr>
              <a:buSzPts val="1400"/>
              <a:buFont typeface="Arial"/>
              <a:buNone/>
            </a:pPr>
            <a:r>
              <a:rPr b="0" i="0" lang="pt-BR" sz="1100" u="none" cap="none" strike="noStrike">
                <a:solidFill>
                  <a:schemeClr val="lt1"/>
                </a:solidFill>
                <a:latin typeface="Work Sans"/>
                <a:ea typeface="Work Sans"/>
                <a:cs typeface="Work Sans"/>
                <a:sym typeface="Work Sans"/>
              </a:rPr>
              <a:t>annual earnings = Y</a:t>
            </a:r>
            <a:endParaRPr b="0" i="0" sz="1100" u="none" cap="none" strike="noStrike">
              <a:solidFill>
                <a:schemeClr val="lt1"/>
              </a:solidFill>
              <a:latin typeface="Work Sans"/>
              <a:ea typeface="Work Sans"/>
              <a:cs typeface="Work Sans"/>
              <a:sym typeface="Work Sans"/>
            </a:endParaRPr>
          </a:p>
          <a:p>
            <a:pPr indent="0" lvl="0" marL="0" marR="0" rtl="0" algn="ctr">
              <a:lnSpc>
                <a:spcPct val="150000"/>
              </a:lnSpc>
              <a:spcBef>
                <a:spcPts val="0"/>
              </a:spcBef>
              <a:spcAft>
                <a:spcPts val="0"/>
              </a:spcAft>
              <a:buClr>
                <a:schemeClr val="dk1"/>
              </a:buClr>
              <a:buSzPts val="1400"/>
              <a:buFont typeface="Arial"/>
              <a:buNone/>
            </a:pPr>
            <a:r>
              <a:rPr b="0" i="0" lang="pt-BR" sz="1100" u="none" cap="none" strike="noStrike">
                <a:solidFill>
                  <a:schemeClr val="lt1"/>
                </a:solidFill>
                <a:latin typeface="Work Sans"/>
                <a:ea typeface="Work Sans"/>
                <a:cs typeface="Work Sans"/>
                <a:sym typeface="Work Sans"/>
              </a:rPr>
              <a:t>Y = 105% of X</a:t>
            </a:r>
            <a:endParaRPr b="0" i="0" sz="1100" u="none" cap="none" strike="noStrike">
              <a:solidFill>
                <a:schemeClr val="lt1"/>
              </a:solidFill>
              <a:latin typeface="Work Sans"/>
              <a:ea typeface="Work Sans"/>
              <a:cs typeface="Work Sans"/>
              <a:sym typeface="Work Sans"/>
            </a:endParaRPr>
          </a:p>
        </p:txBody>
      </p:sp>
      <p:cxnSp>
        <p:nvCxnSpPr>
          <p:cNvPr id="690" name="Google Shape;690;p36"/>
          <p:cNvCxnSpPr/>
          <p:nvPr/>
        </p:nvCxnSpPr>
        <p:spPr>
          <a:xfrm>
            <a:off x="3969142" y="2263623"/>
            <a:ext cx="9846" cy="1419821"/>
          </a:xfrm>
          <a:prstGeom prst="straightConnector1">
            <a:avLst/>
          </a:prstGeom>
          <a:noFill/>
          <a:ln cap="flat" cmpd="sng" w="19050">
            <a:solidFill>
              <a:schemeClr val="dk1"/>
            </a:solidFill>
            <a:prstDash val="dash"/>
            <a:round/>
            <a:headEnd len="sm" w="sm" type="none"/>
            <a:tailEnd len="sm" w="sm" type="none"/>
          </a:ln>
        </p:spPr>
      </p:cxnSp>
      <p:cxnSp>
        <p:nvCxnSpPr>
          <p:cNvPr id="691" name="Google Shape;691;p36"/>
          <p:cNvCxnSpPr/>
          <p:nvPr/>
        </p:nvCxnSpPr>
        <p:spPr>
          <a:xfrm>
            <a:off x="6495628" y="2263623"/>
            <a:ext cx="0" cy="1419821"/>
          </a:xfrm>
          <a:prstGeom prst="straightConnector1">
            <a:avLst/>
          </a:prstGeom>
          <a:noFill/>
          <a:ln cap="flat" cmpd="sng" w="19050">
            <a:solidFill>
              <a:schemeClr val="dk1"/>
            </a:solidFill>
            <a:prstDash val="dash"/>
            <a:round/>
            <a:headEnd len="sm" w="sm" type="none"/>
            <a:tailEnd len="sm" w="sm" type="none"/>
          </a:ln>
        </p:spPr>
      </p:cxnSp>
      <p:grpSp>
        <p:nvGrpSpPr>
          <p:cNvPr id="692" name="Google Shape;692;p36"/>
          <p:cNvGrpSpPr/>
          <p:nvPr/>
        </p:nvGrpSpPr>
        <p:grpSpPr>
          <a:xfrm>
            <a:off x="540899" y="2773430"/>
            <a:ext cx="853525" cy="240341"/>
            <a:chOff x="271410" y="3520307"/>
            <a:chExt cx="1154562" cy="241200"/>
          </a:xfrm>
        </p:grpSpPr>
        <p:sp>
          <p:nvSpPr>
            <p:cNvPr id="693" name="Google Shape;693;p36"/>
            <p:cNvSpPr/>
            <p:nvPr/>
          </p:nvSpPr>
          <p:spPr>
            <a:xfrm>
              <a:off x="619572" y="3520307"/>
              <a:ext cx="806400" cy="241200"/>
            </a:xfrm>
            <a:prstGeom prst="roundRect">
              <a:avLst>
                <a:gd fmla="val 16667" name="adj"/>
              </a:avLst>
            </a:prstGeom>
            <a:noFill/>
            <a:ln cap="flat" cmpd="sng" w="19050">
              <a:solidFill>
                <a:srgbClr val="00DF7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100" u="none" cap="none" strike="noStrike">
                <a:solidFill>
                  <a:schemeClr val="lt1"/>
                </a:solidFill>
                <a:latin typeface="Work Sans"/>
                <a:ea typeface="Work Sans"/>
                <a:cs typeface="Work Sans"/>
                <a:sym typeface="Work Sans"/>
              </a:endParaRPr>
            </a:p>
          </p:txBody>
        </p:sp>
        <p:pic>
          <p:nvPicPr>
            <p:cNvPr id="694" name="Google Shape;694;p36"/>
            <p:cNvPicPr preferRelativeResize="0"/>
            <p:nvPr/>
          </p:nvPicPr>
          <p:blipFill rotWithShape="1">
            <a:blip r:embed="rId7">
              <a:alphaModFix/>
            </a:blip>
            <a:srcRect b="0" l="0" r="0" t="0"/>
            <a:stretch/>
          </p:blipFill>
          <p:spPr>
            <a:xfrm>
              <a:off x="271410" y="3547160"/>
              <a:ext cx="256540" cy="187485"/>
            </a:xfrm>
            <a:prstGeom prst="rect">
              <a:avLst/>
            </a:prstGeom>
            <a:noFill/>
            <a:ln>
              <a:noFill/>
            </a:ln>
          </p:spPr>
        </p:pic>
      </p:grpSp>
      <p:sp>
        <p:nvSpPr>
          <p:cNvPr id="695" name="Google Shape;695;p36"/>
          <p:cNvSpPr/>
          <p:nvPr/>
        </p:nvSpPr>
        <p:spPr>
          <a:xfrm>
            <a:off x="2880022" y="4078076"/>
            <a:ext cx="295083" cy="252000"/>
          </a:xfrm>
          <a:prstGeom prst="rightArrow">
            <a:avLst>
              <a:gd fmla="val 50000" name="adj1"/>
              <a:gd fmla="val 50000" name="adj2"/>
            </a:avLst>
          </a:prstGeom>
          <a:solidFill>
            <a:srgbClr val="C0000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chemeClr val="dk1"/>
              </a:buClr>
              <a:buSzPts val="1800"/>
              <a:buFont typeface="Calibri"/>
              <a:buNone/>
            </a:pPr>
            <a:r>
              <a:t/>
            </a:r>
            <a:endParaRPr b="0" i="0" sz="1100" u="none" cap="none" strike="noStrike">
              <a:solidFill>
                <a:schemeClr val="lt1"/>
              </a:solidFill>
              <a:latin typeface="Work Sans"/>
              <a:ea typeface="Work Sans"/>
              <a:cs typeface="Work Sans"/>
              <a:sym typeface="Work Sans"/>
            </a:endParaRPr>
          </a:p>
        </p:txBody>
      </p:sp>
      <p:pic>
        <p:nvPicPr>
          <p:cNvPr id="696" name="Google Shape;696;p36"/>
          <p:cNvPicPr preferRelativeResize="0"/>
          <p:nvPr/>
        </p:nvPicPr>
        <p:blipFill rotWithShape="1">
          <a:blip r:embed="rId8">
            <a:alphaModFix/>
          </a:blip>
          <a:srcRect b="0" l="0" r="0" t="0"/>
          <a:stretch/>
        </p:blipFill>
        <p:spPr>
          <a:xfrm>
            <a:off x="3543648" y="4330655"/>
            <a:ext cx="1872830" cy="150452"/>
          </a:xfrm>
          <a:prstGeom prst="rect">
            <a:avLst/>
          </a:prstGeom>
          <a:noFill/>
          <a:ln>
            <a:noFill/>
          </a:ln>
        </p:spPr>
      </p:pic>
      <p:pic>
        <p:nvPicPr>
          <p:cNvPr id="697" name="Google Shape;697;p36"/>
          <p:cNvPicPr preferRelativeResize="0"/>
          <p:nvPr/>
        </p:nvPicPr>
        <p:blipFill rotWithShape="1">
          <a:blip r:embed="rId9">
            <a:alphaModFix/>
          </a:blip>
          <a:srcRect b="0" l="0" r="0" t="0"/>
          <a:stretch/>
        </p:blipFill>
        <p:spPr>
          <a:xfrm>
            <a:off x="3566621" y="4022937"/>
            <a:ext cx="1805943" cy="150452"/>
          </a:xfrm>
          <a:prstGeom prst="rect">
            <a:avLst/>
          </a:prstGeom>
          <a:noFill/>
          <a:ln>
            <a:noFill/>
          </a:ln>
        </p:spPr>
      </p:pic>
      <p:sp>
        <p:nvSpPr>
          <p:cNvPr id="698" name="Google Shape;698;p36"/>
          <p:cNvSpPr/>
          <p:nvPr/>
        </p:nvSpPr>
        <p:spPr>
          <a:xfrm>
            <a:off x="5764080" y="4098163"/>
            <a:ext cx="295083" cy="252000"/>
          </a:xfrm>
          <a:prstGeom prst="rightArrow">
            <a:avLst>
              <a:gd fmla="val 50000" name="adj1"/>
              <a:gd fmla="val 50000" name="adj2"/>
            </a:avLst>
          </a:prstGeom>
          <a:solidFill>
            <a:srgbClr val="C0000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chemeClr val="dk1"/>
              </a:buClr>
              <a:buSzPts val="1800"/>
              <a:buFont typeface="Calibri"/>
              <a:buNone/>
            </a:pPr>
            <a:r>
              <a:t/>
            </a:r>
            <a:endParaRPr b="0" i="0" sz="1100" u="none" cap="none" strike="noStrike">
              <a:solidFill>
                <a:schemeClr val="lt1"/>
              </a:solidFill>
              <a:latin typeface="Work Sans"/>
              <a:ea typeface="Work Sans"/>
              <a:cs typeface="Work Sans"/>
              <a:sym typeface="Work Sans"/>
            </a:endParaRPr>
          </a:p>
        </p:txBody>
      </p:sp>
      <p:grpSp>
        <p:nvGrpSpPr>
          <p:cNvPr id="699" name="Google Shape;699;p36"/>
          <p:cNvGrpSpPr/>
          <p:nvPr/>
        </p:nvGrpSpPr>
        <p:grpSpPr>
          <a:xfrm>
            <a:off x="6336732" y="3973139"/>
            <a:ext cx="1779770" cy="541627"/>
            <a:chOff x="7241488" y="4950000"/>
            <a:chExt cx="2448000" cy="648000"/>
          </a:xfrm>
        </p:grpSpPr>
        <p:pic>
          <p:nvPicPr>
            <p:cNvPr id="700" name="Google Shape;700;p36"/>
            <p:cNvPicPr preferRelativeResize="0"/>
            <p:nvPr/>
          </p:nvPicPr>
          <p:blipFill rotWithShape="1">
            <a:blip r:embed="rId10">
              <a:alphaModFix/>
            </a:blip>
            <a:srcRect b="0" l="0" r="0" t="0"/>
            <a:stretch/>
          </p:blipFill>
          <p:spPr>
            <a:xfrm>
              <a:off x="7359300" y="5040000"/>
              <a:ext cx="2212364" cy="468000"/>
            </a:xfrm>
            <a:prstGeom prst="rect">
              <a:avLst/>
            </a:prstGeom>
            <a:noFill/>
            <a:ln>
              <a:noFill/>
            </a:ln>
          </p:spPr>
        </p:pic>
        <p:sp>
          <p:nvSpPr>
            <p:cNvPr id="701" name="Google Shape;701;p36"/>
            <p:cNvSpPr/>
            <p:nvPr/>
          </p:nvSpPr>
          <p:spPr>
            <a:xfrm>
              <a:off x="7241488" y="4950000"/>
              <a:ext cx="2448000" cy="648000"/>
            </a:xfrm>
            <a:prstGeom prst="rect">
              <a:avLst/>
            </a:prstGeom>
            <a:noFill/>
            <a:ln cap="flat" cmpd="sng" w="19050">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chemeClr val="dk1"/>
                </a:buClr>
                <a:buSzPts val="1800"/>
                <a:buFont typeface="Calibri"/>
                <a:buNone/>
              </a:pPr>
              <a:r>
                <a:t/>
              </a:r>
              <a:endParaRPr b="0" i="0" sz="1100" u="none" cap="none" strike="noStrike">
                <a:solidFill>
                  <a:schemeClr val="lt1"/>
                </a:solidFill>
                <a:latin typeface="Work Sans"/>
                <a:ea typeface="Work Sans"/>
                <a:cs typeface="Work Sans"/>
                <a:sym typeface="Work Sans"/>
              </a:endParaRPr>
            </a:p>
          </p:txBody>
        </p:sp>
      </p:grpSp>
      <p:sp>
        <p:nvSpPr>
          <p:cNvPr id="702" name="Google Shape;702;p36"/>
          <p:cNvSpPr txBox="1"/>
          <p:nvPr/>
        </p:nvSpPr>
        <p:spPr>
          <a:xfrm>
            <a:off x="0" y="4825425"/>
            <a:ext cx="4862100" cy="276900"/>
          </a:xfrm>
          <a:prstGeom prst="rect">
            <a:avLst/>
          </a:prstGeom>
          <a:noFill/>
          <a:ln>
            <a:noFill/>
          </a:ln>
        </p:spPr>
        <p:txBody>
          <a:bodyPr anchorCtr="0" anchor="t" bIns="68550" lIns="137125" spcFirstLastPara="1" rIns="137125" wrap="square" tIns="68550">
            <a:spAutoFit/>
          </a:bodyPr>
          <a:lstStyle/>
          <a:p>
            <a:pPr indent="0" lvl="0" marL="0" marR="0" rtl="0" algn="l">
              <a:lnSpc>
                <a:spcPct val="100000"/>
              </a:lnSpc>
              <a:spcBef>
                <a:spcPts val="0"/>
              </a:spcBef>
              <a:spcAft>
                <a:spcPts val="0"/>
              </a:spcAft>
              <a:buClr>
                <a:srgbClr val="000000"/>
              </a:buClr>
              <a:buSzPts val="900"/>
              <a:buFont typeface="Arial"/>
              <a:buNone/>
            </a:pPr>
            <a:r>
              <a:rPr b="1" i="0" lang="pt-BR" sz="900" u="none" cap="none" strike="noStrike">
                <a:solidFill>
                  <a:srgbClr val="000000"/>
                </a:solidFill>
                <a:latin typeface="Arial"/>
                <a:ea typeface="Arial"/>
                <a:cs typeface="Arial"/>
                <a:sym typeface="Arial"/>
              </a:rPr>
              <a:t>Prep4Consulting 2026.2 </a:t>
            </a:r>
            <a:r>
              <a:rPr b="0" i="0" lang="pt-BR" sz="900" u="none" cap="none" strike="noStrike">
                <a:solidFill>
                  <a:srgbClr val="000000"/>
                </a:solidFill>
                <a:latin typeface="Arial"/>
                <a:ea typeface="Arial"/>
                <a:cs typeface="Arial"/>
                <a:sym typeface="Arial"/>
              </a:rPr>
              <a:t>| GMAT: Estrutura da Prova</a:t>
            </a:r>
            <a:endParaRPr b="0" i="0" sz="900" u="none" cap="none" strike="noStrike">
              <a:solidFill>
                <a:srgbClr val="000000"/>
              </a:solidFill>
              <a:latin typeface="Arial"/>
              <a:ea typeface="Arial"/>
              <a:cs typeface="Arial"/>
              <a:sym typeface="Arial"/>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683"/>
                                        </p:tgtEl>
                                        <p:attrNameLst>
                                          <p:attrName>style.visibility</p:attrName>
                                        </p:attrNameLst>
                                      </p:cBhvr>
                                      <p:to>
                                        <p:strVal val="visible"/>
                                      </p:to>
                                    </p:set>
                                  </p:childTnLst>
                                </p:cTn>
                              </p:par>
                              <p:par>
                                <p:cTn fill="hold" nodeType="withEffect" presetClass="entr" presetID="1" presetSubtype="0">
                                  <p:stCondLst>
                                    <p:cond delay="0"/>
                                  </p:stCondLst>
                                  <p:childTnLst>
                                    <p:set>
                                      <p:cBhvr>
                                        <p:cTn dur="1" fill="hold">
                                          <p:stCondLst>
                                            <p:cond delay="0"/>
                                          </p:stCondLst>
                                        </p:cTn>
                                        <p:tgtEl>
                                          <p:spTgt spid="690"/>
                                        </p:tgtEl>
                                        <p:attrNameLst>
                                          <p:attrName>style.visibility</p:attrName>
                                        </p:attrNameLst>
                                      </p:cBhvr>
                                      <p:to>
                                        <p:strVal val="visible"/>
                                      </p:to>
                                    </p:set>
                                  </p:childTnLst>
                                </p:cTn>
                              </p:par>
                              <p:par>
                                <p:cTn fill="hold" nodeType="withEffect" presetClass="entr" presetID="1" presetSubtype="0">
                                  <p:stCondLst>
                                    <p:cond delay="0"/>
                                  </p:stCondLst>
                                  <p:childTnLst>
                                    <p:set>
                                      <p:cBhvr>
                                        <p:cTn dur="1" fill="hold">
                                          <p:stCondLst>
                                            <p:cond delay="0"/>
                                          </p:stCondLst>
                                        </p:cTn>
                                        <p:tgtEl>
                                          <p:spTgt spid="685"/>
                                        </p:tgtEl>
                                        <p:attrNameLst>
                                          <p:attrName>style.visibility</p:attrName>
                                        </p:attrNameLst>
                                      </p:cBhvr>
                                      <p:to>
                                        <p:strVal val="visible"/>
                                      </p:to>
                                    </p:set>
                                  </p:childTnLst>
                                </p:cTn>
                              </p:par>
                              <p:par>
                                <p:cTn fill="hold" nodeType="withEffect" presetClass="entr" presetID="1" presetSubtype="0">
                                  <p:stCondLst>
                                    <p:cond delay="0"/>
                                  </p:stCondLst>
                                  <p:childTnLst>
                                    <p:set>
                                      <p:cBhvr>
                                        <p:cTn dur="1" fill="hold">
                                          <p:stCondLst>
                                            <p:cond delay="0"/>
                                          </p:stCondLst>
                                        </p:cTn>
                                        <p:tgtEl>
                                          <p:spTgt spid="691"/>
                                        </p:tgtEl>
                                        <p:attrNameLst>
                                          <p:attrName>style.visibility</p:attrName>
                                        </p:attrNameLst>
                                      </p:cBhvr>
                                      <p:to>
                                        <p:strVal val="visible"/>
                                      </p:to>
                                    </p:set>
                                  </p:childTnLst>
                                </p:cTn>
                              </p:par>
                              <p:par>
                                <p:cTn fill="hold" nodeType="withEffect" presetClass="entr" presetID="1" presetSubtype="0">
                                  <p:stCondLst>
                                    <p:cond delay="0"/>
                                  </p:stCondLst>
                                  <p:childTnLst>
                                    <p:set>
                                      <p:cBhvr>
                                        <p:cTn dur="1" fill="hold">
                                          <p:stCondLst>
                                            <p:cond delay="0"/>
                                          </p:stCondLst>
                                        </p:cTn>
                                        <p:tgtEl>
                                          <p:spTgt spid="688"/>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684"/>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687"/>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689"/>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686"/>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681"/>
                                        </p:tgtEl>
                                        <p:attrNameLst>
                                          <p:attrName>style.visibility</p:attrName>
                                        </p:attrNameLst>
                                      </p:cBhvr>
                                      <p:to>
                                        <p:strVal val="visible"/>
                                      </p:to>
                                    </p:set>
                                  </p:childTnLst>
                                </p:cTn>
                              </p:par>
                              <p:par>
                                <p:cTn fill="hold" nodeType="withEffect" presetClass="entr" presetID="1" presetSubtype="0">
                                  <p:stCondLst>
                                    <p:cond delay="0"/>
                                  </p:stCondLst>
                                  <p:childTnLst>
                                    <p:set>
                                      <p:cBhvr>
                                        <p:cTn dur="1" fill="hold">
                                          <p:stCondLst>
                                            <p:cond delay="0"/>
                                          </p:stCondLst>
                                        </p:cTn>
                                        <p:tgtEl>
                                          <p:spTgt spid="682"/>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680"/>
                                        </p:tgtEl>
                                        <p:attrNameLst>
                                          <p:attrName>style.visibility</p:attrName>
                                        </p:attrNameLst>
                                      </p:cBhvr>
                                      <p:to>
                                        <p:strVal val="visible"/>
                                      </p:to>
                                    </p:set>
                                    <p:animEffect filter="fade" transition="in">
                                      <p:cBhvr>
                                        <p:cTn dur="500"/>
                                        <p:tgtEl>
                                          <p:spTgt spid="680"/>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695"/>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697"/>
                                        </p:tgtEl>
                                        <p:attrNameLst>
                                          <p:attrName>style.visibility</p:attrName>
                                        </p:attrNameLst>
                                      </p:cBhvr>
                                      <p:to>
                                        <p:strVal val="visible"/>
                                      </p:to>
                                    </p:set>
                                  </p:childTnLst>
                                </p:cTn>
                              </p:par>
                              <p:par>
                                <p:cTn fill="hold" nodeType="withEffect" presetClass="entr" presetID="1" presetSubtype="0">
                                  <p:stCondLst>
                                    <p:cond delay="0"/>
                                  </p:stCondLst>
                                  <p:childTnLst>
                                    <p:set>
                                      <p:cBhvr>
                                        <p:cTn dur="1" fill="hold">
                                          <p:stCondLst>
                                            <p:cond delay="0"/>
                                          </p:stCondLst>
                                        </p:cTn>
                                        <p:tgtEl>
                                          <p:spTgt spid="696"/>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698"/>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699"/>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692"/>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06" name="Shape 706"/>
        <p:cNvGrpSpPr/>
        <p:nvPr/>
      </p:nvGrpSpPr>
      <p:grpSpPr>
        <a:xfrm>
          <a:off x="0" y="0"/>
          <a:ext cx="0" cy="0"/>
          <a:chOff x="0" y="0"/>
          <a:chExt cx="0" cy="0"/>
        </a:xfrm>
      </p:grpSpPr>
      <p:sp>
        <p:nvSpPr>
          <p:cNvPr id="707" name="Google Shape;707;p37"/>
          <p:cNvSpPr txBox="1"/>
          <p:nvPr>
            <p:ph idx="4294967295" type="title"/>
          </p:nvPr>
        </p:nvSpPr>
        <p:spPr>
          <a:xfrm>
            <a:off x="722375" y="384050"/>
            <a:ext cx="5052900" cy="5760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3000"/>
              <a:buNone/>
            </a:pPr>
            <a:r>
              <a:rPr lang="pt-BR"/>
              <a:t>REVISÃO DE MATEMÁTICA</a:t>
            </a:r>
            <a:endParaRPr/>
          </a:p>
        </p:txBody>
      </p:sp>
      <p:sp>
        <p:nvSpPr>
          <p:cNvPr id="708" name="Google Shape;708;p37"/>
          <p:cNvSpPr txBox="1"/>
          <p:nvPr/>
        </p:nvSpPr>
        <p:spPr>
          <a:xfrm>
            <a:off x="4281900" y="4825425"/>
            <a:ext cx="4862100" cy="276900"/>
          </a:xfrm>
          <a:prstGeom prst="rect">
            <a:avLst/>
          </a:prstGeom>
          <a:noFill/>
          <a:ln>
            <a:noFill/>
          </a:ln>
        </p:spPr>
        <p:txBody>
          <a:bodyPr anchorCtr="0" anchor="t" bIns="68550" lIns="137125" spcFirstLastPara="1" rIns="137125" wrap="square" tIns="68550">
            <a:spAutoFit/>
          </a:bodyPr>
          <a:lstStyle/>
          <a:p>
            <a:pPr indent="0" lvl="0" marL="0" marR="0" rtl="0" algn="r">
              <a:lnSpc>
                <a:spcPct val="100000"/>
              </a:lnSpc>
              <a:spcBef>
                <a:spcPts val="0"/>
              </a:spcBef>
              <a:spcAft>
                <a:spcPts val="0"/>
              </a:spcAft>
              <a:buClr>
                <a:srgbClr val="000000"/>
              </a:buClr>
              <a:buSzPts val="900"/>
              <a:buFont typeface="Arial"/>
              <a:buNone/>
            </a:pPr>
            <a:r>
              <a:rPr b="0" i="0" lang="pt-BR" sz="900" u="none" cap="none" strike="noStrike">
                <a:solidFill>
                  <a:srgbClr val="000000"/>
                </a:solidFill>
                <a:latin typeface="Arial"/>
                <a:ea typeface="Arial"/>
                <a:cs typeface="Arial"/>
                <a:sym typeface="Arial"/>
              </a:rPr>
              <a:t>Copyright © 2026 Clube de Consultoria Universitário. All rights reserved.</a:t>
            </a:r>
            <a:endParaRPr b="0" i="0" sz="900" u="none" cap="none" strike="noStrike">
              <a:solidFill>
                <a:srgbClr val="000000"/>
              </a:solidFill>
              <a:latin typeface="Arial"/>
              <a:ea typeface="Arial"/>
              <a:cs typeface="Arial"/>
              <a:sym typeface="Arial"/>
            </a:endParaRPr>
          </a:p>
        </p:txBody>
      </p:sp>
      <p:grpSp>
        <p:nvGrpSpPr>
          <p:cNvPr id="709" name="Google Shape;709;p37"/>
          <p:cNvGrpSpPr/>
          <p:nvPr/>
        </p:nvGrpSpPr>
        <p:grpSpPr>
          <a:xfrm>
            <a:off x="339712" y="888243"/>
            <a:ext cx="2825326" cy="397001"/>
            <a:chOff x="938974" y="1053283"/>
            <a:chExt cx="4201831" cy="575247"/>
          </a:xfrm>
        </p:grpSpPr>
        <p:sp>
          <p:nvSpPr>
            <p:cNvPr id="710" name="Google Shape;710;p37"/>
            <p:cNvSpPr txBox="1"/>
            <p:nvPr/>
          </p:nvSpPr>
          <p:spPr>
            <a:xfrm>
              <a:off x="1526531" y="1053283"/>
              <a:ext cx="3614274" cy="575247"/>
            </a:xfrm>
            <a:prstGeom prst="rect">
              <a:avLst/>
            </a:prstGeom>
            <a:noFill/>
            <a:ln>
              <a:noFill/>
            </a:ln>
          </p:spPr>
          <p:txBody>
            <a:bodyPr anchorCtr="0" anchor="t" bIns="91425" lIns="91425" spcFirstLastPara="1" rIns="91425" wrap="square" tIns="91425">
              <a:spAutoFit/>
            </a:bodyPr>
            <a:lstStyle/>
            <a:p>
              <a:pPr indent="0" lvl="0" marL="0" marR="0" rtl="0" algn="l">
                <a:lnSpc>
                  <a:spcPct val="115000"/>
                </a:lnSpc>
                <a:spcBef>
                  <a:spcPts val="0"/>
                </a:spcBef>
                <a:spcAft>
                  <a:spcPts val="0"/>
                </a:spcAft>
                <a:buClr>
                  <a:srgbClr val="000000"/>
                </a:buClr>
                <a:buSzPts val="2000"/>
                <a:buFont typeface="Arial"/>
                <a:buNone/>
              </a:pPr>
              <a:r>
                <a:rPr b="1" i="0" lang="pt-BR" sz="1200" u="none" cap="none" strike="noStrike">
                  <a:solidFill>
                    <a:schemeClr val="lt1"/>
                  </a:solidFill>
                  <a:latin typeface="Work Sans"/>
                  <a:ea typeface="Work Sans"/>
                  <a:cs typeface="Work Sans"/>
                  <a:sym typeface="Work Sans"/>
                </a:rPr>
                <a:t>Estatística descritiva </a:t>
              </a:r>
              <a:endParaRPr b="1" i="0" sz="1200" u="none" cap="none" strike="noStrike">
                <a:solidFill>
                  <a:schemeClr val="lt1"/>
                </a:solidFill>
                <a:latin typeface="Work Sans"/>
                <a:ea typeface="Work Sans"/>
                <a:cs typeface="Work Sans"/>
                <a:sym typeface="Work Sans"/>
              </a:endParaRPr>
            </a:p>
          </p:txBody>
        </p:sp>
        <p:pic>
          <p:nvPicPr>
            <p:cNvPr descr="Tally outline" id="711" name="Google Shape;711;p37"/>
            <p:cNvPicPr preferRelativeResize="0"/>
            <p:nvPr/>
          </p:nvPicPr>
          <p:blipFill rotWithShape="1">
            <a:blip r:embed="rId3">
              <a:alphaModFix/>
            </a:blip>
            <a:srcRect b="0" l="0" r="0" t="0"/>
            <a:stretch/>
          </p:blipFill>
          <p:spPr>
            <a:xfrm>
              <a:off x="938974" y="1126471"/>
              <a:ext cx="432397" cy="432397"/>
            </a:xfrm>
            <a:prstGeom prst="rect">
              <a:avLst/>
            </a:prstGeom>
            <a:noFill/>
            <a:ln>
              <a:noFill/>
            </a:ln>
          </p:spPr>
        </p:pic>
      </p:grpSp>
      <p:sp>
        <p:nvSpPr>
          <p:cNvPr id="712" name="Google Shape;712;p37"/>
          <p:cNvSpPr/>
          <p:nvPr/>
        </p:nvSpPr>
        <p:spPr>
          <a:xfrm>
            <a:off x="475254" y="2242782"/>
            <a:ext cx="8120094" cy="573504"/>
          </a:xfrm>
          <a:prstGeom prst="roundRect">
            <a:avLst>
              <a:gd fmla="val 16667" name="adj"/>
            </a:avLst>
          </a:prstGeom>
          <a:noFill/>
          <a:ln cap="flat" cmpd="sng" w="28575">
            <a:solidFill>
              <a:srgbClr val="C1272D"/>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800"/>
              <a:buFont typeface="Arial"/>
              <a:buNone/>
            </a:pPr>
            <a:r>
              <a:t/>
            </a:r>
            <a:endParaRPr b="0" i="0" sz="1000" u="none" cap="none" strike="noStrike">
              <a:solidFill>
                <a:schemeClr val="lt1"/>
              </a:solidFill>
              <a:latin typeface="Work Sans"/>
              <a:ea typeface="Work Sans"/>
              <a:cs typeface="Work Sans"/>
              <a:sym typeface="Work Sans"/>
            </a:endParaRPr>
          </a:p>
        </p:txBody>
      </p:sp>
      <p:sp>
        <p:nvSpPr>
          <p:cNvPr id="713" name="Google Shape;713;p37"/>
          <p:cNvSpPr/>
          <p:nvPr/>
        </p:nvSpPr>
        <p:spPr>
          <a:xfrm>
            <a:off x="475254" y="3106380"/>
            <a:ext cx="8120100" cy="576000"/>
          </a:xfrm>
          <a:prstGeom prst="roundRect">
            <a:avLst>
              <a:gd fmla="val 16667" name="adj"/>
            </a:avLst>
          </a:prstGeom>
          <a:noFill/>
          <a:ln cap="flat" cmpd="sng" w="28575">
            <a:solidFill>
              <a:srgbClr val="C1272D"/>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800"/>
              <a:buFont typeface="Arial"/>
              <a:buNone/>
            </a:pPr>
            <a:r>
              <a:t/>
            </a:r>
            <a:endParaRPr b="0" i="0" sz="1000" u="none" cap="none" strike="noStrike">
              <a:solidFill>
                <a:schemeClr val="lt1"/>
              </a:solidFill>
              <a:latin typeface="Work Sans"/>
              <a:ea typeface="Work Sans"/>
              <a:cs typeface="Work Sans"/>
              <a:sym typeface="Work Sans"/>
            </a:endParaRPr>
          </a:p>
        </p:txBody>
      </p:sp>
      <p:sp>
        <p:nvSpPr>
          <p:cNvPr id="714" name="Google Shape;714;p37"/>
          <p:cNvSpPr/>
          <p:nvPr/>
        </p:nvSpPr>
        <p:spPr>
          <a:xfrm>
            <a:off x="475260" y="3861266"/>
            <a:ext cx="8120088" cy="576000"/>
          </a:xfrm>
          <a:prstGeom prst="roundRect">
            <a:avLst>
              <a:gd fmla="val 16667" name="adj"/>
            </a:avLst>
          </a:prstGeom>
          <a:noFill/>
          <a:ln cap="flat" cmpd="sng" w="28575">
            <a:solidFill>
              <a:srgbClr val="C1272D"/>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800"/>
              <a:buFont typeface="Arial"/>
              <a:buNone/>
            </a:pPr>
            <a:r>
              <a:t/>
            </a:r>
            <a:endParaRPr b="0" i="0" sz="1100" u="none" cap="none" strike="noStrike">
              <a:solidFill>
                <a:schemeClr val="lt1"/>
              </a:solidFill>
              <a:latin typeface="Work Sans"/>
              <a:ea typeface="Work Sans"/>
              <a:cs typeface="Work Sans"/>
              <a:sym typeface="Work Sans"/>
            </a:endParaRPr>
          </a:p>
        </p:txBody>
      </p:sp>
      <p:sp>
        <p:nvSpPr>
          <p:cNvPr id="715" name="Google Shape;715;p37"/>
          <p:cNvSpPr/>
          <p:nvPr/>
        </p:nvSpPr>
        <p:spPr>
          <a:xfrm>
            <a:off x="475260" y="1395446"/>
            <a:ext cx="8120094" cy="576000"/>
          </a:xfrm>
          <a:prstGeom prst="roundRect">
            <a:avLst>
              <a:gd fmla="val 16667" name="adj"/>
            </a:avLst>
          </a:prstGeom>
          <a:noFill/>
          <a:ln cap="flat" cmpd="sng" w="28575">
            <a:solidFill>
              <a:srgbClr val="C1272D"/>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800"/>
              <a:buFont typeface="Arial"/>
              <a:buNone/>
            </a:pPr>
            <a:r>
              <a:t/>
            </a:r>
            <a:endParaRPr b="0" i="0" sz="1000" u="none" cap="none" strike="noStrike">
              <a:solidFill>
                <a:schemeClr val="lt1"/>
              </a:solidFill>
              <a:latin typeface="Work Sans"/>
              <a:ea typeface="Work Sans"/>
              <a:cs typeface="Work Sans"/>
              <a:sym typeface="Work Sans"/>
            </a:endParaRPr>
          </a:p>
        </p:txBody>
      </p:sp>
      <p:sp>
        <p:nvSpPr>
          <p:cNvPr id="716" name="Google Shape;716;p37"/>
          <p:cNvSpPr/>
          <p:nvPr/>
        </p:nvSpPr>
        <p:spPr>
          <a:xfrm>
            <a:off x="475261" y="1395446"/>
            <a:ext cx="1771204" cy="576000"/>
          </a:xfrm>
          <a:prstGeom prst="roundRect">
            <a:avLst>
              <a:gd fmla="val 16667" name="adj"/>
            </a:avLst>
          </a:prstGeom>
          <a:solidFill>
            <a:srgbClr val="FFFFFF"/>
          </a:solidFill>
          <a:ln cap="flat" cmpd="sng" w="28575">
            <a:solidFill>
              <a:srgbClr val="C1272D"/>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800"/>
              <a:buFont typeface="Arial"/>
              <a:buNone/>
            </a:pPr>
            <a:r>
              <a:rPr b="1" i="0" lang="pt-BR" sz="1000" u="none" cap="none" strike="noStrike">
                <a:solidFill>
                  <a:schemeClr val="lt1"/>
                </a:solidFill>
                <a:latin typeface="Work Sans"/>
                <a:ea typeface="Work Sans"/>
                <a:cs typeface="Work Sans"/>
                <a:sym typeface="Work Sans"/>
              </a:rPr>
              <a:t>Média aritmética </a:t>
            </a:r>
            <a:r>
              <a:rPr b="0" i="1" lang="pt-BR" sz="1000" u="none" cap="none" strike="noStrike">
                <a:solidFill>
                  <a:schemeClr val="lt1"/>
                </a:solidFill>
                <a:latin typeface="Work Sans"/>
                <a:ea typeface="Work Sans"/>
                <a:cs typeface="Work Sans"/>
                <a:sym typeface="Work Sans"/>
              </a:rPr>
              <a:t>arithmetic mean</a:t>
            </a:r>
            <a:endParaRPr b="0" i="0" sz="1000" u="none" cap="none" strike="noStrike">
              <a:solidFill>
                <a:schemeClr val="lt1"/>
              </a:solidFill>
              <a:latin typeface="Work Sans"/>
              <a:ea typeface="Work Sans"/>
              <a:cs typeface="Work Sans"/>
              <a:sym typeface="Work Sans"/>
            </a:endParaRPr>
          </a:p>
        </p:txBody>
      </p:sp>
      <p:sp>
        <p:nvSpPr>
          <p:cNvPr id="717" name="Google Shape;717;p37"/>
          <p:cNvSpPr/>
          <p:nvPr/>
        </p:nvSpPr>
        <p:spPr>
          <a:xfrm>
            <a:off x="475255" y="2246684"/>
            <a:ext cx="1771204" cy="576000"/>
          </a:xfrm>
          <a:prstGeom prst="roundRect">
            <a:avLst>
              <a:gd fmla="val 16667" name="adj"/>
            </a:avLst>
          </a:prstGeom>
          <a:solidFill>
            <a:srgbClr val="FFFFFF"/>
          </a:solidFill>
          <a:ln cap="flat" cmpd="sng" w="28575">
            <a:solidFill>
              <a:srgbClr val="C1272D"/>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800"/>
              <a:buFont typeface="Arial"/>
              <a:buNone/>
            </a:pPr>
            <a:r>
              <a:rPr b="1" i="0" lang="pt-BR" sz="1000" u="none" cap="none" strike="noStrike">
                <a:solidFill>
                  <a:schemeClr val="lt1"/>
                </a:solidFill>
                <a:latin typeface="Work Sans"/>
                <a:ea typeface="Work Sans"/>
                <a:cs typeface="Work Sans"/>
                <a:sym typeface="Work Sans"/>
              </a:rPr>
              <a:t>Mediana</a:t>
            </a:r>
            <a:endParaRPr b="1" i="0" sz="1000" u="none" cap="none" strike="noStrike">
              <a:solidFill>
                <a:schemeClr val="lt1"/>
              </a:solidFill>
              <a:latin typeface="Work Sans"/>
              <a:ea typeface="Work Sans"/>
              <a:cs typeface="Work Sans"/>
              <a:sym typeface="Work Sans"/>
            </a:endParaRPr>
          </a:p>
          <a:p>
            <a:pPr indent="0" lvl="0" marL="0" marR="0" rtl="0" algn="ctr">
              <a:lnSpc>
                <a:spcPct val="100000"/>
              </a:lnSpc>
              <a:spcBef>
                <a:spcPts val="0"/>
              </a:spcBef>
              <a:spcAft>
                <a:spcPts val="0"/>
              </a:spcAft>
              <a:buClr>
                <a:srgbClr val="000000"/>
              </a:buClr>
              <a:buSzPts val="2800"/>
              <a:buFont typeface="Arial"/>
              <a:buNone/>
            </a:pPr>
            <a:r>
              <a:rPr b="0" i="1" lang="pt-BR" sz="1000" u="none" cap="none" strike="noStrike">
                <a:solidFill>
                  <a:schemeClr val="lt1"/>
                </a:solidFill>
                <a:latin typeface="Work Sans"/>
                <a:ea typeface="Work Sans"/>
                <a:cs typeface="Work Sans"/>
                <a:sym typeface="Work Sans"/>
              </a:rPr>
              <a:t>median</a:t>
            </a:r>
            <a:endParaRPr b="0" i="0" sz="1000" u="none" cap="none" strike="noStrike">
              <a:solidFill>
                <a:schemeClr val="lt1"/>
              </a:solidFill>
              <a:latin typeface="Work Sans"/>
              <a:ea typeface="Work Sans"/>
              <a:cs typeface="Work Sans"/>
              <a:sym typeface="Work Sans"/>
            </a:endParaRPr>
          </a:p>
        </p:txBody>
      </p:sp>
      <p:sp>
        <p:nvSpPr>
          <p:cNvPr id="718" name="Google Shape;718;p37"/>
          <p:cNvSpPr/>
          <p:nvPr/>
        </p:nvSpPr>
        <p:spPr>
          <a:xfrm>
            <a:off x="475260" y="3861266"/>
            <a:ext cx="1771199" cy="576000"/>
          </a:xfrm>
          <a:prstGeom prst="roundRect">
            <a:avLst>
              <a:gd fmla="val 16667" name="adj"/>
            </a:avLst>
          </a:prstGeom>
          <a:solidFill>
            <a:srgbClr val="FFFFFF"/>
          </a:solidFill>
          <a:ln cap="flat" cmpd="sng" w="28575">
            <a:solidFill>
              <a:srgbClr val="C1272D"/>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800"/>
              <a:buFont typeface="Arial"/>
              <a:buNone/>
            </a:pPr>
            <a:r>
              <a:rPr b="1" i="0" lang="pt-BR" sz="1000" u="none" cap="none" strike="noStrike">
                <a:solidFill>
                  <a:schemeClr val="lt1"/>
                </a:solidFill>
                <a:latin typeface="Work Sans"/>
                <a:ea typeface="Work Sans"/>
                <a:cs typeface="Work Sans"/>
                <a:sym typeface="Work Sans"/>
              </a:rPr>
              <a:t>Desvio-padrão</a:t>
            </a:r>
            <a:endParaRPr b="0" i="0" sz="1000" u="none" cap="none" strike="noStrike">
              <a:solidFill>
                <a:schemeClr val="lt1"/>
              </a:solidFill>
              <a:latin typeface="Work Sans"/>
              <a:ea typeface="Work Sans"/>
              <a:cs typeface="Work Sans"/>
              <a:sym typeface="Work Sans"/>
            </a:endParaRPr>
          </a:p>
          <a:p>
            <a:pPr indent="0" lvl="0" marL="0" marR="0" rtl="0" algn="ctr">
              <a:lnSpc>
                <a:spcPct val="100000"/>
              </a:lnSpc>
              <a:spcBef>
                <a:spcPts val="0"/>
              </a:spcBef>
              <a:spcAft>
                <a:spcPts val="0"/>
              </a:spcAft>
              <a:buClr>
                <a:srgbClr val="000000"/>
              </a:buClr>
              <a:buSzPts val="2800"/>
              <a:buFont typeface="Arial"/>
              <a:buNone/>
            </a:pPr>
            <a:r>
              <a:rPr b="0" i="1" lang="pt-BR" sz="1000" u="none" cap="none" strike="noStrike">
                <a:solidFill>
                  <a:schemeClr val="lt1"/>
                </a:solidFill>
                <a:latin typeface="Work Sans"/>
                <a:ea typeface="Work Sans"/>
                <a:cs typeface="Work Sans"/>
                <a:sym typeface="Work Sans"/>
              </a:rPr>
              <a:t>standard deviation</a:t>
            </a:r>
            <a:endParaRPr b="0" i="0" sz="1000" u="none" cap="none" strike="noStrike">
              <a:solidFill>
                <a:schemeClr val="lt1"/>
              </a:solidFill>
              <a:latin typeface="Work Sans"/>
              <a:ea typeface="Work Sans"/>
              <a:cs typeface="Work Sans"/>
              <a:sym typeface="Work Sans"/>
            </a:endParaRPr>
          </a:p>
        </p:txBody>
      </p:sp>
      <p:sp>
        <p:nvSpPr>
          <p:cNvPr id="719" name="Google Shape;719;p37"/>
          <p:cNvSpPr/>
          <p:nvPr/>
        </p:nvSpPr>
        <p:spPr>
          <a:xfrm>
            <a:off x="475254" y="3109830"/>
            <a:ext cx="1771205" cy="576000"/>
          </a:xfrm>
          <a:prstGeom prst="roundRect">
            <a:avLst>
              <a:gd fmla="val 16667" name="adj"/>
            </a:avLst>
          </a:prstGeom>
          <a:solidFill>
            <a:srgbClr val="FFFFFF"/>
          </a:solidFill>
          <a:ln cap="flat" cmpd="sng" w="28575">
            <a:solidFill>
              <a:srgbClr val="C1272D"/>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800"/>
              <a:buFont typeface="Arial"/>
              <a:buNone/>
            </a:pPr>
            <a:r>
              <a:rPr b="1" i="0" lang="pt-BR" sz="1000" u="none" cap="none" strike="noStrike">
                <a:solidFill>
                  <a:schemeClr val="lt1"/>
                </a:solidFill>
                <a:latin typeface="Work Sans"/>
                <a:ea typeface="Work Sans"/>
                <a:cs typeface="Work Sans"/>
                <a:sym typeface="Work Sans"/>
              </a:rPr>
              <a:t>Moda</a:t>
            </a:r>
            <a:endParaRPr b="1" i="0" sz="1000" u="none" cap="none" strike="noStrike">
              <a:solidFill>
                <a:schemeClr val="lt1"/>
              </a:solidFill>
              <a:latin typeface="Work Sans"/>
              <a:ea typeface="Work Sans"/>
              <a:cs typeface="Work Sans"/>
              <a:sym typeface="Work Sans"/>
            </a:endParaRPr>
          </a:p>
          <a:p>
            <a:pPr indent="0" lvl="0" marL="0" marR="0" rtl="0" algn="ctr">
              <a:lnSpc>
                <a:spcPct val="100000"/>
              </a:lnSpc>
              <a:spcBef>
                <a:spcPts val="0"/>
              </a:spcBef>
              <a:spcAft>
                <a:spcPts val="0"/>
              </a:spcAft>
              <a:buClr>
                <a:srgbClr val="000000"/>
              </a:buClr>
              <a:buSzPts val="2800"/>
              <a:buFont typeface="Arial"/>
              <a:buNone/>
            </a:pPr>
            <a:r>
              <a:rPr b="0" i="1" lang="pt-BR" sz="1000" u="none" cap="none" strike="noStrike">
                <a:solidFill>
                  <a:schemeClr val="lt1"/>
                </a:solidFill>
                <a:latin typeface="Work Sans"/>
                <a:ea typeface="Work Sans"/>
                <a:cs typeface="Work Sans"/>
                <a:sym typeface="Work Sans"/>
              </a:rPr>
              <a:t>mode</a:t>
            </a:r>
            <a:endParaRPr b="0" i="0" sz="1000" u="none" cap="none" strike="noStrike">
              <a:solidFill>
                <a:schemeClr val="lt1"/>
              </a:solidFill>
              <a:latin typeface="Work Sans"/>
              <a:ea typeface="Work Sans"/>
              <a:cs typeface="Work Sans"/>
              <a:sym typeface="Work Sans"/>
            </a:endParaRPr>
          </a:p>
        </p:txBody>
      </p:sp>
      <p:sp>
        <p:nvSpPr>
          <p:cNvPr id="720" name="Google Shape;720;p37"/>
          <p:cNvSpPr txBox="1"/>
          <p:nvPr/>
        </p:nvSpPr>
        <p:spPr>
          <a:xfrm>
            <a:off x="2246465" y="1407476"/>
            <a:ext cx="6027609" cy="576000"/>
          </a:xfrm>
          <a:prstGeom prst="rect">
            <a:avLst/>
          </a:prstGeom>
          <a:noFill/>
          <a:ln>
            <a:noFill/>
          </a:ln>
        </p:spPr>
        <p:txBody>
          <a:bodyPr anchorCtr="0" anchor="ctr" bIns="91425" lIns="91425" spcFirstLastPara="1" rIns="91425" wrap="square" tIns="91425">
            <a:noAutofit/>
          </a:bodyPr>
          <a:lstStyle/>
          <a:p>
            <a:pPr indent="0" lvl="0" marL="0" marR="0" rtl="0" algn="just">
              <a:lnSpc>
                <a:spcPct val="115000"/>
              </a:lnSpc>
              <a:spcBef>
                <a:spcPts val="0"/>
              </a:spcBef>
              <a:spcAft>
                <a:spcPts val="0"/>
              </a:spcAft>
              <a:buClr>
                <a:schemeClr val="dk1"/>
              </a:buClr>
              <a:buSzPts val="1300"/>
              <a:buFont typeface="Arial"/>
              <a:buNone/>
            </a:pPr>
            <a:r>
              <a:rPr b="0" i="0" lang="pt-BR" sz="1000" u="none" cap="none" strike="noStrike">
                <a:solidFill>
                  <a:schemeClr val="lt1"/>
                </a:solidFill>
                <a:latin typeface="Work Sans"/>
                <a:ea typeface="Work Sans"/>
                <a:cs typeface="Work Sans"/>
                <a:sym typeface="Work Sans"/>
              </a:rPr>
              <a:t>A média aritmética pode ser interpretada como o </a:t>
            </a:r>
            <a:r>
              <a:rPr b="1" i="0" lang="pt-BR" sz="1000" u="none" cap="none" strike="noStrike">
                <a:solidFill>
                  <a:schemeClr val="lt1"/>
                </a:solidFill>
                <a:latin typeface="Work Sans"/>
                <a:ea typeface="Work Sans"/>
                <a:cs typeface="Work Sans"/>
                <a:sym typeface="Work Sans"/>
              </a:rPr>
              <a:t>ponto de equilíbrio de uma distribuição</a:t>
            </a:r>
            <a:r>
              <a:rPr b="0" i="0" lang="pt-BR" sz="1000" u="none" cap="none" strike="noStrike">
                <a:solidFill>
                  <a:schemeClr val="lt1"/>
                </a:solidFill>
                <a:latin typeface="Work Sans"/>
                <a:ea typeface="Work Sans"/>
                <a:cs typeface="Work Sans"/>
                <a:sym typeface="Work Sans"/>
              </a:rPr>
              <a:t> e é muito utilizada em estatística como uma medida de tendência central.</a:t>
            </a:r>
            <a:endParaRPr b="0" i="0" sz="1000" u="none" cap="none" strike="noStrike">
              <a:solidFill>
                <a:schemeClr val="lt1"/>
              </a:solidFill>
              <a:latin typeface="Work Sans"/>
              <a:ea typeface="Work Sans"/>
              <a:cs typeface="Work Sans"/>
              <a:sym typeface="Work Sans"/>
            </a:endParaRPr>
          </a:p>
        </p:txBody>
      </p:sp>
      <p:sp>
        <p:nvSpPr>
          <p:cNvPr id="721" name="Google Shape;721;p37"/>
          <p:cNvSpPr txBox="1"/>
          <p:nvPr/>
        </p:nvSpPr>
        <p:spPr>
          <a:xfrm>
            <a:off x="2246459" y="2254811"/>
            <a:ext cx="6027609" cy="576000"/>
          </a:xfrm>
          <a:prstGeom prst="rect">
            <a:avLst/>
          </a:prstGeom>
          <a:noFill/>
          <a:ln>
            <a:noFill/>
          </a:ln>
        </p:spPr>
        <p:txBody>
          <a:bodyPr anchorCtr="0" anchor="ctr" bIns="91425" lIns="91425" spcFirstLastPara="1" rIns="91425" wrap="square" tIns="91425">
            <a:noAutofit/>
          </a:bodyPr>
          <a:lstStyle/>
          <a:p>
            <a:pPr indent="0" lvl="0" marL="0" marR="0" rtl="0" algn="just">
              <a:lnSpc>
                <a:spcPct val="115000"/>
              </a:lnSpc>
              <a:spcBef>
                <a:spcPts val="1200"/>
              </a:spcBef>
              <a:spcAft>
                <a:spcPts val="1200"/>
              </a:spcAft>
              <a:buClr>
                <a:schemeClr val="dk1"/>
              </a:buClr>
              <a:buSzPts val="1300"/>
              <a:buFont typeface="Arial"/>
              <a:buNone/>
            </a:pPr>
            <a:r>
              <a:rPr b="0" i="0" lang="pt-BR" sz="1000" u="none" cap="none" strike="noStrike">
                <a:solidFill>
                  <a:schemeClr val="lt1"/>
                </a:solidFill>
                <a:latin typeface="Work Sans"/>
                <a:ea typeface="Work Sans"/>
                <a:cs typeface="Work Sans"/>
                <a:sym typeface="Work Sans"/>
              </a:rPr>
              <a:t>Mediana é o </a:t>
            </a:r>
            <a:r>
              <a:rPr b="1" i="0" lang="pt-BR" sz="1000" u="none" cap="none" strike="noStrike">
                <a:solidFill>
                  <a:schemeClr val="lt1"/>
                </a:solidFill>
                <a:latin typeface="Work Sans"/>
                <a:ea typeface="Work Sans"/>
                <a:cs typeface="Work Sans"/>
                <a:sym typeface="Work Sans"/>
              </a:rPr>
              <a:t>número central de uma lista </a:t>
            </a:r>
            <a:r>
              <a:rPr b="0" i="0" lang="pt-BR" sz="1000" u="none" cap="none" strike="noStrike">
                <a:solidFill>
                  <a:schemeClr val="lt1"/>
                </a:solidFill>
                <a:latin typeface="Work Sans"/>
                <a:ea typeface="Work Sans"/>
                <a:cs typeface="Work Sans"/>
                <a:sym typeface="Work Sans"/>
              </a:rPr>
              <a:t>de dados organizados de forma crescente/decrescente, sendo uma medida de tendência central/centralidade. A mediana é o valor do meio ou, que representa o meio, de uma lista de dados.</a:t>
            </a:r>
            <a:endParaRPr b="0" i="0" sz="1000" u="none" cap="none" strike="noStrike">
              <a:solidFill>
                <a:schemeClr val="lt1"/>
              </a:solidFill>
              <a:latin typeface="Work Sans"/>
              <a:ea typeface="Work Sans"/>
              <a:cs typeface="Work Sans"/>
              <a:sym typeface="Work Sans"/>
            </a:endParaRPr>
          </a:p>
        </p:txBody>
      </p:sp>
      <p:sp>
        <p:nvSpPr>
          <p:cNvPr id="722" name="Google Shape;722;p37"/>
          <p:cNvSpPr txBox="1"/>
          <p:nvPr/>
        </p:nvSpPr>
        <p:spPr>
          <a:xfrm>
            <a:off x="2246460" y="3101720"/>
            <a:ext cx="6027612" cy="576000"/>
          </a:xfrm>
          <a:prstGeom prst="rect">
            <a:avLst/>
          </a:prstGeom>
          <a:noFill/>
          <a:ln>
            <a:noFill/>
          </a:ln>
        </p:spPr>
        <p:txBody>
          <a:bodyPr anchorCtr="0" anchor="ctr" bIns="91425" lIns="91425" spcFirstLastPara="1" rIns="91425" wrap="square" tIns="91425">
            <a:noAutofit/>
          </a:bodyPr>
          <a:lstStyle/>
          <a:p>
            <a:pPr indent="0" lvl="0" marL="0" marR="0" rtl="0" algn="just">
              <a:lnSpc>
                <a:spcPct val="100000"/>
              </a:lnSpc>
              <a:spcBef>
                <a:spcPts val="0"/>
              </a:spcBef>
              <a:spcAft>
                <a:spcPts val="0"/>
              </a:spcAft>
              <a:buClr>
                <a:schemeClr val="dk1"/>
              </a:buClr>
              <a:buSzPts val="1300"/>
              <a:buFont typeface="Arial"/>
              <a:buNone/>
            </a:pPr>
            <a:r>
              <a:rPr b="0" i="0" lang="pt-BR" sz="1000" u="none" cap="none" strike="noStrike">
                <a:solidFill>
                  <a:schemeClr val="lt1"/>
                </a:solidFill>
                <a:latin typeface="Work Sans"/>
                <a:ea typeface="Work Sans"/>
                <a:cs typeface="Work Sans"/>
                <a:sym typeface="Work Sans"/>
              </a:rPr>
              <a:t>Moda é o </a:t>
            </a:r>
            <a:r>
              <a:rPr b="1" i="0" lang="pt-BR" sz="1000" u="none" cap="none" strike="noStrike">
                <a:solidFill>
                  <a:schemeClr val="lt1"/>
                </a:solidFill>
                <a:latin typeface="Work Sans"/>
                <a:ea typeface="Work Sans"/>
                <a:cs typeface="Work Sans"/>
                <a:sym typeface="Work Sans"/>
              </a:rPr>
              <a:t>valor mais frequente </a:t>
            </a:r>
            <a:r>
              <a:rPr b="0" i="0" lang="pt-BR" sz="1000" u="none" cap="none" strike="noStrike">
                <a:solidFill>
                  <a:schemeClr val="lt1"/>
                </a:solidFill>
                <a:latin typeface="Work Sans"/>
                <a:ea typeface="Work Sans"/>
                <a:cs typeface="Work Sans"/>
                <a:sym typeface="Work Sans"/>
              </a:rPr>
              <a:t>de um conjunto de dados e, para defini-la, basta observar a frequência com que os valores aparecem. Um conjunto de dados apresenta duas modas quando dois valores são igualmente frequentes (bimodal).</a:t>
            </a:r>
            <a:endParaRPr b="0" i="0" sz="1000" u="none" cap="none" strike="noStrike">
              <a:solidFill>
                <a:schemeClr val="lt1"/>
              </a:solidFill>
              <a:latin typeface="Work Sans"/>
              <a:ea typeface="Work Sans"/>
              <a:cs typeface="Work Sans"/>
              <a:sym typeface="Work Sans"/>
            </a:endParaRPr>
          </a:p>
        </p:txBody>
      </p:sp>
      <p:sp>
        <p:nvSpPr>
          <p:cNvPr id="723" name="Google Shape;723;p37"/>
          <p:cNvSpPr txBox="1"/>
          <p:nvPr/>
        </p:nvSpPr>
        <p:spPr>
          <a:xfrm>
            <a:off x="2246464" y="3861266"/>
            <a:ext cx="6257456" cy="576000"/>
          </a:xfrm>
          <a:prstGeom prst="rect">
            <a:avLst/>
          </a:prstGeom>
          <a:noFill/>
          <a:ln>
            <a:noFill/>
          </a:ln>
        </p:spPr>
        <p:txBody>
          <a:bodyPr anchorCtr="0" anchor="ctr" bIns="91425" lIns="91425" spcFirstLastPara="1" rIns="91425" wrap="square" tIns="91425">
            <a:noAutofit/>
          </a:bodyPr>
          <a:lstStyle/>
          <a:p>
            <a:pPr indent="0" lvl="0" marL="0" marR="0" rtl="0" algn="just">
              <a:lnSpc>
                <a:spcPct val="100000"/>
              </a:lnSpc>
              <a:spcBef>
                <a:spcPts val="0"/>
              </a:spcBef>
              <a:spcAft>
                <a:spcPts val="0"/>
              </a:spcAft>
              <a:buClr>
                <a:schemeClr val="dk1"/>
              </a:buClr>
              <a:buSzPts val="1300"/>
              <a:buFont typeface="Arial"/>
              <a:buNone/>
            </a:pPr>
            <a:r>
              <a:rPr b="0" i="0" lang="pt-BR" sz="1000" u="none" cap="none" strike="noStrike">
                <a:solidFill>
                  <a:schemeClr val="lt1"/>
                </a:solidFill>
                <a:latin typeface="Work Sans"/>
                <a:ea typeface="Work Sans"/>
                <a:cs typeface="Work Sans"/>
                <a:sym typeface="Work Sans"/>
              </a:rPr>
              <a:t>Desvio Padrão é uma medida do </a:t>
            </a:r>
            <a:r>
              <a:rPr b="1" i="0" lang="pt-BR" sz="1000" u="none" cap="none" strike="noStrike">
                <a:solidFill>
                  <a:schemeClr val="lt1"/>
                </a:solidFill>
                <a:latin typeface="Work Sans"/>
                <a:ea typeface="Work Sans"/>
                <a:cs typeface="Work Sans"/>
                <a:sym typeface="Work Sans"/>
              </a:rPr>
              <a:t>nível de dispersão</a:t>
            </a:r>
            <a:r>
              <a:rPr b="0" i="0" lang="pt-BR" sz="1000" u="none" cap="none" strike="noStrike">
                <a:solidFill>
                  <a:schemeClr val="lt1"/>
                </a:solidFill>
                <a:latin typeface="Work Sans"/>
                <a:ea typeface="Work Sans"/>
                <a:cs typeface="Work Sans"/>
                <a:sym typeface="Work Sans"/>
              </a:rPr>
              <a:t>, indicando quão uniforme está um conjunto de dados.</a:t>
            </a:r>
            <a:endParaRPr b="0" i="0" sz="1000" u="none" cap="none" strike="noStrike">
              <a:solidFill>
                <a:schemeClr val="lt1"/>
              </a:solidFill>
              <a:latin typeface="Work Sans"/>
              <a:ea typeface="Work Sans"/>
              <a:cs typeface="Work Sans"/>
              <a:sym typeface="Work Sans"/>
            </a:endParaRPr>
          </a:p>
        </p:txBody>
      </p:sp>
      <p:sp>
        <p:nvSpPr>
          <p:cNvPr id="724" name="Google Shape;724;p37"/>
          <p:cNvSpPr txBox="1"/>
          <p:nvPr/>
        </p:nvSpPr>
        <p:spPr>
          <a:xfrm>
            <a:off x="0" y="4825425"/>
            <a:ext cx="4862100" cy="276900"/>
          </a:xfrm>
          <a:prstGeom prst="rect">
            <a:avLst/>
          </a:prstGeom>
          <a:noFill/>
          <a:ln>
            <a:noFill/>
          </a:ln>
        </p:spPr>
        <p:txBody>
          <a:bodyPr anchorCtr="0" anchor="t" bIns="68550" lIns="137125" spcFirstLastPara="1" rIns="137125" wrap="square" tIns="68550">
            <a:spAutoFit/>
          </a:bodyPr>
          <a:lstStyle/>
          <a:p>
            <a:pPr indent="0" lvl="0" marL="0" marR="0" rtl="0" algn="l">
              <a:lnSpc>
                <a:spcPct val="100000"/>
              </a:lnSpc>
              <a:spcBef>
                <a:spcPts val="0"/>
              </a:spcBef>
              <a:spcAft>
                <a:spcPts val="0"/>
              </a:spcAft>
              <a:buClr>
                <a:srgbClr val="000000"/>
              </a:buClr>
              <a:buSzPts val="900"/>
              <a:buFont typeface="Arial"/>
              <a:buNone/>
            </a:pPr>
            <a:r>
              <a:rPr b="1" i="0" lang="pt-BR" sz="900" u="none" cap="none" strike="noStrike">
                <a:solidFill>
                  <a:srgbClr val="000000"/>
                </a:solidFill>
                <a:latin typeface="Arial"/>
                <a:ea typeface="Arial"/>
                <a:cs typeface="Arial"/>
                <a:sym typeface="Arial"/>
              </a:rPr>
              <a:t>Prep4Consulting 2026.2 </a:t>
            </a:r>
            <a:r>
              <a:rPr b="0" i="0" lang="pt-BR" sz="900" u="none" cap="none" strike="noStrike">
                <a:solidFill>
                  <a:srgbClr val="000000"/>
                </a:solidFill>
                <a:latin typeface="Arial"/>
                <a:ea typeface="Arial"/>
                <a:cs typeface="Arial"/>
                <a:sym typeface="Arial"/>
              </a:rPr>
              <a:t>| GMAT: Estrutura da Prova</a:t>
            </a:r>
            <a:endParaRPr b="0" i="0" sz="900" u="none" cap="none" strike="noStrike">
              <a:solidFill>
                <a:srgbClr val="000000"/>
              </a:solidFill>
              <a:latin typeface="Arial"/>
              <a:ea typeface="Arial"/>
              <a:cs typeface="Arial"/>
              <a:sym typeface="Arial"/>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715"/>
                                        </p:tgtEl>
                                        <p:attrNameLst>
                                          <p:attrName>style.visibility</p:attrName>
                                        </p:attrNameLst>
                                      </p:cBhvr>
                                      <p:to>
                                        <p:strVal val="visible"/>
                                      </p:to>
                                    </p:set>
                                    <p:animEffect filter="fade" transition="in">
                                      <p:cBhvr>
                                        <p:cTn dur="1000"/>
                                        <p:tgtEl>
                                          <p:spTgt spid="715"/>
                                        </p:tgtEl>
                                      </p:cBhvr>
                                    </p:animEffect>
                                  </p:childTnLst>
                                </p:cTn>
                              </p:par>
                              <p:par>
                                <p:cTn fill="hold" nodeType="withEffect" presetClass="entr" presetID="10" presetSubtype="0">
                                  <p:stCondLst>
                                    <p:cond delay="0"/>
                                  </p:stCondLst>
                                  <p:childTnLst>
                                    <p:set>
                                      <p:cBhvr>
                                        <p:cTn dur="1" fill="hold">
                                          <p:stCondLst>
                                            <p:cond delay="0"/>
                                          </p:stCondLst>
                                        </p:cTn>
                                        <p:tgtEl>
                                          <p:spTgt spid="720"/>
                                        </p:tgtEl>
                                        <p:attrNameLst>
                                          <p:attrName>style.visibility</p:attrName>
                                        </p:attrNameLst>
                                      </p:cBhvr>
                                      <p:to>
                                        <p:strVal val="visible"/>
                                      </p:to>
                                    </p:set>
                                    <p:animEffect filter="fade" transition="in">
                                      <p:cBhvr>
                                        <p:cTn dur="1000"/>
                                        <p:tgtEl>
                                          <p:spTgt spid="720"/>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712"/>
                                        </p:tgtEl>
                                        <p:attrNameLst>
                                          <p:attrName>style.visibility</p:attrName>
                                        </p:attrNameLst>
                                      </p:cBhvr>
                                      <p:to>
                                        <p:strVal val="visible"/>
                                      </p:to>
                                    </p:set>
                                    <p:animEffect filter="fade" transition="in">
                                      <p:cBhvr>
                                        <p:cTn dur="1000"/>
                                        <p:tgtEl>
                                          <p:spTgt spid="712"/>
                                        </p:tgtEl>
                                      </p:cBhvr>
                                    </p:animEffect>
                                  </p:childTnLst>
                                </p:cTn>
                              </p:par>
                              <p:par>
                                <p:cTn fill="hold" nodeType="withEffect" presetClass="entr" presetID="10" presetSubtype="0">
                                  <p:stCondLst>
                                    <p:cond delay="0"/>
                                  </p:stCondLst>
                                  <p:childTnLst>
                                    <p:set>
                                      <p:cBhvr>
                                        <p:cTn dur="1" fill="hold">
                                          <p:stCondLst>
                                            <p:cond delay="0"/>
                                          </p:stCondLst>
                                        </p:cTn>
                                        <p:tgtEl>
                                          <p:spTgt spid="721"/>
                                        </p:tgtEl>
                                        <p:attrNameLst>
                                          <p:attrName>style.visibility</p:attrName>
                                        </p:attrNameLst>
                                      </p:cBhvr>
                                      <p:to>
                                        <p:strVal val="visible"/>
                                      </p:to>
                                    </p:set>
                                    <p:animEffect filter="fade" transition="in">
                                      <p:cBhvr>
                                        <p:cTn dur="1000"/>
                                        <p:tgtEl>
                                          <p:spTgt spid="721"/>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713"/>
                                        </p:tgtEl>
                                        <p:attrNameLst>
                                          <p:attrName>style.visibility</p:attrName>
                                        </p:attrNameLst>
                                      </p:cBhvr>
                                      <p:to>
                                        <p:strVal val="visible"/>
                                      </p:to>
                                    </p:set>
                                    <p:animEffect filter="fade" transition="in">
                                      <p:cBhvr>
                                        <p:cTn dur="1000"/>
                                        <p:tgtEl>
                                          <p:spTgt spid="713"/>
                                        </p:tgtEl>
                                      </p:cBhvr>
                                    </p:animEffect>
                                  </p:childTnLst>
                                </p:cTn>
                              </p:par>
                              <p:par>
                                <p:cTn fill="hold" nodeType="withEffect" presetClass="entr" presetID="10" presetSubtype="0">
                                  <p:stCondLst>
                                    <p:cond delay="0"/>
                                  </p:stCondLst>
                                  <p:childTnLst>
                                    <p:set>
                                      <p:cBhvr>
                                        <p:cTn dur="1" fill="hold">
                                          <p:stCondLst>
                                            <p:cond delay="0"/>
                                          </p:stCondLst>
                                        </p:cTn>
                                        <p:tgtEl>
                                          <p:spTgt spid="722"/>
                                        </p:tgtEl>
                                        <p:attrNameLst>
                                          <p:attrName>style.visibility</p:attrName>
                                        </p:attrNameLst>
                                      </p:cBhvr>
                                      <p:to>
                                        <p:strVal val="visible"/>
                                      </p:to>
                                    </p:set>
                                    <p:animEffect filter="fade" transition="in">
                                      <p:cBhvr>
                                        <p:cTn dur="1000"/>
                                        <p:tgtEl>
                                          <p:spTgt spid="722"/>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714"/>
                                        </p:tgtEl>
                                        <p:attrNameLst>
                                          <p:attrName>style.visibility</p:attrName>
                                        </p:attrNameLst>
                                      </p:cBhvr>
                                      <p:to>
                                        <p:strVal val="visible"/>
                                      </p:to>
                                    </p:set>
                                    <p:animEffect filter="fade" transition="in">
                                      <p:cBhvr>
                                        <p:cTn dur="1000"/>
                                        <p:tgtEl>
                                          <p:spTgt spid="714"/>
                                        </p:tgtEl>
                                      </p:cBhvr>
                                    </p:animEffect>
                                  </p:childTnLst>
                                </p:cTn>
                              </p:par>
                              <p:par>
                                <p:cTn fill="hold" nodeType="withEffect" presetClass="entr" presetID="10" presetSubtype="0">
                                  <p:stCondLst>
                                    <p:cond delay="0"/>
                                  </p:stCondLst>
                                  <p:childTnLst>
                                    <p:set>
                                      <p:cBhvr>
                                        <p:cTn dur="1" fill="hold">
                                          <p:stCondLst>
                                            <p:cond delay="0"/>
                                          </p:stCondLst>
                                        </p:cTn>
                                        <p:tgtEl>
                                          <p:spTgt spid="723"/>
                                        </p:tgtEl>
                                        <p:attrNameLst>
                                          <p:attrName>style.visibility</p:attrName>
                                        </p:attrNameLst>
                                      </p:cBhvr>
                                      <p:to>
                                        <p:strVal val="visible"/>
                                      </p:to>
                                    </p:set>
                                    <p:animEffect filter="fade" transition="in">
                                      <p:cBhvr>
                                        <p:cTn dur="1000"/>
                                        <p:tgtEl>
                                          <p:spTgt spid="723"/>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28" name="Shape 728"/>
        <p:cNvGrpSpPr/>
        <p:nvPr/>
      </p:nvGrpSpPr>
      <p:grpSpPr>
        <a:xfrm>
          <a:off x="0" y="0"/>
          <a:ext cx="0" cy="0"/>
          <a:chOff x="0" y="0"/>
          <a:chExt cx="0" cy="0"/>
        </a:xfrm>
      </p:grpSpPr>
      <p:sp>
        <p:nvSpPr>
          <p:cNvPr id="729" name="Google Shape;729;p38"/>
          <p:cNvSpPr txBox="1"/>
          <p:nvPr>
            <p:ph idx="4294967295" type="title"/>
          </p:nvPr>
        </p:nvSpPr>
        <p:spPr>
          <a:xfrm>
            <a:off x="722375" y="384050"/>
            <a:ext cx="5052900" cy="5760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3000"/>
              <a:buNone/>
            </a:pPr>
            <a:r>
              <a:rPr lang="pt-BR"/>
              <a:t>REVISÃO DE MATEMÁTICA</a:t>
            </a:r>
            <a:endParaRPr/>
          </a:p>
        </p:txBody>
      </p:sp>
      <p:sp>
        <p:nvSpPr>
          <p:cNvPr id="730" name="Google Shape;730;p38"/>
          <p:cNvSpPr txBox="1"/>
          <p:nvPr/>
        </p:nvSpPr>
        <p:spPr>
          <a:xfrm>
            <a:off x="4281900" y="4825425"/>
            <a:ext cx="4862100" cy="276900"/>
          </a:xfrm>
          <a:prstGeom prst="rect">
            <a:avLst/>
          </a:prstGeom>
          <a:noFill/>
          <a:ln>
            <a:noFill/>
          </a:ln>
        </p:spPr>
        <p:txBody>
          <a:bodyPr anchorCtr="0" anchor="t" bIns="68550" lIns="137125" spcFirstLastPara="1" rIns="137125" wrap="square" tIns="68550">
            <a:spAutoFit/>
          </a:bodyPr>
          <a:lstStyle/>
          <a:p>
            <a:pPr indent="0" lvl="0" marL="0" marR="0" rtl="0" algn="r">
              <a:lnSpc>
                <a:spcPct val="100000"/>
              </a:lnSpc>
              <a:spcBef>
                <a:spcPts val="0"/>
              </a:spcBef>
              <a:spcAft>
                <a:spcPts val="0"/>
              </a:spcAft>
              <a:buClr>
                <a:srgbClr val="000000"/>
              </a:buClr>
              <a:buSzPts val="900"/>
              <a:buFont typeface="Arial"/>
              <a:buNone/>
            </a:pPr>
            <a:r>
              <a:rPr b="0" i="0" lang="pt-BR" sz="900" u="none" cap="none" strike="noStrike">
                <a:solidFill>
                  <a:srgbClr val="000000"/>
                </a:solidFill>
                <a:latin typeface="Arial"/>
                <a:ea typeface="Arial"/>
                <a:cs typeface="Arial"/>
                <a:sym typeface="Arial"/>
              </a:rPr>
              <a:t>Copyright © 2026 Clube de Consultoria Universitário. All rights reserved.</a:t>
            </a:r>
            <a:endParaRPr b="0" i="0" sz="900" u="none" cap="none" strike="noStrike">
              <a:solidFill>
                <a:srgbClr val="000000"/>
              </a:solidFill>
              <a:latin typeface="Arial"/>
              <a:ea typeface="Arial"/>
              <a:cs typeface="Arial"/>
              <a:sym typeface="Arial"/>
            </a:endParaRPr>
          </a:p>
        </p:txBody>
      </p:sp>
      <p:grpSp>
        <p:nvGrpSpPr>
          <p:cNvPr id="731" name="Google Shape;731;p38"/>
          <p:cNvGrpSpPr/>
          <p:nvPr/>
        </p:nvGrpSpPr>
        <p:grpSpPr>
          <a:xfrm>
            <a:off x="339712" y="888243"/>
            <a:ext cx="2825326" cy="397001"/>
            <a:chOff x="938974" y="1053283"/>
            <a:chExt cx="4201831" cy="575247"/>
          </a:xfrm>
        </p:grpSpPr>
        <p:sp>
          <p:nvSpPr>
            <p:cNvPr id="732" name="Google Shape;732;p38"/>
            <p:cNvSpPr txBox="1"/>
            <p:nvPr/>
          </p:nvSpPr>
          <p:spPr>
            <a:xfrm>
              <a:off x="1526531" y="1053283"/>
              <a:ext cx="3614274" cy="575247"/>
            </a:xfrm>
            <a:prstGeom prst="rect">
              <a:avLst/>
            </a:prstGeom>
            <a:noFill/>
            <a:ln>
              <a:noFill/>
            </a:ln>
          </p:spPr>
          <p:txBody>
            <a:bodyPr anchorCtr="0" anchor="t" bIns="91425" lIns="91425" spcFirstLastPara="1" rIns="91425" wrap="square" tIns="91425">
              <a:spAutoFit/>
            </a:bodyPr>
            <a:lstStyle/>
            <a:p>
              <a:pPr indent="0" lvl="0" marL="0" marR="0" rtl="0" algn="l">
                <a:lnSpc>
                  <a:spcPct val="115000"/>
                </a:lnSpc>
                <a:spcBef>
                  <a:spcPts val="0"/>
                </a:spcBef>
                <a:spcAft>
                  <a:spcPts val="0"/>
                </a:spcAft>
                <a:buClr>
                  <a:srgbClr val="000000"/>
                </a:buClr>
                <a:buSzPts val="2000"/>
                <a:buFont typeface="Arial"/>
                <a:buNone/>
              </a:pPr>
              <a:r>
                <a:rPr b="1" i="0" lang="pt-BR" sz="1200" u="none" cap="none" strike="noStrike">
                  <a:solidFill>
                    <a:schemeClr val="lt1"/>
                  </a:solidFill>
                  <a:latin typeface="Work Sans"/>
                  <a:ea typeface="Work Sans"/>
                  <a:cs typeface="Work Sans"/>
                  <a:sym typeface="Work Sans"/>
                </a:rPr>
                <a:t>Estatística descritiva </a:t>
              </a:r>
              <a:endParaRPr b="1" i="0" sz="1200" u="none" cap="none" strike="noStrike">
                <a:solidFill>
                  <a:schemeClr val="lt1"/>
                </a:solidFill>
                <a:latin typeface="Work Sans"/>
                <a:ea typeface="Work Sans"/>
                <a:cs typeface="Work Sans"/>
                <a:sym typeface="Work Sans"/>
              </a:endParaRPr>
            </a:p>
          </p:txBody>
        </p:sp>
        <p:pic>
          <p:nvPicPr>
            <p:cNvPr descr="Tally outline" id="733" name="Google Shape;733;p38"/>
            <p:cNvPicPr preferRelativeResize="0"/>
            <p:nvPr/>
          </p:nvPicPr>
          <p:blipFill rotWithShape="1">
            <a:blip r:embed="rId3">
              <a:alphaModFix/>
            </a:blip>
            <a:srcRect b="0" l="0" r="0" t="0"/>
            <a:stretch/>
          </p:blipFill>
          <p:spPr>
            <a:xfrm>
              <a:off x="938974" y="1126471"/>
              <a:ext cx="432397" cy="432397"/>
            </a:xfrm>
            <a:prstGeom prst="rect">
              <a:avLst/>
            </a:prstGeom>
            <a:noFill/>
            <a:ln>
              <a:noFill/>
            </a:ln>
          </p:spPr>
        </p:pic>
      </p:grpSp>
      <p:sp>
        <p:nvSpPr>
          <p:cNvPr id="734" name="Google Shape;734;p38"/>
          <p:cNvSpPr/>
          <p:nvPr/>
        </p:nvSpPr>
        <p:spPr>
          <a:xfrm>
            <a:off x="726766" y="1340602"/>
            <a:ext cx="1771204" cy="576000"/>
          </a:xfrm>
          <a:prstGeom prst="roundRect">
            <a:avLst>
              <a:gd fmla="val 16667" name="adj"/>
            </a:avLst>
          </a:prstGeom>
          <a:solidFill>
            <a:srgbClr val="FFFFFF"/>
          </a:solidFill>
          <a:ln cap="flat" cmpd="sng" w="28575">
            <a:solidFill>
              <a:srgbClr val="C1272D"/>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800"/>
              <a:buFont typeface="Arial"/>
              <a:buNone/>
            </a:pPr>
            <a:r>
              <a:rPr b="1" i="0" lang="pt-BR" sz="1000" u="none" cap="none" strike="noStrike">
                <a:solidFill>
                  <a:schemeClr val="lt1"/>
                </a:solidFill>
                <a:latin typeface="Work Sans"/>
                <a:ea typeface="Work Sans"/>
                <a:cs typeface="Work Sans"/>
                <a:sym typeface="Work Sans"/>
              </a:rPr>
              <a:t>Média aritmética </a:t>
            </a:r>
            <a:r>
              <a:rPr b="0" i="1" lang="pt-BR" sz="1000" u="none" cap="none" strike="noStrike">
                <a:solidFill>
                  <a:schemeClr val="lt1"/>
                </a:solidFill>
                <a:latin typeface="Work Sans"/>
                <a:ea typeface="Work Sans"/>
                <a:cs typeface="Work Sans"/>
                <a:sym typeface="Work Sans"/>
              </a:rPr>
              <a:t>arithmetic mean</a:t>
            </a:r>
            <a:endParaRPr b="0" i="0" sz="1000" u="none" cap="none" strike="noStrike">
              <a:solidFill>
                <a:schemeClr val="lt1"/>
              </a:solidFill>
              <a:latin typeface="Work Sans"/>
              <a:ea typeface="Work Sans"/>
              <a:cs typeface="Work Sans"/>
              <a:sym typeface="Work Sans"/>
            </a:endParaRPr>
          </a:p>
        </p:txBody>
      </p:sp>
      <p:pic>
        <p:nvPicPr>
          <p:cNvPr id="735" name="Google Shape;735;p38"/>
          <p:cNvPicPr preferRelativeResize="0"/>
          <p:nvPr/>
        </p:nvPicPr>
        <p:blipFill rotWithShape="1">
          <a:blip r:embed="rId4">
            <a:alphaModFix/>
          </a:blip>
          <a:srcRect b="0" l="0" r="0" t="0"/>
          <a:stretch/>
        </p:blipFill>
        <p:spPr>
          <a:xfrm>
            <a:off x="3441400" y="1419176"/>
            <a:ext cx="723693" cy="463186"/>
          </a:xfrm>
          <a:prstGeom prst="rect">
            <a:avLst/>
          </a:prstGeom>
          <a:noFill/>
          <a:ln>
            <a:noFill/>
          </a:ln>
        </p:spPr>
      </p:pic>
      <p:sp>
        <p:nvSpPr>
          <p:cNvPr id="736" name="Google Shape;736;p38"/>
          <p:cNvSpPr txBox="1"/>
          <p:nvPr/>
        </p:nvSpPr>
        <p:spPr>
          <a:xfrm>
            <a:off x="3194805" y="2514425"/>
            <a:ext cx="2779757" cy="26157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1600"/>
              <a:buFont typeface="Arial"/>
              <a:buNone/>
            </a:pPr>
            <a:r>
              <a:rPr b="0" i="0" lang="pt-BR" sz="1100" u="none" cap="none" strike="noStrike">
                <a:solidFill>
                  <a:schemeClr val="lt1"/>
                </a:solidFill>
                <a:latin typeface="Work Sans"/>
                <a:ea typeface="Work Sans"/>
                <a:cs typeface="Work Sans"/>
                <a:sym typeface="Work Sans"/>
              </a:rPr>
              <a:t>Média entre: 47, 48, 49, 55, 56, 63.</a:t>
            </a:r>
            <a:endParaRPr b="0" i="0" sz="1100" u="none" cap="none" strike="noStrike">
              <a:solidFill>
                <a:schemeClr val="lt1"/>
              </a:solidFill>
              <a:latin typeface="Work Sans"/>
              <a:ea typeface="Work Sans"/>
              <a:cs typeface="Work Sans"/>
              <a:sym typeface="Work Sans"/>
            </a:endParaRPr>
          </a:p>
        </p:txBody>
      </p:sp>
      <p:grpSp>
        <p:nvGrpSpPr>
          <p:cNvPr id="737" name="Google Shape;737;p38"/>
          <p:cNvGrpSpPr/>
          <p:nvPr/>
        </p:nvGrpSpPr>
        <p:grpSpPr>
          <a:xfrm>
            <a:off x="3481323" y="3085174"/>
            <a:ext cx="2181352" cy="698673"/>
            <a:chOff x="819450" y="2535240"/>
            <a:chExt cx="2520000" cy="698673"/>
          </a:xfrm>
        </p:grpSpPr>
        <p:sp>
          <p:nvSpPr>
            <p:cNvPr id="738" name="Google Shape;738;p38"/>
            <p:cNvSpPr txBox="1"/>
            <p:nvPr/>
          </p:nvSpPr>
          <p:spPr>
            <a:xfrm>
              <a:off x="819450" y="2535240"/>
              <a:ext cx="2520000" cy="353913"/>
            </a:xfrm>
            <a:prstGeom prst="rect">
              <a:avLst/>
            </a:prstGeom>
            <a:noFill/>
            <a:ln>
              <a:noFill/>
            </a:ln>
          </p:spPr>
          <p:txBody>
            <a:bodyPr anchorCtr="0" anchor="t" bIns="91425" lIns="91425" spcFirstLastPara="1" rIns="91425" wrap="square" tIns="91425">
              <a:spAutoFit/>
            </a:bodyPr>
            <a:lstStyle/>
            <a:p>
              <a:pPr indent="0" lvl="0" marL="0" marR="0" rtl="0" algn="ctr">
                <a:lnSpc>
                  <a:spcPct val="100000"/>
                </a:lnSpc>
                <a:spcBef>
                  <a:spcPts val="0"/>
                </a:spcBef>
                <a:spcAft>
                  <a:spcPts val="0"/>
                </a:spcAft>
                <a:buClr>
                  <a:schemeClr val="dk1"/>
                </a:buClr>
                <a:buSzPts val="1600"/>
                <a:buFont typeface="Arial"/>
                <a:buNone/>
              </a:pPr>
              <a:r>
                <a:rPr b="0" i="0" lang="pt-BR" sz="1100" u="none" cap="none" strike="noStrike">
                  <a:solidFill>
                    <a:schemeClr val="lt1"/>
                  </a:solidFill>
                  <a:latin typeface="Work Sans"/>
                  <a:ea typeface="Work Sans"/>
                  <a:cs typeface="Work Sans"/>
                  <a:sym typeface="Work Sans"/>
                </a:rPr>
                <a:t>47 + 48 + 49 + 55 + 56 + 63</a:t>
              </a:r>
              <a:endParaRPr b="0" i="0" sz="1100" u="none" cap="none" strike="noStrike">
                <a:solidFill>
                  <a:schemeClr val="lt1"/>
                </a:solidFill>
                <a:latin typeface="Work Sans"/>
                <a:ea typeface="Work Sans"/>
                <a:cs typeface="Work Sans"/>
                <a:sym typeface="Work Sans"/>
              </a:endParaRPr>
            </a:p>
          </p:txBody>
        </p:sp>
        <p:cxnSp>
          <p:nvCxnSpPr>
            <p:cNvPr id="739" name="Google Shape;739;p38"/>
            <p:cNvCxnSpPr/>
            <p:nvPr/>
          </p:nvCxnSpPr>
          <p:spPr>
            <a:xfrm>
              <a:off x="819450" y="2880000"/>
              <a:ext cx="2520000" cy="0"/>
            </a:xfrm>
            <a:prstGeom prst="straightConnector1">
              <a:avLst/>
            </a:prstGeom>
            <a:noFill/>
            <a:ln cap="flat" cmpd="sng" w="19050">
              <a:solidFill>
                <a:schemeClr val="dk1"/>
              </a:solidFill>
              <a:prstDash val="solid"/>
              <a:round/>
              <a:headEnd len="sm" w="sm" type="none"/>
              <a:tailEnd len="sm" w="sm" type="none"/>
            </a:ln>
          </p:spPr>
        </p:cxnSp>
        <p:sp>
          <p:nvSpPr>
            <p:cNvPr id="740" name="Google Shape;740;p38"/>
            <p:cNvSpPr txBox="1"/>
            <p:nvPr/>
          </p:nvSpPr>
          <p:spPr>
            <a:xfrm>
              <a:off x="819450" y="2880000"/>
              <a:ext cx="2520000" cy="353913"/>
            </a:xfrm>
            <a:prstGeom prst="rect">
              <a:avLst/>
            </a:prstGeom>
            <a:noFill/>
            <a:ln>
              <a:noFill/>
            </a:ln>
          </p:spPr>
          <p:txBody>
            <a:bodyPr anchorCtr="0" anchor="t" bIns="91425" lIns="91425" spcFirstLastPara="1" rIns="91425" wrap="square" tIns="91425">
              <a:spAutoFit/>
            </a:bodyPr>
            <a:lstStyle/>
            <a:p>
              <a:pPr indent="0" lvl="0" marL="0" marR="0" rtl="0" algn="ctr">
                <a:lnSpc>
                  <a:spcPct val="100000"/>
                </a:lnSpc>
                <a:spcBef>
                  <a:spcPts val="0"/>
                </a:spcBef>
                <a:spcAft>
                  <a:spcPts val="0"/>
                </a:spcAft>
                <a:buClr>
                  <a:schemeClr val="dk1"/>
                </a:buClr>
                <a:buSzPts val="1600"/>
                <a:buFont typeface="Arial"/>
                <a:buNone/>
              </a:pPr>
              <a:r>
                <a:rPr b="0" i="0" lang="pt-BR" sz="1100" u="none" cap="none" strike="noStrike">
                  <a:solidFill>
                    <a:schemeClr val="lt1"/>
                  </a:solidFill>
                  <a:latin typeface="Work Sans"/>
                  <a:ea typeface="Work Sans"/>
                  <a:cs typeface="Work Sans"/>
                  <a:sym typeface="Work Sans"/>
                </a:rPr>
                <a:t>6</a:t>
              </a:r>
              <a:endParaRPr b="0" i="0" sz="1100" u="none" cap="none" strike="noStrike">
                <a:solidFill>
                  <a:schemeClr val="lt1"/>
                </a:solidFill>
                <a:latin typeface="Work Sans"/>
                <a:ea typeface="Work Sans"/>
                <a:cs typeface="Work Sans"/>
                <a:sym typeface="Work Sans"/>
              </a:endParaRPr>
            </a:p>
          </p:txBody>
        </p:sp>
      </p:grpSp>
      <p:sp>
        <p:nvSpPr>
          <p:cNvPr id="741" name="Google Shape;741;p38"/>
          <p:cNvSpPr txBox="1"/>
          <p:nvPr/>
        </p:nvSpPr>
        <p:spPr>
          <a:xfrm>
            <a:off x="3494007" y="4047793"/>
            <a:ext cx="2181352" cy="353913"/>
          </a:xfrm>
          <a:prstGeom prst="rect">
            <a:avLst/>
          </a:prstGeom>
          <a:noFill/>
          <a:ln cap="flat" cmpd="sng" w="19050">
            <a:solidFill>
              <a:srgbClr val="000000"/>
            </a:solidFill>
            <a:prstDash val="dash"/>
            <a:round/>
            <a:headEnd len="sm" w="sm" type="none"/>
            <a:tailEnd len="sm" w="sm" type="none"/>
          </a:ln>
        </p:spPr>
        <p:txBody>
          <a:bodyPr anchorCtr="0" anchor="t" bIns="91425" lIns="91425" spcFirstLastPara="1" rIns="91425" wrap="square" tIns="91425">
            <a:spAutoFit/>
          </a:bodyPr>
          <a:lstStyle/>
          <a:p>
            <a:pPr indent="0" lvl="0" marL="0" marR="0" rtl="0" algn="ctr">
              <a:lnSpc>
                <a:spcPct val="100000"/>
              </a:lnSpc>
              <a:spcBef>
                <a:spcPts val="0"/>
              </a:spcBef>
              <a:spcAft>
                <a:spcPts val="0"/>
              </a:spcAft>
              <a:buClr>
                <a:schemeClr val="dk1"/>
              </a:buClr>
              <a:buSzPts val="1600"/>
              <a:buFont typeface="Arial"/>
              <a:buNone/>
            </a:pPr>
            <a:r>
              <a:rPr b="0" i="0" lang="pt-BR" sz="1100" u="none" cap="none" strike="noStrike">
                <a:solidFill>
                  <a:schemeClr val="lt1"/>
                </a:solidFill>
                <a:latin typeface="Work Sans"/>
                <a:ea typeface="Work Sans"/>
                <a:cs typeface="Work Sans"/>
                <a:sym typeface="Work Sans"/>
              </a:rPr>
              <a:t>Média = 318 / 6 = </a:t>
            </a:r>
            <a:r>
              <a:rPr b="1" i="0" lang="pt-BR" sz="1100" u="none" cap="none" strike="noStrike">
                <a:solidFill>
                  <a:schemeClr val="lt1"/>
                </a:solidFill>
                <a:latin typeface="Work Sans"/>
                <a:ea typeface="Work Sans"/>
                <a:cs typeface="Work Sans"/>
                <a:sym typeface="Work Sans"/>
              </a:rPr>
              <a:t>53</a:t>
            </a:r>
            <a:endParaRPr b="1" i="0" sz="1100" u="none" cap="none" strike="noStrike">
              <a:solidFill>
                <a:schemeClr val="lt1"/>
              </a:solidFill>
              <a:latin typeface="Work Sans"/>
              <a:ea typeface="Work Sans"/>
              <a:cs typeface="Work Sans"/>
              <a:sym typeface="Work Sans"/>
            </a:endParaRPr>
          </a:p>
        </p:txBody>
      </p:sp>
      <p:grpSp>
        <p:nvGrpSpPr>
          <p:cNvPr id="742" name="Google Shape;742;p38"/>
          <p:cNvGrpSpPr/>
          <p:nvPr/>
        </p:nvGrpSpPr>
        <p:grpSpPr>
          <a:xfrm>
            <a:off x="5268340" y="1266972"/>
            <a:ext cx="3240000" cy="767593"/>
            <a:chOff x="-74962" y="3146224"/>
            <a:chExt cx="3240000" cy="767593"/>
          </a:xfrm>
        </p:grpSpPr>
        <p:sp>
          <p:nvSpPr>
            <p:cNvPr id="743" name="Google Shape;743;p38"/>
            <p:cNvSpPr txBox="1"/>
            <p:nvPr/>
          </p:nvSpPr>
          <p:spPr>
            <a:xfrm>
              <a:off x="-74962" y="3146224"/>
              <a:ext cx="3240000" cy="26157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chemeClr val="dk1"/>
                </a:buClr>
                <a:buSzPts val="1800"/>
                <a:buFont typeface="Arial"/>
                <a:buNone/>
              </a:pPr>
              <a:r>
                <a:rPr b="0" i="0" lang="pt-BR" sz="1100" u="none" cap="none" strike="noStrike">
                  <a:solidFill>
                    <a:schemeClr val="lt1"/>
                  </a:solidFill>
                  <a:latin typeface="Work Sans"/>
                  <a:ea typeface="Work Sans"/>
                  <a:cs typeface="Work Sans"/>
                  <a:sym typeface="Work Sans"/>
                </a:rPr>
                <a:t>Soma dos elementos</a:t>
              </a:r>
              <a:endParaRPr b="0" i="0" sz="1100" u="none" cap="none" strike="noStrike">
                <a:solidFill>
                  <a:schemeClr val="lt1"/>
                </a:solidFill>
                <a:latin typeface="Work Sans"/>
                <a:ea typeface="Work Sans"/>
                <a:cs typeface="Work Sans"/>
                <a:sym typeface="Work Sans"/>
              </a:endParaRPr>
            </a:p>
          </p:txBody>
        </p:sp>
        <p:sp>
          <p:nvSpPr>
            <p:cNvPr id="744" name="Google Shape;744;p38"/>
            <p:cNvSpPr txBox="1"/>
            <p:nvPr/>
          </p:nvSpPr>
          <p:spPr>
            <a:xfrm>
              <a:off x="-74962" y="3383767"/>
              <a:ext cx="3240000" cy="26157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chemeClr val="dk1"/>
                </a:buClr>
                <a:buSzPts val="1800"/>
                <a:buFont typeface="Arial"/>
                <a:buNone/>
              </a:pPr>
              <a:r>
                <a:rPr b="0" i="0" lang="pt-BR" sz="1100" u="none" cap="none" strike="noStrike">
                  <a:solidFill>
                    <a:schemeClr val="lt1"/>
                  </a:solidFill>
                  <a:latin typeface="Work Sans"/>
                  <a:ea typeface="Work Sans"/>
                  <a:cs typeface="Work Sans"/>
                  <a:sym typeface="Work Sans"/>
                </a:rPr>
                <a:t>… dividido por …</a:t>
              </a:r>
              <a:endParaRPr b="0" i="0" sz="1100" u="none" cap="none" strike="noStrike">
                <a:solidFill>
                  <a:schemeClr val="lt1"/>
                </a:solidFill>
                <a:latin typeface="Work Sans"/>
                <a:ea typeface="Work Sans"/>
                <a:cs typeface="Work Sans"/>
                <a:sym typeface="Work Sans"/>
              </a:endParaRPr>
            </a:p>
          </p:txBody>
        </p:sp>
        <p:sp>
          <p:nvSpPr>
            <p:cNvPr id="745" name="Google Shape;745;p38"/>
            <p:cNvSpPr txBox="1"/>
            <p:nvPr/>
          </p:nvSpPr>
          <p:spPr>
            <a:xfrm>
              <a:off x="-74962" y="3652247"/>
              <a:ext cx="3240000" cy="26157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chemeClr val="dk1"/>
                </a:buClr>
                <a:buSzPts val="1800"/>
                <a:buFont typeface="Arial"/>
                <a:buNone/>
              </a:pPr>
              <a:r>
                <a:rPr b="0" i="0" lang="pt-BR" sz="1100" u="none" cap="none" strike="noStrike">
                  <a:solidFill>
                    <a:schemeClr val="lt1"/>
                  </a:solidFill>
                  <a:latin typeface="Work Sans"/>
                  <a:ea typeface="Work Sans"/>
                  <a:cs typeface="Work Sans"/>
                  <a:sym typeface="Work Sans"/>
                </a:rPr>
                <a:t>Quantidade de elementos</a:t>
              </a:r>
              <a:endParaRPr b="0" i="0" sz="1100" u="none" cap="none" strike="noStrike">
                <a:solidFill>
                  <a:schemeClr val="lt1"/>
                </a:solidFill>
                <a:latin typeface="Work Sans"/>
                <a:ea typeface="Work Sans"/>
                <a:cs typeface="Work Sans"/>
                <a:sym typeface="Work Sans"/>
              </a:endParaRPr>
            </a:p>
          </p:txBody>
        </p:sp>
      </p:grpSp>
      <p:sp>
        <p:nvSpPr>
          <p:cNvPr id="746" name="Google Shape;746;p38"/>
          <p:cNvSpPr/>
          <p:nvPr/>
        </p:nvSpPr>
        <p:spPr>
          <a:xfrm>
            <a:off x="4831367" y="1524888"/>
            <a:ext cx="295083" cy="252000"/>
          </a:xfrm>
          <a:prstGeom prst="rightArrow">
            <a:avLst>
              <a:gd fmla="val 50000" name="adj1"/>
              <a:gd fmla="val 50000" name="adj2"/>
            </a:avLst>
          </a:prstGeom>
          <a:solidFill>
            <a:srgbClr val="C0000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chemeClr val="dk1"/>
              </a:buClr>
              <a:buSzPts val="1800"/>
              <a:buFont typeface="Calibri"/>
              <a:buNone/>
            </a:pPr>
            <a:r>
              <a:t/>
            </a:r>
            <a:endParaRPr b="0" i="0" sz="1100" u="none" cap="none" strike="noStrike">
              <a:solidFill>
                <a:schemeClr val="lt1"/>
              </a:solidFill>
              <a:latin typeface="Work Sans"/>
              <a:ea typeface="Work Sans"/>
              <a:cs typeface="Work Sans"/>
              <a:sym typeface="Work Sans"/>
            </a:endParaRPr>
          </a:p>
        </p:txBody>
      </p:sp>
      <p:sp>
        <p:nvSpPr>
          <p:cNvPr id="747" name="Google Shape;747;p38"/>
          <p:cNvSpPr txBox="1"/>
          <p:nvPr/>
        </p:nvSpPr>
        <p:spPr>
          <a:xfrm>
            <a:off x="0" y="4825425"/>
            <a:ext cx="4862100" cy="276900"/>
          </a:xfrm>
          <a:prstGeom prst="rect">
            <a:avLst/>
          </a:prstGeom>
          <a:noFill/>
          <a:ln>
            <a:noFill/>
          </a:ln>
        </p:spPr>
        <p:txBody>
          <a:bodyPr anchorCtr="0" anchor="t" bIns="68550" lIns="137125" spcFirstLastPara="1" rIns="137125" wrap="square" tIns="68550">
            <a:spAutoFit/>
          </a:bodyPr>
          <a:lstStyle/>
          <a:p>
            <a:pPr indent="0" lvl="0" marL="0" marR="0" rtl="0" algn="l">
              <a:lnSpc>
                <a:spcPct val="100000"/>
              </a:lnSpc>
              <a:spcBef>
                <a:spcPts val="0"/>
              </a:spcBef>
              <a:spcAft>
                <a:spcPts val="0"/>
              </a:spcAft>
              <a:buClr>
                <a:srgbClr val="000000"/>
              </a:buClr>
              <a:buSzPts val="900"/>
              <a:buFont typeface="Arial"/>
              <a:buNone/>
            </a:pPr>
            <a:r>
              <a:rPr b="1" i="0" lang="pt-BR" sz="900" u="none" cap="none" strike="noStrike">
                <a:solidFill>
                  <a:srgbClr val="000000"/>
                </a:solidFill>
                <a:latin typeface="Arial"/>
                <a:ea typeface="Arial"/>
                <a:cs typeface="Arial"/>
                <a:sym typeface="Arial"/>
              </a:rPr>
              <a:t>Prep4Consulting 2026.2 </a:t>
            </a:r>
            <a:r>
              <a:rPr b="0" i="0" lang="pt-BR" sz="900" u="none" cap="none" strike="noStrike">
                <a:solidFill>
                  <a:srgbClr val="000000"/>
                </a:solidFill>
                <a:latin typeface="Arial"/>
                <a:ea typeface="Arial"/>
                <a:cs typeface="Arial"/>
                <a:sym typeface="Arial"/>
              </a:rPr>
              <a:t>| GMAT: Estrutura da Prova</a:t>
            </a:r>
            <a:endParaRPr b="0" i="0" sz="900" u="none" cap="none" strike="noStrike">
              <a:solidFill>
                <a:srgbClr val="000000"/>
              </a:solidFill>
              <a:latin typeface="Arial"/>
              <a:ea typeface="Arial"/>
              <a:cs typeface="Arial"/>
              <a:sym typeface="Arial"/>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735"/>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746"/>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742"/>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736"/>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737"/>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741"/>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4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51" name="Shape 751"/>
        <p:cNvGrpSpPr/>
        <p:nvPr/>
      </p:nvGrpSpPr>
      <p:grpSpPr>
        <a:xfrm>
          <a:off x="0" y="0"/>
          <a:ext cx="0" cy="0"/>
          <a:chOff x="0" y="0"/>
          <a:chExt cx="0" cy="0"/>
        </a:xfrm>
      </p:grpSpPr>
      <p:sp>
        <p:nvSpPr>
          <p:cNvPr id="752" name="Google Shape;752;p39"/>
          <p:cNvSpPr txBox="1"/>
          <p:nvPr>
            <p:ph idx="4294967295" type="title"/>
          </p:nvPr>
        </p:nvSpPr>
        <p:spPr>
          <a:xfrm>
            <a:off x="722375" y="384050"/>
            <a:ext cx="5052900" cy="5760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3000"/>
              <a:buNone/>
            </a:pPr>
            <a:r>
              <a:rPr lang="pt-BR"/>
              <a:t>REVISÃO DE MATEMÁTICA</a:t>
            </a:r>
            <a:endParaRPr/>
          </a:p>
        </p:txBody>
      </p:sp>
      <p:sp>
        <p:nvSpPr>
          <p:cNvPr id="753" name="Google Shape;753;p39"/>
          <p:cNvSpPr txBox="1"/>
          <p:nvPr/>
        </p:nvSpPr>
        <p:spPr>
          <a:xfrm>
            <a:off x="4281900" y="4825425"/>
            <a:ext cx="4862100" cy="276900"/>
          </a:xfrm>
          <a:prstGeom prst="rect">
            <a:avLst/>
          </a:prstGeom>
          <a:noFill/>
          <a:ln>
            <a:noFill/>
          </a:ln>
        </p:spPr>
        <p:txBody>
          <a:bodyPr anchorCtr="0" anchor="t" bIns="68550" lIns="137125" spcFirstLastPara="1" rIns="137125" wrap="square" tIns="68550">
            <a:spAutoFit/>
          </a:bodyPr>
          <a:lstStyle/>
          <a:p>
            <a:pPr indent="0" lvl="0" marL="0" marR="0" rtl="0" algn="r">
              <a:lnSpc>
                <a:spcPct val="100000"/>
              </a:lnSpc>
              <a:spcBef>
                <a:spcPts val="0"/>
              </a:spcBef>
              <a:spcAft>
                <a:spcPts val="0"/>
              </a:spcAft>
              <a:buClr>
                <a:srgbClr val="000000"/>
              </a:buClr>
              <a:buSzPts val="900"/>
              <a:buFont typeface="Arial"/>
              <a:buNone/>
            </a:pPr>
            <a:r>
              <a:rPr b="0" i="0" lang="pt-BR" sz="900" u="none" cap="none" strike="noStrike">
                <a:solidFill>
                  <a:srgbClr val="000000"/>
                </a:solidFill>
                <a:latin typeface="Arial"/>
                <a:ea typeface="Arial"/>
                <a:cs typeface="Arial"/>
                <a:sym typeface="Arial"/>
              </a:rPr>
              <a:t>Copyright © 2026 Clube de Consultoria Universitário. All rights reserved.</a:t>
            </a:r>
            <a:endParaRPr b="0" i="0" sz="900" u="none" cap="none" strike="noStrike">
              <a:solidFill>
                <a:srgbClr val="000000"/>
              </a:solidFill>
              <a:latin typeface="Arial"/>
              <a:ea typeface="Arial"/>
              <a:cs typeface="Arial"/>
              <a:sym typeface="Arial"/>
            </a:endParaRPr>
          </a:p>
        </p:txBody>
      </p:sp>
      <p:grpSp>
        <p:nvGrpSpPr>
          <p:cNvPr id="754" name="Google Shape;754;p39"/>
          <p:cNvGrpSpPr/>
          <p:nvPr/>
        </p:nvGrpSpPr>
        <p:grpSpPr>
          <a:xfrm>
            <a:off x="339712" y="888243"/>
            <a:ext cx="2825326" cy="397001"/>
            <a:chOff x="938974" y="1053283"/>
            <a:chExt cx="4201831" cy="575247"/>
          </a:xfrm>
        </p:grpSpPr>
        <p:sp>
          <p:nvSpPr>
            <p:cNvPr id="755" name="Google Shape;755;p39"/>
            <p:cNvSpPr txBox="1"/>
            <p:nvPr/>
          </p:nvSpPr>
          <p:spPr>
            <a:xfrm>
              <a:off x="1526531" y="1053283"/>
              <a:ext cx="3614274" cy="575247"/>
            </a:xfrm>
            <a:prstGeom prst="rect">
              <a:avLst/>
            </a:prstGeom>
            <a:noFill/>
            <a:ln>
              <a:noFill/>
            </a:ln>
          </p:spPr>
          <p:txBody>
            <a:bodyPr anchorCtr="0" anchor="t" bIns="91425" lIns="91425" spcFirstLastPara="1" rIns="91425" wrap="square" tIns="91425">
              <a:spAutoFit/>
            </a:bodyPr>
            <a:lstStyle/>
            <a:p>
              <a:pPr indent="0" lvl="0" marL="0" marR="0" rtl="0" algn="l">
                <a:lnSpc>
                  <a:spcPct val="115000"/>
                </a:lnSpc>
                <a:spcBef>
                  <a:spcPts val="0"/>
                </a:spcBef>
                <a:spcAft>
                  <a:spcPts val="0"/>
                </a:spcAft>
                <a:buClr>
                  <a:srgbClr val="000000"/>
                </a:buClr>
                <a:buSzPts val="2000"/>
                <a:buFont typeface="Arial"/>
                <a:buNone/>
              </a:pPr>
              <a:r>
                <a:rPr b="1" i="0" lang="pt-BR" sz="1200" u="none" cap="none" strike="noStrike">
                  <a:solidFill>
                    <a:schemeClr val="lt1"/>
                  </a:solidFill>
                  <a:latin typeface="Work Sans"/>
                  <a:ea typeface="Work Sans"/>
                  <a:cs typeface="Work Sans"/>
                  <a:sym typeface="Work Sans"/>
                </a:rPr>
                <a:t>Estatística descritiva </a:t>
              </a:r>
              <a:endParaRPr b="1" i="0" sz="1200" u="none" cap="none" strike="noStrike">
                <a:solidFill>
                  <a:schemeClr val="lt1"/>
                </a:solidFill>
                <a:latin typeface="Work Sans"/>
                <a:ea typeface="Work Sans"/>
                <a:cs typeface="Work Sans"/>
                <a:sym typeface="Work Sans"/>
              </a:endParaRPr>
            </a:p>
          </p:txBody>
        </p:sp>
        <p:pic>
          <p:nvPicPr>
            <p:cNvPr descr="Tally outline" id="756" name="Google Shape;756;p39"/>
            <p:cNvPicPr preferRelativeResize="0"/>
            <p:nvPr/>
          </p:nvPicPr>
          <p:blipFill rotWithShape="1">
            <a:blip r:embed="rId3">
              <a:alphaModFix/>
            </a:blip>
            <a:srcRect b="0" l="0" r="0" t="0"/>
            <a:stretch/>
          </p:blipFill>
          <p:spPr>
            <a:xfrm>
              <a:off x="938974" y="1126471"/>
              <a:ext cx="432397" cy="432397"/>
            </a:xfrm>
            <a:prstGeom prst="rect">
              <a:avLst/>
            </a:prstGeom>
            <a:noFill/>
            <a:ln>
              <a:noFill/>
            </a:ln>
          </p:spPr>
        </p:pic>
      </p:grpSp>
      <p:sp>
        <p:nvSpPr>
          <p:cNvPr id="757" name="Google Shape;757;p39"/>
          <p:cNvSpPr/>
          <p:nvPr/>
        </p:nvSpPr>
        <p:spPr>
          <a:xfrm>
            <a:off x="726766" y="1340602"/>
            <a:ext cx="1771204" cy="576000"/>
          </a:xfrm>
          <a:prstGeom prst="roundRect">
            <a:avLst>
              <a:gd fmla="val 16667" name="adj"/>
            </a:avLst>
          </a:prstGeom>
          <a:solidFill>
            <a:srgbClr val="FFFFFF"/>
          </a:solidFill>
          <a:ln cap="flat" cmpd="sng" w="28575">
            <a:solidFill>
              <a:srgbClr val="C1272D"/>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800"/>
              <a:buFont typeface="Arial"/>
              <a:buNone/>
            </a:pPr>
            <a:r>
              <a:rPr b="1" i="0" lang="pt-BR" sz="1000" u="none" cap="none" strike="noStrike">
                <a:solidFill>
                  <a:schemeClr val="lt1"/>
                </a:solidFill>
                <a:latin typeface="Work Sans"/>
                <a:ea typeface="Work Sans"/>
                <a:cs typeface="Work Sans"/>
                <a:sym typeface="Work Sans"/>
              </a:rPr>
              <a:t>Média aritmética </a:t>
            </a:r>
            <a:r>
              <a:rPr b="0" i="1" lang="pt-BR" sz="1000" u="none" cap="none" strike="noStrike">
                <a:solidFill>
                  <a:schemeClr val="lt1"/>
                </a:solidFill>
                <a:latin typeface="Work Sans"/>
                <a:ea typeface="Work Sans"/>
                <a:cs typeface="Work Sans"/>
                <a:sym typeface="Work Sans"/>
              </a:rPr>
              <a:t>arithmetic mean</a:t>
            </a:r>
            <a:endParaRPr b="0" i="0" sz="1000" u="none" cap="none" strike="noStrike">
              <a:solidFill>
                <a:schemeClr val="lt1"/>
              </a:solidFill>
              <a:latin typeface="Work Sans"/>
              <a:ea typeface="Work Sans"/>
              <a:cs typeface="Work Sans"/>
              <a:sym typeface="Work Sans"/>
            </a:endParaRPr>
          </a:p>
        </p:txBody>
      </p:sp>
      <p:sp>
        <p:nvSpPr>
          <p:cNvPr id="758" name="Google Shape;758;p39"/>
          <p:cNvSpPr txBox="1"/>
          <p:nvPr/>
        </p:nvSpPr>
        <p:spPr>
          <a:xfrm>
            <a:off x="630458" y="2151596"/>
            <a:ext cx="3100874" cy="338524"/>
          </a:xfrm>
          <a:prstGeom prst="rect">
            <a:avLst/>
          </a:prstGeom>
          <a:noFill/>
          <a:ln>
            <a:noFill/>
          </a:ln>
        </p:spPr>
        <p:txBody>
          <a:bodyPr anchorCtr="0" anchor="t" bIns="91425" lIns="91425" spcFirstLastPara="1" rIns="91425" wrap="square" tIns="91425">
            <a:spAutoFit/>
          </a:bodyPr>
          <a:lstStyle/>
          <a:p>
            <a:pPr indent="0" lvl="0" marL="0" marR="0" rtl="0" algn="ctr">
              <a:lnSpc>
                <a:spcPct val="100000"/>
              </a:lnSpc>
              <a:spcBef>
                <a:spcPts val="0"/>
              </a:spcBef>
              <a:spcAft>
                <a:spcPts val="0"/>
              </a:spcAft>
              <a:buClr>
                <a:srgbClr val="BA0E02"/>
              </a:buClr>
              <a:buSzPts val="1500"/>
              <a:buFont typeface="Arial"/>
              <a:buNone/>
            </a:pPr>
            <a:r>
              <a:rPr b="1" i="0" lang="pt-BR" sz="1000" u="none" cap="none" strike="noStrike">
                <a:solidFill>
                  <a:schemeClr val="lt1"/>
                </a:solidFill>
                <a:latin typeface="Work Sans"/>
                <a:ea typeface="Work Sans"/>
                <a:cs typeface="Work Sans"/>
                <a:sym typeface="Work Sans"/>
              </a:rPr>
              <a:t>Metodologia prática para cálculo</a:t>
            </a:r>
            <a:endParaRPr b="0" i="0" sz="1000" u="none" cap="none" strike="noStrike">
              <a:solidFill>
                <a:schemeClr val="lt1"/>
              </a:solidFill>
              <a:latin typeface="Work Sans"/>
              <a:ea typeface="Work Sans"/>
              <a:cs typeface="Work Sans"/>
              <a:sym typeface="Work Sans"/>
            </a:endParaRPr>
          </a:p>
        </p:txBody>
      </p:sp>
      <p:grpSp>
        <p:nvGrpSpPr>
          <p:cNvPr id="759" name="Google Shape;759;p39"/>
          <p:cNvGrpSpPr/>
          <p:nvPr/>
        </p:nvGrpSpPr>
        <p:grpSpPr>
          <a:xfrm>
            <a:off x="630456" y="2501743"/>
            <a:ext cx="3530717" cy="538579"/>
            <a:chOff x="6840000" y="1219774"/>
            <a:chExt cx="3656197" cy="549784"/>
          </a:xfrm>
        </p:grpSpPr>
        <p:sp>
          <p:nvSpPr>
            <p:cNvPr id="760" name="Google Shape;760;p39"/>
            <p:cNvSpPr txBox="1"/>
            <p:nvPr/>
          </p:nvSpPr>
          <p:spPr>
            <a:xfrm>
              <a:off x="7256196" y="1219774"/>
              <a:ext cx="3240001" cy="549784"/>
            </a:xfrm>
            <a:prstGeom prst="rect">
              <a:avLst/>
            </a:prstGeom>
            <a:noFill/>
            <a:ln>
              <a:noFill/>
            </a:ln>
          </p:spPr>
          <p:txBody>
            <a:bodyPr anchorCtr="0" anchor="ctr" bIns="91425" lIns="91425" spcFirstLastPara="1" rIns="91425" wrap="square" tIns="91425">
              <a:spAutoFit/>
            </a:bodyPr>
            <a:lstStyle/>
            <a:p>
              <a:pPr indent="0" lvl="0" marL="0" marR="0" rtl="0" algn="l">
                <a:lnSpc>
                  <a:spcPct val="115000"/>
                </a:lnSpc>
                <a:spcBef>
                  <a:spcPts val="0"/>
                </a:spcBef>
                <a:spcAft>
                  <a:spcPts val="0"/>
                </a:spcAft>
                <a:buClr>
                  <a:srgbClr val="000000"/>
                </a:buClr>
                <a:buSzPts val="1300"/>
                <a:buFont typeface="Arial"/>
                <a:buNone/>
              </a:pPr>
              <a:r>
                <a:rPr b="1" i="0" lang="pt-BR" sz="1000" u="none" cap="none" strike="noStrike">
                  <a:solidFill>
                    <a:schemeClr val="lt1"/>
                  </a:solidFill>
                  <a:latin typeface="Work Sans"/>
                  <a:ea typeface="Work Sans"/>
                  <a:cs typeface="Work Sans"/>
                  <a:sym typeface="Work Sans"/>
                </a:rPr>
                <a:t>Chute um valor </a:t>
              </a:r>
              <a:r>
                <a:rPr b="0" i="0" lang="pt-BR" sz="1000" u="none" cap="none" strike="noStrike">
                  <a:solidFill>
                    <a:schemeClr val="lt1"/>
                  </a:solidFill>
                  <a:latin typeface="Work Sans"/>
                  <a:ea typeface="Work Sans"/>
                  <a:cs typeface="Work Sans"/>
                  <a:sym typeface="Work Sans"/>
                </a:rPr>
                <a:t>aproximadamente intermediário. Exemplo: </a:t>
              </a:r>
              <a:r>
                <a:rPr b="1" i="0" lang="pt-BR" sz="1000" u="none" cap="none" strike="noStrike">
                  <a:solidFill>
                    <a:schemeClr val="lt1"/>
                  </a:solidFill>
                  <a:latin typeface="Work Sans"/>
                  <a:ea typeface="Work Sans"/>
                  <a:cs typeface="Work Sans"/>
                  <a:sym typeface="Work Sans"/>
                </a:rPr>
                <a:t>50</a:t>
              </a:r>
              <a:endParaRPr b="1" i="0" sz="1000" u="none" cap="none" strike="noStrike">
                <a:solidFill>
                  <a:schemeClr val="lt1"/>
                </a:solidFill>
                <a:latin typeface="Work Sans"/>
                <a:ea typeface="Work Sans"/>
                <a:cs typeface="Work Sans"/>
                <a:sym typeface="Work Sans"/>
              </a:endParaRPr>
            </a:p>
          </p:txBody>
        </p:sp>
        <p:sp>
          <p:nvSpPr>
            <p:cNvPr id="761" name="Google Shape;761;p39"/>
            <p:cNvSpPr/>
            <p:nvPr/>
          </p:nvSpPr>
          <p:spPr>
            <a:xfrm>
              <a:off x="6840000" y="1322550"/>
              <a:ext cx="416196" cy="360000"/>
            </a:xfrm>
            <a:prstGeom prst="roundRect">
              <a:avLst>
                <a:gd fmla="val 16667" name="adj"/>
              </a:avLst>
            </a:prstGeom>
            <a:solidFill>
              <a:srgbClr val="C1272D"/>
            </a:solidFill>
            <a:ln>
              <a:noFill/>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000"/>
                <a:buFont typeface="Arial"/>
                <a:buNone/>
              </a:pPr>
              <a:r>
                <a:rPr b="1" i="0" lang="pt-BR" sz="1000" u="none" cap="none" strike="noStrike">
                  <a:solidFill>
                    <a:schemeClr val="lt1"/>
                  </a:solidFill>
                  <a:latin typeface="Work Sans"/>
                  <a:ea typeface="Work Sans"/>
                  <a:cs typeface="Work Sans"/>
                  <a:sym typeface="Work Sans"/>
                </a:rPr>
                <a:t>1º</a:t>
              </a:r>
              <a:endParaRPr b="1" i="0" sz="1000" u="none" cap="none" strike="noStrike">
                <a:solidFill>
                  <a:schemeClr val="lt1"/>
                </a:solidFill>
                <a:latin typeface="Work Sans"/>
                <a:ea typeface="Work Sans"/>
                <a:cs typeface="Work Sans"/>
                <a:sym typeface="Work Sans"/>
              </a:endParaRPr>
            </a:p>
          </p:txBody>
        </p:sp>
      </p:grpSp>
      <p:grpSp>
        <p:nvGrpSpPr>
          <p:cNvPr id="762" name="Google Shape;762;p39"/>
          <p:cNvGrpSpPr/>
          <p:nvPr/>
        </p:nvGrpSpPr>
        <p:grpSpPr>
          <a:xfrm>
            <a:off x="630458" y="3579371"/>
            <a:ext cx="3530061" cy="356133"/>
            <a:chOff x="6840000" y="1203958"/>
            <a:chExt cx="3655517" cy="363542"/>
          </a:xfrm>
        </p:grpSpPr>
        <p:sp>
          <p:nvSpPr>
            <p:cNvPr id="763" name="Google Shape;763;p39"/>
            <p:cNvSpPr txBox="1"/>
            <p:nvPr/>
          </p:nvSpPr>
          <p:spPr>
            <a:xfrm>
              <a:off x="7255517" y="1203958"/>
              <a:ext cx="3240000" cy="361607"/>
            </a:xfrm>
            <a:prstGeom prst="rect">
              <a:avLst/>
            </a:prstGeom>
            <a:noFill/>
            <a:ln>
              <a:noFill/>
            </a:ln>
          </p:spPr>
          <p:txBody>
            <a:bodyPr anchorCtr="0" anchor="ctr" bIns="91425" lIns="91425" spcFirstLastPara="1" rIns="91425" wrap="square" tIns="91425">
              <a:spAutoFit/>
            </a:bodyPr>
            <a:lstStyle/>
            <a:p>
              <a:pPr indent="0" lvl="0" marL="0" marR="0" rtl="0" algn="l">
                <a:lnSpc>
                  <a:spcPct val="115000"/>
                </a:lnSpc>
                <a:spcBef>
                  <a:spcPts val="0"/>
                </a:spcBef>
                <a:spcAft>
                  <a:spcPts val="0"/>
                </a:spcAft>
                <a:buClr>
                  <a:srgbClr val="000000"/>
                </a:buClr>
                <a:buSzPts val="1300"/>
                <a:buFont typeface="Arial"/>
                <a:buNone/>
              </a:pPr>
              <a:r>
                <a:rPr b="0" i="0" lang="pt-BR" sz="1000" u="none" cap="none" strike="noStrike">
                  <a:solidFill>
                    <a:schemeClr val="lt1"/>
                  </a:solidFill>
                  <a:latin typeface="Work Sans"/>
                  <a:ea typeface="Work Sans"/>
                  <a:cs typeface="Work Sans"/>
                  <a:sym typeface="Work Sans"/>
                </a:rPr>
                <a:t>Faça a </a:t>
              </a:r>
              <a:r>
                <a:rPr b="1" i="0" lang="pt-BR" sz="1000" u="none" cap="none" strike="noStrike">
                  <a:solidFill>
                    <a:schemeClr val="lt1"/>
                  </a:solidFill>
                  <a:latin typeface="Work Sans"/>
                  <a:ea typeface="Work Sans"/>
                  <a:cs typeface="Work Sans"/>
                  <a:sym typeface="Work Sans"/>
                </a:rPr>
                <a:t>média das diferenças</a:t>
              </a:r>
              <a:r>
                <a:rPr b="0" i="0" lang="pt-BR" sz="1000" u="none" cap="none" strike="noStrike">
                  <a:solidFill>
                    <a:schemeClr val="lt1"/>
                  </a:solidFill>
                  <a:latin typeface="Work Sans"/>
                  <a:ea typeface="Work Sans"/>
                  <a:cs typeface="Work Sans"/>
                  <a:sym typeface="Work Sans"/>
                </a:rPr>
                <a:t>.</a:t>
              </a:r>
              <a:endParaRPr b="0" i="0" sz="1000" u="none" cap="none" strike="noStrike">
                <a:solidFill>
                  <a:schemeClr val="lt1"/>
                </a:solidFill>
                <a:latin typeface="Work Sans"/>
                <a:ea typeface="Work Sans"/>
                <a:cs typeface="Work Sans"/>
                <a:sym typeface="Work Sans"/>
              </a:endParaRPr>
            </a:p>
          </p:txBody>
        </p:sp>
        <p:sp>
          <p:nvSpPr>
            <p:cNvPr id="764" name="Google Shape;764;p39"/>
            <p:cNvSpPr/>
            <p:nvPr/>
          </p:nvSpPr>
          <p:spPr>
            <a:xfrm>
              <a:off x="6840000" y="1207500"/>
              <a:ext cx="416196" cy="360000"/>
            </a:xfrm>
            <a:prstGeom prst="roundRect">
              <a:avLst>
                <a:gd fmla="val 16667" name="adj"/>
              </a:avLst>
            </a:prstGeom>
            <a:solidFill>
              <a:srgbClr val="C1272D"/>
            </a:solidFill>
            <a:ln>
              <a:noFill/>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000"/>
                <a:buFont typeface="Arial"/>
                <a:buNone/>
              </a:pPr>
              <a:r>
                <a:rPr b="1" i="0" lang="pt-BR" sz="1000" u="none" cap="none" strike="noStrike">
                  <a:solidFill>
                    <a:schemeClr val="lt1"/>
                  </a:solidFill>
                  <a:latin typeface="Work Sans"/>
                  <a:ea typeface="Work Sans"/>
                  <a:cs typeface="Work Sans"/>
                  <a:sym typeface="Work Sans"/>
                </a:rPr>
                <a:t>3º</a:t>
              </a:r>
              <a:endParaRPr b="1" i="0" sz="1000" u="none" cap="none" strike="noStrike">
                <a:solidFill>
                  <a:schemeClr val="lt1"/>
                </a:solidFill>
                <a:latin typeface="Work Sans"/>
                <a:ea typeface="Work Sans"/>
                <a:cs typeface="Work Sans"/>
                <a:sym typeface="Work Sans"/>
              </a:endParaRPr>
            </a:p>
          </p:txBody>
        </p:sp>
      </p:grpSp>
      <p:grpSp>
        <p:nvGrpSpPr>
          <p:cNvPr id="765" name="Google Shape;765;p39"/>
          <p:cNvGrpSpPr/>
          <p:nvPr/>
        </p:nvGrpSpPr>
        <p:grpSpPr>
          <a:xfrm>
            <a:off x="630458" y="3007338"/>
            <a:ext cx="3530717" cy="527602"/>
            <a:chOff x="6840000" y="1233260"/>
            <a:chExt cx="3656196" cy="538579"/>
          </a:xfrm>
        </p:grpSpPr>
        <p:sp>
          <p:nvSpPr>
            <p:cNvPr id="766" name="Google Shape;766;p39"/>
            <p:cNvSpPr txBox="1"/>
            <p:nvPr/>
          </p:nvSpPr>
          <p:spPr>
            <a:xfrm>
              <a:off x="7256196" y="1233260"/>
              <a:ext cx="3240000" cy="538579"/>
            </a:xfrm>
            <a:prstGeom prst="rect">
              <a:avLst/>
            </a:prstGeom>
            <a:noFill/>
            <a:ln>
              <a:noFill/>
            </a:ln>
          </p:spPr>
          <p:txBody>
            <a:bodyPr anchorCtr="0" anchor="ctr" bIns="91425" lIns="91425" spcFirstLastPara="1" rIns="91425" wrap="square" tIns="91425">
              <a:spAutoFit/>
            </a:bodyPr>
            <a:lstStyle/>
            <a:p>
              <a:pPr indent="0" lvl="0" marL="0" marR="0" rtl="0" algn="l">
                <a:lnSpc>
                  <a:spcPct val="115000"/>
                </a:lnSpc>
                <a:spcBef>
                  <a:spcPts val="0"/>
                </a:spcBef>
                <a:spcAft>
                  <a:spcPts val="0"/>
                </a:spcAft>
                <a:buClr>
                  <a:srgbClr val="000000"/>
                </a:buClr>
                <a:buSzPts val="1300"/>
                <a:buFont typeface="Arial"/>
                <a:buNone/>
              </a:pPr>
              <a:r>
                <a:rPr b="1" i="0" lang="pt-BR" sz="1000" u="none" cap="none" strike="noStrike">
                  <a:solidFill>
                    <a:schemeClr val="lt1"/>
                  </a:solidFill>
                  <a:latin typeface="Work Sans"/>
                  <a:ea typeface="Work Sans"/>
                  <a:cs typeface="Work Sans"/>
                  <a:sym typeface="Work Sans"/>
                </a:rPr>
                <a:t>Subtraia o chute </a:t>
              </a:r>
              <a:r>
                <a:rPr b="0" i="0" lang="pt-BR" sz="1000" u="none" cap="none" strike="noStrike">
                  <a:solidFill>
                    <a:schemeClr val="lt1"/>
                  </a:solidFill>
                  <a:latin typeface="Work Sans"/>
                  <a:ea typeface="Work Sans"/>
                  <a:cs typeface="Work Sans"/>
                  <a:sym typeface="Work Sans"/>
                </a:rPr>
                <a:t>de cada valor para obter as </a:t>
              </a:r>
              <a:r>
                <a:rPr b="1" i="0" lang="pt-BR" sz="1000" u="none" cap="none" strike="noStrike">
                  <a:solidFill>
                    <a:schemeClr val="lt1"/>
                  </a:solidFill>
                  <a:latin typeface="Work Sans"/>
                  <a:ea typeface="Work Sans"/>
                  <a:cs typeface="Work Sans"/>
                  <a:sym typeface="Work Sans"/>
                </a:rPr>
                <a:t>diferenças</a:t>
              </a:r>
              <a:r>
                <a:rPr b="0" i="0" lang="pt-BR" sz="1000" u="none" cap="none" strike="noStrike">
                  <a:solidFill>
                    <a:schemeClr val="lt1"/>
                  </a:solidFill>
                  <a:latin typeface="Work Sans"/>
                  <a:ea typeface="Work Sans"/>
                  <a:cs typeface="Work Sans"/>
                  <a:sym typeface="Work Sans"/>
                </a:rPr>
                <a:t>.</a:t>
              </a:r>
              <a:endParaRPr b="1" i="0" sz="1000" u="none" cap="none" strike="noStrike">
                <a:solidFill>
                  <a:schemeClr val="lt1"/>
                </a:solidFill>
                <a:latin typeface="Work Sans"/>
                <a:ea typeface="Work Sans"/>
                <a:cs typeface="Work Sans"/>
                <a:sym typeface="Work Sans"/>
              </a:endParaRPr>
            </a:p>
          </p:txBody>
        </p:sp>
        <p:sp>
          <p:nvSpPr>
            <p:cNvPr id="767" name="Google Shape;767;p39"/>
            <p:cNvSpPr/>
            <p:nvPr/>
          </p:nvSpPr>
          <p:spPr>
            <a:xfrm>
              <a:off x="6840000" y="1322550"/>
              <a:ext cx="416196" cy="360000"/>
            </a:xfrm>
            <a:prstGeom prst="roundRect">
              <a:avLst>
                <a:gd fmla="val 16667" name="adj"/>
              </a:avLst>
            </a:prstGeom>
            <a:solidFill>
              <a:srgbClr val="C1272D"/>
            </a:solidFill>
            <a:ln>
              <a:noFill/>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000"/>
                <a:buFont typeface="Arial"/>
                <a:buNone/>
              </a:pPr>
              <a:r>
                <a:rPr b="1" i="0" lang="pt-BR" sz="1000" u="none" cap="none" strike="noStrike">
                  <a:solidFill>
                    <a:schemeClr val="lt1"/>
                  </a:solidFill>
                  <a:latin typeface="Work Sans"/>
                  <a:ea typeface="Work Sans"/>
                  <a:cs typeface="Work Sans"/>
                  <a:sym typeface="Work Sans"/>
                </a:rPr>
                <a:t>2º</a:t>
              </a:r>
              <a:endParaRPr b="1" i="0" sz="1000" u="none" cap="none" strike="noStrike">
                <a:solidFill>
                  <a:schemeClr val="lt1"/>
                </a:solidFill>
                <a:latin typeface="Work Sans"/>
                <a:ea typeface="Work Sans"/>
                <a:cs typeface="Work Sans"/>
                <a:sym typeface="Work Sans"/>
              </a:endParaRPr>
            </a:p>
          </p:txBody>
        </p:sp>
      </p:grpSp>
      <p:sp>
        <p:nvSpPr>
          <p:cNvPr id="768" name="Google Shape;768;p39"/>
          <p:cNvSpPr txBox="1"/>
          <p:nvPr/>
        </p:nvSpPr>
        <p:spPr>
          <a:xfrm>
            <a:off x="4766920" y="1155086"/>
            <a:ext cx="2607406" cy="353913"/>
          </a:xfrm>
          <a:prstGeom prst="rect">
            <a:avLst/>
          </a:prstGeom>
          <a:noFill/>
          <a:ln>
            <a:noFill/>
          </a:ln>
        </p:spPr>
        <p:txBody>
          <a:bodyPr anchorCtr="0" anchor="t" bIns="91425" lIns="91425" spcFirstLastPara="1" rIns="91425" wrap="square" tIns="91425">
            <a:spAutoFit/>
          </a:bodyPr>
          <a:lstStyle/>
          <a:p>
            <a:pPr indent="0" lvl="0" marL="0" marR="0" rtl="0" algn="ctr">
              <a:lnSpc>
                <a:spcPct val="100000"/>
              </a:lnSpc>
              <a:spcBef>
                <a:spcPts val="0"/>
              </a:spcBef>
              <a:spcAft>
                <a:spcPts val="0"/>
              </a:spcAft>
              <a:buClr>
                <a:schemeClr val="dk1"/>
              </a:buClr>
              <a:buSzPts val="1600"/>
              <a:buFont typeface="Arial"/>
              <a:buNone/>
            </a:pPr>
            <a:r>
              <a:rPr b="0" i="0" lang="pt-BR" sz="1100" u="none" cap="none" strike="noStrike">
                <a:solidFill>
                  <a:schemeClr val="lt1"/>
                </a:solidFill>
                <a:latin typeface="Work Sans"/>
                <a:ea typeface="Work Sans"/>
                <a:cs typeface="Work Sans"/>
                <a:sym typeface="Work Sans"/>
              </a:rPr>
              <a:t>47, 48, 49, 55, 56, 63</a:t>
            </a:r>
            <a:endParaRPr b="0" i="0" sz="1100" u="none" cap="none" strike="noStrike">
              <a:solidFill>
                <a:schemeClr val="lt1"/>
              </a:solidFill>
              <a:latin typeface="Work Sans"/>
              <a:ea typeface="Work Sans"/>
              <a:cs typeface="Work Sans"/>
              <a:sym typeface="Work Sans"/>
            </a:endParaRPr>
          </a:p>
        </p:txBody>
      </p:sp>
      <p:sp>
        <p:nvSpPr>
          <p:cNvPr id="769" name="Google Shape;769;p39"/>
          <p:cNvSpPr txBox="1"/>
          <p:nvPr/>
        </p:nvSpPr>
        <p:spPr>
          <a:xfrm>
            <a:off x="5102968" y="1966945"/>
            <a:ext cx="1980000" cy="353913"/>
          </a:xfrm>
          <a:prstGeom prst="rect">
            <a:avLst/>
          </a:prstGeom>
          <a:noFill/>
          <a:ln>
            <a:noFill/>
          </a:ln>
        </p:spPr>
        <p:txBody>
          <a:bodyPr anchorCtr="0" anchor="t" bIns="91425" lIns="91425" spcFirstLastPara="1" rIns="91425" wrap="square" tIns="91425">
            <a:spAutoFit/>
          </a:bodyPr>
          <a:lstStyle/>
          <a:p>
            <a:pPr indent="0" lvl="0" marL="0" marR="0" rtl="0" algn="ctr">
              <a:lnSpc>
                <a:spcPct val="100000"/>
              </a:lnSpc>
              <a:spcBef>
                <a:spcPts val="0"/>
              </a:spcBef>
              <a:spcAft>
                <a:spcPts val="0"/>
              </a:spcAft>
              <a:buClr>
                <a:schemeClr val="dk1"/>
              </a:buClr>
              <a:buSzPts val="1600"/>
              <a:buFont typeface="Arial"/>
              <a:buNone/>
            </a:pPr>
            <a:r>
              <a:rPr b="0" i="0" lang="pt-BR" sz="1100" u="none" cap="none" strike="noStrike">
                <a:solidFill>
                  <a:schemeClr val="lt1"/>
                </a:solidFill>
                <a:latin typeface="Work Sans"/>
                <a:ea typeface="Work Sans"/>
                <a:cs typeface="Work Sans"/>
                <a:sym typeface="Work Sans"/>
              </a:rPr>
              <a:t>-3, -2, -1, 5, 6, 13</a:t>
            </a:r>
            <a:endParaRPr b="0" i="0" sz="1100" u="none" cap="none" strike="noStrike">
              <a:solidFill>
                <a:schemeClr val="lt1"/>
              </a:solidFill>
              <a:latin typeface="Work Sans"/>
              <a:ea typeface="Work Sans"/>
              <a:cs typeface="Work Sans"/>
              <a:sym typeface="Work Sans"/>
            </a:endParaRPr>
          </a:p>
        </p:txBody>
      </p:sp>
      <p:sp>
        <p:nvSpPr>
          <p:cNvPr id="770" name="Google Shape;770;p39"/>
          <p:cNvSpPr txBox="1"/>
          <p:nvPr/>
        </p:nvSpPr>
        <p:spPr>
          <a:xfrm>
            <a:off x="5058582" y="2825769"/>
            <a:ext cx="2084536" cy="607828"/>
          </a:xfrm>
          <a:prstGeom prst="rect">
            <a:avLst/>
          </a:prstGeom>
          <a:noFill/>
          <a:ln>
            <a:noFill/>
          </a:ln>
        </p:spPr>
        <p:txBody>
          <a:bodyPr anchorCtr="0" anchor="t" bIns="91425" lIns="91425" spcFirstLastPara="1" rIns="91425" wrap="square" tIns="91425">
            <a:spAutoFit/>
          </a:bodyPr>
          <a:lstStyle/>
          <a:p>
            <a:pPr indent="0" lvl="0" marL="0" marR="0" rtl="0" algn="ctr">
              <a:lnSpc>
                <a:spcPct val="150000"/>
              </a:lnSpc>
              <a:spcBef>
                <a:spcPts val="0"/>
              </a:spcBef>
              <a:spcAft>
                <a:spcPts val="0"/>
              </a:spcAft>
              <a:buClr>
                <a:schemeClr val="dk1"/>
              </a:buClr>
              <a:buSzPts val="1600"/>
              <a:buFont typeface="Arial"/>
              <a:buNone/>
            </a:pPr>
            <a:r>
              <a:rPr b="0" i="0" lang="pt-BR" sz="1100" u="none" cap="none" strike="noStrike">
                <a:solidFill>
                  <a:schemeClr val="lt1"/>
                </a:solidFill>
                <a:latin typeface="Work Sans"/>
                <a:ea typeface="Work Sans"/>
                <a:cs typeface="Work Sans"/>
                <a:sym typeface="Work Sans"/>
              </a:rPr>
              <a:t>Somatória = 18</a:t>
            </a:r>
            <a:endParaRPr b="0" i="0" sz="1100" u="none" cap="none" strike="noStrike">
              <a:solidFill>
                <a:schemeClr val="lt1"/>
              </a:solidFill>
              <a:latin typeface="Work Sans"/>
              <a:ea typeface="Work Sans"/>
              <a:cs typeface="Work Sans"/>
              <a:sym typeface="Work Sans"/>
            </a:endParaRPr>
          </a:p>
          <a:p>
            <a:pPr indent="0" lvl="0" marL="0" marR="0" rtl="0" algn="ctr">
              <a:lnSpc>
                <a:spcPct val="100000"/>
              </a:lnSpc>
              <a:spcBef>
                <a:spcPts val="0"/>
              </a:spcBef>
              <a:spcAft>
                <a:spcPts val="0"/>
              </a:spcAft>
              <a:buClr>
                <a:schemeClr val="dk1"/>
              </a:buClr>
              <a:buSzPts val="1600"/>
              <a:buFont typeface="Arial"/>
              <a:buNone/>
            </a:pPr>
            <a:r>
              <a:rPr b="0" i="0" lang="pt-BR" sz="1100" u="none" cap="none" strike="noStrike">
                <a:solidFill>
                  <a:schemeClr val="lt1"/>
                </a:solidFill>
                <a:latin typeface="Work Sans"/>
                <a:ea typeface="Work Sans"/>
                <a:cs typeface="Work Sans"/>
                <a:sym typeface="Work Sans"/>
              </a:rPr>
              <a:t>Média Dif. = 18/6 = 3</a:t>
            </a:r>
            <a:endParaRPr b="0" i="0" sz="1100" u="none" cap="none" strike="noStrike">
              <a:solidFill>
                <a:schemeClr val="lt1"/>
              </a:solidFill>
              <a:latin typeface="Work Sans"/>
              <a:ea typeface="Work Sans"/>
              <a:cs typeface="Work Sans"/>
              <a:sym typeface="Work Sans"/>
            </a:endParaRPr>
          </a:p>
        </p:txBody>
      </p:sp>
      <p:cxnSp>
        <p:nvCxnSpPr>
          <p:cNvPr id="771" name="Google Shape;771;p39"/>
          <p:cNvCxnSpPr>
            <a:stCxn id="769" idx="2"/>
            <a:endCxn id="770" idx="0"/>
          </p:cNvCxnSpPr>
          <p:nvPr/>
        </p:nvCxnSpPr>
        <p:spPr>
          <a:xfrm>
            <a:off x="6092968" y="2320858"/>
            <a:ext cx="7800" cy="504900"/>
          </a:xfrm>
          <a:prstGeom prst="straightConnector1">
            <a:avLst/>
          </a:prstGeom>
          <a:noFill/>
          <a:ln cap="flat" cmpd="sng" w="19050">
            <a:solidFill>
              <a:schemeClr val="dk1"/>
            </a:solidFill>
            <a:prstDash val="solid"/>
            <a:round/>
            <a:headEnd len="sm" w="sm" type="none"/>
            <a:tailEnd len="med" w="med" type="triangle"/>
          </a:ln>
        </p:spPr>
      </p:cxnSp>
      <p:grpSp>
        <p:nvGrpSpPr>
          <p:cNvPr id="772" name="Google Shape;772;p39"/>
          <p:cNvGrpSpPr/>
          <p:nvPr/>
        </p:nvGrpSpPr>
        <p:grpSpPr>
          <a:xfrm>
            <a:off x="630457" y="3970192"/>
            <a:ext cx="3530062" cy="527602"/>
            <a:chOff x="6839999" y="1239198"/>
            <a:chExt cx="3655518" cy="538579"/>
          </a:xfrm>
        </p:grpSpPr>
        <p:sp>
          <p:nvSpPr>
            <p:cNvPr id="773" name="Google Shape;773;p39"/>
            <p:cNvSpPr txBox="1"/>
            <p:nvPr/>
          </p:nvSpPr>
          <p:spPr>
            <a:xfrm>
              <a:off x="7255517" y="1239198"/>
              <a:ext cx="3240000" cy="538579"/>
            </a:xfrm>
            <a:prstGeom prst="rect">
              <a:avLst/>
            </a:prstGeom>
            <a:noFill/>
            <a:ln>
              <a:noFill/>
            </a:ln>
          </p:spPr>
          <p:txBody>
            <a:bodyPr anchorCtr="0" anchor="ctr" bIns="91425" lIns="91425" spcFirstLastPara="1" rIns="91425" wrap="square" tIns="91425">
              <a:spAutoFit/>
            </a:bodyPr>
            <a:lstStyle/>
            <a:p>
              <a:pPr indent="0" lvl="0" marL="0" marR="0" rtl="0" algn="l">
                <a:lnSpc>
                  <a:spcPct val="115000"/>
                </a:lnSpc>
                <a:spcBef>
                  <a:spcPts val="0"/>
                </a:spcBef>
                <a:spcAft>
                  <a:spcPts val="0"/>
                </a:spcAft>
                <a:buClr>
                  <a:srgbClr val="000000"/>
                </a:buClr>
                <a:buSzPts val="1300"/>
                <a:buFont typeface="Arial"/>
                <a:buNone/>
              </a:pPr>
              <a:r>
                <a:rPr b="1" i="0" lang="pt-BR" sz="1000" u="none" cap="none" strike="noStrike">
                  <a:solidFill>
                    <a:schemeClr val="lt1"/>
                  </a:solidFill>
                  <a:latin typeface="Work Sans"/>
                  <a:ea typeface="Work Sans"/>
                  <a:cs typeface="Work Sans"/>
                  <a:sym typeface="Work Sans"/>
                </a:rPr>
                <a:t>Some </a:t>
              </a:r>
              <a:r>
                <a:rPr b="0" i="0" lang="pt-BR" sz="1000" u="none" cap="none" strike="noStrike">
                  <a:solidFill>
                    <a:schemeClr val="lt1"/>
                  </a:solidFill>
                  <a:latin typeface="Work Sans"/>
                  <a:ea typeface="Work Sans"/>
                  <a:cs typeface="Work Sans"/>
                  <a:sym typeface="Work Sans"/>
                </a:rPr>
                <a:t>a </a:t>
              </a:r>
              <a:r>
                <a:rPr b="1" i="0" lang="pt-BR" sz="1000" u="none" cap="none" strike="noStrike">
                  <a:solidFill>
                    <a:schemeClr val="lt1"/>
                  </a:solidFill>
                  <a:latin typeface="Work Sans"/>
                  <a:ea typeface="Work Sans"/>
                  <a:cs typeface="Work Sans"/>
                  <a:sym typeface="Work Sans"/>
                </a:rPr>
                <a:t>média das diferenças e o chute </a:t>
              </a:r>
              <a:r>
                <a:rPr b="0" i="0" lang="pt-BR" sz="1000" u="none" cap="none" strike="noStrike">
                  <a:solidFill>
                    <a:schemeClr val="lt1"/>
                  </a:solidFill>
                  <a:latin typeface="Work Sans"/>
                  <a:ea typeface="Work Sans"/>
                  <a:cs typeface="Work Sans"/>
                  <a:sym typeface="Work Sans"/>
                </a:rPr>
                <a:t>para obter a média aritmética.</a:t>
              </a:r>
              <a:endParaRPr b="1" i="0" sz="1000" u="none" cap="none" strike="noStrike">
                <a:solidFill>
                  <a:schemeClr val="lt1"/>
                </a:solidFill>
                <a:latin typeface="Work Sans"/>
                <a:ea typeface="Work Sans"/>
                <a:cs typeface="Work Sans"/>
                <a:sym typeface="Work Sans"/>
              </a:endParaRPr>
            </a:p>
          </p:txBody>
        </p:sp>
        <p:sp>
          <p:nvSpPr>
            <p:cNvPr id="774" name="Google Shape;774;p39"/>
            <p:cNvSpPr/>
            <p:nvPr/>
          </p:nvSpPr>
          <p:spPr>
            <a:xfrm>
              <a:off x="6839999" y="1322550"/>
              <a:ext cx="416197" cy="360000"/>
            </a:xfrm>
            <a:prstGeom prst="roundRect">
              <a:avLst>
                <a:gd fmla="val 16667" name="adj"/>
              </a:avLst>
            </a:prstGeom>
            <a:solidFill>
              <a:srgbClr val="C1272D"/>
            </a:solidFill>
            <a:ln>
              <a:noFill/>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000"/>
                <a:buFont typeface="Arial"/>
                <a:buNone/>
              </a:pPr>
              <a:r>
                <a:rPr b="1" i="0" lang="pt-BR" sz="1000" u="none" cap="none" strike="noStrike">
                  <a:solidFill>
                    <a:schemeClr val="lt1"/>
                  </a:solidFill>
                  <a:latin typeface="Work Sans"/>
                  <a:ea typeface="Work Sans"/>
                  <a:cs typeface="Work Sans"/>
                  <a:sym typeface="Work Sans"/>
                </a:rPr>
                <a:t>4º</a:t>
              </a:r>
              <a:endParaRPr b="1" i="0" sz="1000" u="none" cap="none" strike="noStrike">
                <a:solidFill>
                  <a:schemeClr val="lt1"/>
                </a:solidFill>
                <a:latin typeface="Work Sans"/>
                <a:ea typeface="Work Sans"/>
                <a:cs typeface="Work Sans"/>
                <a:sym typeface="Work Sans"/>
              </a:endParaRPr>
            </a:p>
          </p:txBody>
        </p:sp>
      </p:grpSp>
      <p:sp>
        <p:nvSpPr>
          <p:cNvPr id="775" name="Google Shape;775;p39"/>
          <p:cNvSpPr txBox="1"/>
          <p:nvPr/>
        </p:nvSpPr>
        <p:spPr>
          <a:xfrm>
            <a:off x="5058582" y="4021901"/>
            <a:ext cx="2163366" cy="438551"/>
          </a:xfrm>
          <a:prstGeom prst="rect">
            <a:avLst/>
          </a:prstGeom>
          <a:noFill/>
          <a:ln cap="flat" cmpd="sng" w="19050">
            <a:solidFill>
              <a:srgbClr val="000000"/>
            </a:solidFill>
            <a:prstDash val="dash"/>
            <a:round/>
            <a:headEnd len="sm" w="sm" type="none"/>
            <a:tailEnd len="sm" w="sm" type="none"/>
          </a:ln>
        </p:spPr>
        <p:txBody>
          <a:bodyPr anchorCtr="0" anchor="t" bIns="91425" lIns="91425" spcFirstLastPara="1" rIns="91425" wrap="square" tIns="91425">
            <a:spAutoFit/>
          </a:bodyPr>
          <a:lstStyle/>
          <a:p>
            <a:pPr indent="0" lvl="0" marL="0" marR="0" rtl="0" algn="ctr">
              <a:lnSpc>
                <a:spcPct val="150000"/>
              </a:lnSpc>
              <a:spcBef>
                <a:spcPts val="0"/>
              </a:spcBef>
              <a:spcAft>
                <a:spcPts val="0"/>
              </a:spcAft>
              <a:buClr>
                <a:schemeClr val="dk1"/>
              </a:buClr>
              <a:buSzPts val="1600"/>
              <a:buFont typeface="Arial"/>
              <a:buNone/>
            </a:pPr>
            <a:r>
              <a:rPr b="0" i="0" lang="pt-BR" sz="1100" u="none" cap="none" strike="noStrike">
                <a:solidFill>
                  <a:schemeClr val="lt1"/>
                </a:solidFill>
                <a:latin typeface="Work Sans"/>
                <a:ea typeface="Work Sans"/>
                <a:cs typeface="Work Sans"/>
                <a:sym typeface="Work Sans"/>
              </a:rPr>
              <a:t>Média = 50 + 3 = </a:t>
            </a:r>
            <a:r>
              <a:rPr b="1" i="0" lang="pt-BR" sz="1100" u="none" cap="none" strike="noStrike">
                <a:solidFill>
                  <a:schemeClr val="lt1"/>
                </a:solidFill>
                <a:latin typeface="Work Sans"/>
                <a:ea typeface="Work Sans"/>
                <a:cs typeface="Work Sans"/>
                <a:sym typeface="Work Sans"/>
              </a:rPr>
              <a:t>53</a:t>
            </a:r>
            <a:endParaRPr b="1" i="0" sz="1100" u="none" cap="none" strike="noStrike">
              <a:solidFill>
                <a:schemeClr val="lt1"/>
              </a:solidFill>
              <a:latin typeface="Work Sans"/>
              <a:ea typeface="Work Sans"/>
              <a:cs typeface="Work Sans"/>
              <a:sym typeface="Work Sans"/>
            </a:endParaRPr>
          </a:p>
        </p:txBody>
      </p:sp>
      <p:cxnSp>
        <p:nvCxnSpPr>
          <p:cNvPr id="776" name="Google Shape;776;p39"/>
          <p:cNvCxnSpPr/>
          <p:nvPr/>
        </p:nvCxnSpPr>
        <p:spPr>
          <a:xfrm>
            <a:off x="6093109" y="1485846"/>
            <a:ext cx="4971" cy="469143"/>
          </a:xfrm>
          <a:prstGeom prst="straightConnector1">
            <a:avLst/>
          </a:prstGeom>
          <a:noFill/>
          <a:ln cap="flat" cmpd="sng" w="19050">
            <a:solidFill>
              <a:schemeClr val="dk1"/>
            </a:solidFill>
            <a:prstDash val="solid"/>
            <a:round/>
            <a:headEnd len="sm" w="sm" type="none"/>
            <a:tailEnd len="med" w="med" type="triangle"/>
          </a:ln>
        </p:spPr>
      </p:cxnSp>
      <p:cxnSp>
        <p:nvCxnSpPr>
          <p:cNvPr id="777" name="Google Shape;777;p39"/>
          <p:cNvCxnSpPr/>
          <p:nvPr/>
        </p:nvCxnSpPr>
        <p:spPr>
          <a:xfrm>
            <a:off x="6100850" y="3433597"/>
            <a:ext cx="4971" cy="469143"/>
          </a:xfrm>
          <a:prstGeom prst="straightConnector1">
            <a:avLst/>
          </a:prstGeom>
          <a:noFill/>
          <a:ln cap="flat" cmpd="sng" w="19050">
            <a:solidFill>
              <a:schemeClr val="dk1"/>
            </a:solidFill>
            <a:prstDash val="solid"/>
            <a:round/>
            <a:headEnd len="sm" w="sm" type="none"/>
            <a:tailEnd len="med" w="med" type="triangle"/>
          </a:ln>
        </p:spPr>
      </p:cxnSp>
      <p:sp>
        <p:nvSpPr>
          <p:cNvPr id="778" name="Google Shape;778;p39"/>
          <p:cNvSpPr txBox="1"/>
          <p:nvPr/>
        </p:nvSpPr>
        <p:spPr>
          <a:xfrm>
            <a:off x="0" y="4825425"/>
            <a:ext cx="4862100" cy="276900"/>
          </a:xfrm>
          <a:prstGeom prst="rect">
            <a:avLst/>
          </a:prstGeom>
          <a:noFill/>
          <a:ln>
            <a:noFill/>
          </a:ln>
        </p:spPr>
        <p:txBody>
          <a:bodyPr anchorCtr="0" anchor="t" bIns="68550" lIns="137125" spcFirstLastPara="1" rIns="137125" wrap="square" tIns="68550">
            <a:spAutoFit/>
          </a:bodyPr>
          <a:lstStyle/>
          <a:p>
            <a:pPr indent="0" lvl="0" marL="0" marR="0" rtl="0" algn="l">
              <a:lnSpc>
                <a:spcPct val="100000"/>
              </a:lnSpc>
              <a:spcBef>
                <a:spcPts val="0"/>
              </a:spcBef>
              <a:spcAft>
                <a:spcPts val="0"/>
              </a:spcAft>
              <a:buClr>
                <a:srgbClr val="000000"/>
              </a:buClr>
              <a:buSzPts val="900"/>
              <a:buFont typeface="Arial"/>
              <a:buNone/>
            </a:pPr>
            <a:r>
              <a:rPr b="1" i="0" lang="pt-BR" sz="900" u="none" cap="none" strike="noStrike">
                <a:solidFill>
                  <a:srgbClr val="000000"/>
                </a:solidFill>
                <a:latin typeface="Arial"/>
                <a:ea typeface="Arial"/>
                <a:cs typeface="Arial"/>
                <a:sym typeface="Arial"/>
              </a:rPr>
              <a:t>Prep4Consulting 2026.2 </a:t>
            </a:r>
            <a:r>
              <a:rPr b="0" i="0" lang="pt-BR" sz="900" u="none" cap="none" strike="noStrike">
                <a:solidFill>
                  <a:srgbClr val="000000"/>
                </a:solidFill>
                <a:latin typeface="Arial"/>
                <a:ea typeface="Arial"/>
                <a:cs typeface="Arial"/>
                <a:sym typeface="Arial"/>
              </a:rPr>
              <a:t>| GMAT: Estrutura da Prova</a:t>
            </a:r>
            <a:endParaRPr b="0" i="0" sz="900" u="none" cap="none" strike="noStrike">
              <a:solidFill>
                <a:srgbClr val="000000"/>
              </a:solidFill>
              <a:latin typeface="Arial"/>
              <a:ea typeface="Arial"/>
              <a:cs typeface="Arial"/>
              <a:sym typeface="Arial"/>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758"/>
                                        </p:tgtEl>
                                        <p:attrNameLst>
                                          <p:attrName>style.visibility</p:attrName>
                                        </p:attrNameLst>
                                      </p:cBhvr>
                                      <p:to>
                                        <p:strVal val="visible"/>
                                      </p:to>
                                    </p:set>
                                    <p:animEffect filter="fade" transition="in">
                                      <p:cBhvr>
                                        <p:cTn dur="1000"/>
                                        <p:tgtEl>
                                          <p:spTgt spid="758"/>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759"/>
                                        </p:tgtEl>
                                        <p:attrNameLst>
                                          <p:attrName>style.visibility</p:attrName>
                                        </p:attrNameLst>
                                      </p:cBhvr>
                                      <p:to>
                                        <p:strVal val="visible"/>
                                      </p:to>
                                    </p:set>
                                    <p:animEffect filter="fade" transition="in">
                                      <p:cBhvr>
                                        <p:cTn dur="1000"/>
                                        <p:tgtEl>
                                          <p:spTgt spid="759"/>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765"/>
                                        </p:tgtEl>
                                        <p:attrNameLst>
                                          <p:attrName>style.visibility</p:attrName>
                                        </p:attrNameLst>
                                      </p:cBhvr>
                                      <p:to>
                                        <p:strVal val="visible"/>
                                      </p:to>
                                    </p:set>
                                    <p:animEffect filter="fade" transition="in">
                                      <p:cBhvr>
                                        <p:cTn dur="1000"/>
                                        <p:tgtEl>
                                          <p:spTgt spid="765"/>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768"/>
                                        </p:tgtEl>
                                        <p:attrNameLst>
                                          <p:attrName>style.visibility</p:attrName>
                                        </p:attrNameLst>
                                      </p:cBhvr>
                                      <p:to>
                                        <p:strVal val="visible"/>
                                      </p:to>
                                    </p:set>
                                    <p:animEffect filter="fade" transition="in">
                                      <p:cBhvr>
                                        <p:cTn dur="1000"/>
                                        <p:tgtEl>
                                          <p:spTgt spid="768"/>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776"/>
                                        </p:tgtEl>
                                        <p:attrNameLst>
                                          <p:attrName>style.visibility</p:attrName>
                                        </p:attrNameLst>
                                      </p:cBhvr>
                                      <p:to>
                                        <p:strVal val="visible"/>
                                      </p:to>
                                    </p:set>
                                    <p:animEffect filter="fade" transition="in">
                                      <p:cBhvr>
                                        <p:cTn dur="1000"/>
                                        <p:tgtEl>
                                          <p:spTgt spid="776"/>
                                        </p:tgtEl>
                                      </p:cBhvr>
                                    </p:animEffect>
                                  </p:childTnLst>
                                </p:cTn>
                              </p:par>
                              <p:par>
                                <p:cTn fill="hold" nodeType="withEffect" presetClass="entr" presetID="10" presetSubtype="0">
                                  <p:stCondLst>
                                    <p:cond delay="0"/>
                                  </p:stCondLst>
                                  <p:childTnLst>
                                    <p:set>
                                      <p:cBhvr>
                                        <p:cTn dur="1" fill="hold">
                                          <p:stCondLst>
                                            <p:cond delay="0"/>
                                          </p:stCondLst>
                                        </p:cTn>
                                        <p:tgtEl>
                                          <p:spTgt spid="769"/>
                                        </p:tgtEl>
                                        <p:attrNameLst>
                                          <p:attrName>style.visibility</p:attrName>
                                        </p:attrNameLst>
                                      </p:cBhvr>
                                      <p:to>
                                        <p:strVal val="visible"/>
                                      </p:to>
                                    </p:set>
                                    <p:animEffect filter="fade" transition="in">
                                      <p:cBhvr>
                                        <p:cTn dur="1000"/>
                                        <p:tgtEl>
                                          <p:spTgt spid="769"/>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762"/>
                                        </p:tgtEl>
                                        <p:attrNameLst>
                                          <p:attrName>style.visibility</p:attrName>
                                        </p:attrNameLst>
                                      </p:cBhvr>
                                      <p:to>
                                        <p:strVal val="visible"/>
                                      </p:to>
                                    </p:set>
                                    <p:animEffect filter="fade" transition="in">
                                      <p:cBhvr>
                                        <p:cTn dur="1000"/>
                                        <p:tgtEl>
                                          <p:spTgt spid="762"/>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771"/>
                                        </p:tgtEl>
                                        <p:attrNameLst>
                                          <p:attrName>style.visibility</p:attrName>
                                        </p:attrNameLst>
                                      </p:cBhvr>
                                      <p:to>
                                        <p:strVal val="visible"/>
                                      </p:to>
                                    </p:set>
                                    <p:animEffect filter="fade" transition="in">
                                      <p:cBhvr>
                                        <p:cTn dur="1000"/>
                                        <p:tgtEl>
                                          <p:spTgt spid="771"/>
                                        </p:tgtEl>
                                      </p:cBhvr>
                                    </p:animEffect>
                                  </p:childTnLst>
                                </p:cTn>
                              </p:par>
                              <p:par>
                                <p:cTn fill="hold" nodeType="withEffect" presetClass="entr" presetID="10" presetSubtype="0">
                                  <p:stCondLst>
                                    <p:cond delay="0"/>
                                  </p:stCondLst>
                                  <p:childTnLst>
                                    <p:set>
                                      <p:cBhvr>
                                        <p:cTn dur="1" fill="hold">
                                          <p:stCondLst>
                                            <p:cond delay="0"/>
                                          </p:stCondLst>
                                        </p:cTn>
                                        <p:tgtEl>
                                          <p:spTgt spid="770"/>
                                        </p:tgtEl>
                                        <p:attrNameLst>
                                          <p:attrName>style.visibility</p:attrName>
                                        </p:attrNameLst>
                                      </p:cBhvr>
                                      <p:to>
                                        <p:strVal val="visible"/>
                                      </p:to>
                                    </p:set>
                                    <p:animEffect filter="fade" transition="in">
                                      <p:cBhvr>
                                        <p:cTn dur="1000"/>
                                        <p:tgtEl>
                                          <p:spTgt spid="770"/>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772"/>
                                        </p:tgtEl>
                                        <p:attrNameLst>
                                          <p:attrName>style.visibility</p:attrName>
                                        </p:attrNameLst>
                                      </p:cBhvr>
                                      <p:to>
                                        <p:strVal val="visible"/>
                                      </p:to>
                                    </p:set>
                                    <p:animEffect filter="fade" transition="in">
                                      <p:cBhvr>
                                        <p:cTn dur="1000"/>
                                        <p:tgtEl>
                                          <p:spTgt spid="772"/>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777"/>
                                        </p:tgtEl>
                                        <p:attrNameLst>
                                          <p:attrName>style.visibility</p:attrName>
                                        </p:attrNameLst>
                                      </p:cBhvr>
                                      <p:to>
                                        <p:strVal val="visible"/>
                                      </p:to>
                                    </p:set>
                                    <p:animEffect filter="fade" transition="in">
                                      <p:cBhvr>
                                        <p:cTn dur="1000"/>
                                        <p:tgtEl>
                                          <p:spTgt spid="777"/>
                                        </p:tgtEl>
                                      </p:cBhvr>
                                    </p:animEffect>
                                  </p:childTnLst>
                                </p:cTn>
                              </p:par>
                              <p:par>
                                <p:cTn fill="hold" nodeType="withEffect" presetClass="entr" presetID="10" presetSubtype="0">
                                  <p:stCondLst>
                                    <p:cond delay="0"/>
                                  </p:stCondLst>
                                  <p:childTnLst>
                                    <p:set>
                                      <p:cBhvr>
                                        <p:cTn dur="1" fill="hold">
                                          <p:stCondLst>
                                            <p:cond delay="0"/>
                                          </p:stCondLst>
                                        </p:cTn>
                                        <p:tgtEl>
                                          <p:spTgt spid="775"/>
                                        </p:tgtEl>
                                        <p:attrNameLst>
                                          <p:attrName>style.visibility</p:attrName>
                                        </p:attrNameLst>
                                      </p:cBhvr>
                                      <p:to>
                                        <p:strVal val="visible"/>
                                      </p:to>
                                    </p:set>
                                    <p:animEffect filter="fade" transition="in">
                                      <p:cBhvr>
                                        <p:cTn dur="1000"/>
                                        <p:tgtEl>
                                          <p:spTgt spid="775"/>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4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82" name="Shape 782"/>
        <p:cNvGrpSpPr/>
        <p:nvPr/>
      </p:nvGrpSpPr>
      <p:grpSpPr>
        <a:xfrm>
          <a:off x="0" y="0"/>
          <a:ext cx="0" cy="0"/>
          <a:chOff x="0" y="0"/>
          <a:chExt cx="0" cy="0"/>
        </a:xfrm>
      </p:grpSpPr>
      <p:sp>
        <p:nvSpPr>
          <p:cNvPr id="783" name="Google Shape;783;p40"/>
          <p:cNvSpPr txBox="1"/>
          <p:nvPr>
            <p:ph idx="4294967295" type="title"/>
          </p:nvPr>
        </p:nvSpPr>
        <p:spPr>
          <a:xfrm>
            <a:off x="722375" y="384050"/>
            <a:ext cx="5052900" cy="5760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3000"/>
              <a:buNone/>
            </a:pPr>
            <a:r>
              <a:rPr lang="pt-BR"/>
              <a:t>REVISÃO DE MATEMÁTICA</a:t>
            </a:r>
            <a:endParaRPr/>
          </a:p>
        </p:txBody>
      </p:sp>
      <p:sp>
        <p:nvSpPr>
          <p:cNvPr id="784" name="Google Shape;784;p40"/>
          <p:cNvSpPr txBox="1"/>
          <p:nvPr/>
        </p:nvSpPr>
        <p:spPr>
          <a:xfrm>
            <a:off x="4281900" y="4825425"/>
            <a:ext cx="4862100" cy="276900"/>
          </a:xfrm>
          <a:prstGeom prst="rect">
            <a:avLst/>
          </a:prstGeom>
          <a:noFill/>
          <a:ln>
            <a:noFill/>
          </a:ln>
        </p:spPr>
        <p:txBody>
          <a:bodyPr anchorCtr="0" anchor="t" bIns="68550" lIns="137125" spcFirstLastPara="1" rIns="137125" wrap="square" tIns="68550">
            <a:spAutoFit/>
          </a:bodyPr>
          <a:lstStyle/>
          <a:p>
            <a:pPr indent="0" lvl="0" marL="0" marR="0" rtl="0" algn="r">
              <a:lnSpc>
                <a:spcPct val="100000"/>
              </a:lnSpc>
              <a:spcBef>
                <a:spcPts val="0"/>
              </a:spcBef>
              <a:spcAft>
                <a:spcPts val="0"/>
              </a:spcAft>
              <a:buClr>
                <a:srgbClr val="000000"/>
              </a:buClr>
              <a:buSzPts val="900"/>
              <a:buFont typeface="Arial"/>
              <a:buNone/>
            </a:pPr>
            <a:r>
              <a:rPr b="0" i="0" lang="pt-BR" sz="900" u="none" cap="none" strike="noStrike">
                <a:solidFill>
                  <a:srgbClr val="000000"/>
                </a:solidFill>
                <a:latin typeface="Arial"/>
                <a:ea typeface="Arial"/>
                <a:cs typeface="Arial"/>
                <a:sym typeface="Arial"/>
              </a:rPr>
              <a:t>Copyright © 2026 Clube de Consultoria Universitário. All rights reserved.</a:t>
            </a:r>
            <a:endParaRPr b="0" i="0" sz="900" u="none" cap="none" strike="noStrike">
              <a:solidFill>
                <a:srgbClr val="000000"/>
              </a:solidFill>
              <a:latin typeface="Arial"/>
              <a:ea typeface="Arial"/>
              <a:cs typeface="Arial"/>
              <a:sym typeface="Arial"/>
            </a:endParaRPr>
          </a:p>
        </p:txBody>
      </p:sp>
      <p:grpSp>
        <p:nvGrpSpPr>
          <p:cNvPr id="785" name="Google Shape;785;p40"/>
          <p:cNvGrpSpPr/>
          <p:nvPr/>
        </p:nvGrpSpPr>
        <p:grpSpPr>
          <a:xfrm>
            <a:off x="339712" y="888243"/>
            <a:ext cx="2825326" cy="397001"/>
            <a:chOff x="938974" y="1053283"/>
            <a:chExt cx="4201831" cy="575247"/>
          </a:xfrm>
        </p:grpSpPr>
        <p:sp>
          <p:nvSpPr>
            <p:cNvPr id="786" name="Google Shape;786;p40"/>
            <p:cNvSpPr txBox="1"/>
            <p:nvPr/>
          </p:nvSpPr>
          <p:spPr>
            <a:xfrm>
              <a:off x="1526531" y="1053283"/>
              <a:ext cx="3614274" cy="575247"/>
            </a:xfrm>
            <a:prstGeom prst="rect">
              <a:avLst/>
            </a:prstGeom>
            <a:noFill/>
            <a:ln>
              <a:noFill/>
            </a:ln>
          </p:spPr>
          <p:txBody>
            <a:bodyPr anchorCtr="0" anchor="t" bIns="91425" lIns="91425" spcFirstLastPara="1" rIns="91425" wrap="square" tIns="91425">
              <a:spAutoFit/>
            </a:bodyPr>
            <a:lstStyle/>
            <a:p>
              <a:pPr indent="0" lvl="0" marL="0" marR="0" rtl="0" algn="l">
                <a:lnSpc>
                  <a:spcPct val="115000"/>
                </a:lnSpc>
                <a:spcBef>
                  <a:spcPts val="0"/>
                </a:spcBef>
                <a:spcAft>
                  <a:spcPts val="0"/>
                </a:spcAft>
                <a:buClr>
                  <a:srgbClr val="000000"/>
                </a:buClr>
                <a:buSzPts val="2000"/>
                <a:buFont typeface="Arial"/>
                <a:buNone/>
              </a:pPr>
              <a:r>
                <a:rPr b="1" i="0" lang="pt-BR" sz="1200" u="none" cap="none" strike="noStrike">
                  <a:solidFill>
                    <a:schemeClr val="lt1"/>
                  </a:solidFill>
                  <a:latin typeface="Work Sans"/>
                  <a:ea typeface="Work Sans"/>
                  <a:cs typeface="Work Sans"/>
                  <a:sym typeface="Work Sans"/>
                </a:rPr>
                <a:t>Estatística descritiva </a:t>
              </a:r>
              <a:endParaRPr b="1" i="0" sz="1200" u="none" cap="none" strike="noStrike">
                <a:solidFill>
                  <a:schemeClr val="lt1"/>
                </a:solidFill>
                <a:latin typeface="Work Sans"/>
                <a:ea typeface="Work Sans"/>
                <a:cs typeface="Work Sans"/>
                <a:sym typeface="Work Sans"/>
              </a:endParaRPr>
            </a:p>
          </p:txBody>
        </p:sp>
        <p:pic>
          <p:nvPicPr>
            <p:cNvPr descr="Tally outline" id="787" name="Google Shape;787;p40"/>
            <p:cNvPicPr preferRelativeResize="0"/>
            <p:nvPr/>
          </p:nvPicPr>
          <p:blipFill rotWithShape="1">
            <a:blip r:embed="rId3">
              <a:alphaModFix/>
            </a:blip>
            <a:srcRect b="0" l="0" r="0" t="0"/>
            <a:stretch/>
          </p:blipFill>
          <p:spPr>
            <a:xfrm>
              <a:off x="938974" y="1126471"/>
              <a:ext cx="432397" cy="432397"/>
            </a:xfrm>
            <a:prstGeom prst="rect">
              <a:avLst/>
            </a:prstGeom>
            <a:noFill/>
            <a:ln>
              <a:noFill/>
            </a:ln>
          </p:spPr>
        </p:pic>
      </p:grpSp>
      <p:sp>
        <p:nvSpPr>
          <p:cNvPr id="788" name="Google Shape;788;p40"/>
          <p:cNvSpPr/>
          <p:nvPr/>
        </p:nvSpPr>
        <p:spPr>
          <a:xfrm>
            <a:off x="808340" y="1332752"/>
            <a:ext cx="1205300" cy="429685"/>
          </a:xfrm>
          <a:prstGeom prst="roundRect">
            <a:avLst>
              <a:gd fmla="val 16667" name="adj"/>
            </a:avLst>
          </a:prstGeom>
          <a:solidFill>
            <a:srgbClr val="FFFFFF"/>
          </a:solidFill>
          <a:ln cap="flat" cmpd="sng" w="28575">
            <a:solidFill>
              <a:srgbClr val="C1272D"/>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800"/>
              <a:buFont typeface="Arial"/>
              <a:buNone/>
            </a:pPr>
            <a:r>
              <a:rPr b="1" i="0" lang="pt-BR" sz="1000" u="none" cap="none" strike="noStrike">
                <a:solidFill>
                  <a:schemeClr val="lt1"/>
                </a:solidFill>
                <a:latin typeface="Work Sans"/>
                <a:ea typeface="Work Sans"/>
                <a:cs typeface="Work Sans"/>
                <a:sym typeface="Work Sans"/>
              </a:rPr>
              <a:t>Mediana</a:t>
            </a:r>
            <a:endParaRPr b="1" i="0" sz="1000" u="none" cap="none" strike="noStrike">
              <a:solidFill>
                <a:schemeClr val="lt1"/>
              </a:solidFill>
              <a:latin typeface="Work Sans"/>
              <a:ea typeface="Work Sans"/>
              <a:cs typeface="Work Sans"/>
              <a:sym typeface="Work Sans"/>
            </a:endParaRPr>
          </a:p>
          <a:p>
            <a:pPr indent="0" lvl="0" marL="0" marR="0" rtl="0" algn="ctr">
              <a:lnSpc>
                <a:spcPct val="100000"/>
              </a:lnSpc>
              <a:spcBef>
                <a:spcPts val="0"/>
              </a:spcBef>
              <a:spcAft>
                <a:spcPts val="0"/>
              </a:spcAft>
              <a:buClr>
                <a:srgbClr val="000000"/>
              </a:buClr>
              <a:buSzPts val="2800"/>
              <a:buFont typeface="Arial"/>
              <a:buNone/>
            </a:pPr>
            <a:r>
              <a:rPr b="0" i="1" lang="pt-BR" sz="1000" u="none" cap="none" strike="noStrike">
                <a:solidFill>
                  <a:schemeClr val="lt1"/>
                </a:solidFill>
                <a:latin typeface="Work Sans"/>
                <a:ea typeface="Work Sans"/>
                <a:cs typeface="Work Sans"/>
                <a:sym typeface="Work Sans"/>
              </a:rPr>
              <a:t>median</a:t>
            </a:r>
            <a:endParaRPr b="0" i="0" sz="1000" u="none" cap="none" strike="noStrike">
              <a:solidFill>
                <a:schemeClr val="lt1"/>
              </a:solidFill>
              <a:latin typeface="Work Sans"/>
              <a:ea typeface="Work Sans"/>
              <a:cs typeface="Work Sans"/>
              <a:sym typeface="Work Sans"/>
            </a:endParaRPr>
          </a:p>
        </p:txBody>
      </p:sp>
      <p:pic>
        <p:nvPicPr>
          <p:cNvPr id="789" name="Google Shape;789;p40"/>
          <p:cNvPicPr preferRelativeResize="0"/>
          <p:nvPr/>
        </p:nvPicPr>
        <p:blipFill rotWithShape="1">
          <a:blip r:embed="rId4">
            <a:alphaModFix/>
          </a:blip>
          <a:srcRect b="0" l="0" r="0" t="0"/>
          <a:stretch/>
        </p:blipFill>
        <p:spPr>
          <a:xfrm>
            <a:off x="991050" y="1935173"/>
            <a:ext cx="919310" cy="599651"/>
          </a:xfrm>
          <a:prstGeom prst="rect">
            <a:avLst/>
          </a:prstGeom>
          <a:noFill/>
          <a:ln>
            <a:noFill/>
          </a:ln>
        </p:spPr>
      </p:pic>
      <p:sp>
        <p:nvSpPr>
          <p:cNvPr id="790" name="Google Shape;790;p40"/>
          <p:cNvSpPr txBox="1"/>
          <p:nvPr/>
        </p:nvSpPr>
        <p:spPr>
          <a:xfrm>
            <a:off x="2375840" y="1285244"/>
            <a:ext cx="2880000" cy="492412"/>
          </a:xfrm>
          <a:prstGeom prst="rect">
            <a:avLst/>
          </a:prstGeom>
          <a:noFill/>
          <a:ln>
            <a:noFill/>
          </a:ln>
        </p:spPr>
        <p:txBody>
          <a:bodyPr anchorCtr="0" anchor="t" bIns="91425" lIns="91425" spcFirstLastPara="1" rIns="91425" wrap="square" tIns="91425">
            <a:spAutoFit/>
          </a:bodyPr>
          <a:lstStyle/>
          <a:p>
            <a:pPr indent="0" lvl="0" marL="0" marR="0" rtl="0" algn="ctr">
              <a:lnSpc>
                <a:spcPct val="100000"/>
              </a:lnSpc>
              <a:spcBef>
                <a:spcPts val="0"/>
              </a:spcBef>
              <a:spcAft>
                <a:spcPts val="0"/>
              </a:spcAft>
              <a:buClr>
                <a:srgbClr val="000000"/>
              </a:buClr>
              <a:buSzPts val="2000"/>
              <a:buFont typeface="Arial"/>
              <a:buNone/>
            </a:pPr>
            <a:r>
              <a:rPr b="0" i="0" lang="pt-BR" sz="1000" u="none" cap="none" strike="noStrike">
                <a:solidFill>
                  <a:schemeClr val="lt1"/>
                </a:solidFill>
                <a:latin typeface="Work Sans"/>
                <a:ea typeface="Work Sans"/>
                <a:cs typeface="Work Sans"/>
                <a:sym typeface="Work Sans"/>
              </a:rPr>
              <a:t>Número </a:t>
            </a:r>
            <a:r>
              <a:rPr b="1" i="0" lang="pt-BR" sz="1000" u="none" cap="none" strike="noStrike">
                <a:solidFill>
                  <a:schemeClr val="lt1"/>
                </a:solidFill>
                <a:latin typeface="Work Sans"/>
                <a:ea typeface="Work Sans"/>
                <a:cs typeface="Work Sans"/>
                <a:sym typeface="Work Sans"/>
              </a:rPr>
              <a:t>ÍMPAR </a:t>
            </a:r>
            <a:r>
              <a:rPr b="0" i="0" lang="pt-BR" sz="1000" u="none" cap="none" strike="noStrike">
                <a:solidFill>
                  <a:schemeClr val="lt1"/>
                </a:solidFill>
                <a:latin typeface="Work Sans"/>
                <a:ea typeface="Work Sans"/>
                <a:cs typeface="Work Sans"/>
                <a:sym typeface="Work Sans"/>
              </a:rPr>
              <a:t>de termos:</a:t>
            </a:r>
            <a:endParaRPr b="0" i="0" sz="1000" u="none" cap="none" strike="noStrike">
              <a:solidFill>
                <a:schemeClr val="lt1"/>
              </a:solidFill>
              <a:latin typeface="Work Sans"/>
              <a:ea typeface="Work Sans"/>
              <a:cs typeface="Work Sans"/>
              <a:sym typeface="Work Sans"/>
            </a:endParaRPr>
          </a:p>
          <a:p>
            <a:pPr indent="0" lvl="0" marL="0" marR="0" rtl="0" algn="ctr">
              <a:lnSpc>
                <a:spcPct val="100000"/>
              </a:lnSpc>
              <a:spcBef>
                <a:spcPts val="0"/>
              </a:spcBef>
              <a:spcAft>
                <a:spcPts val="0"/>
              </a:spcAft>
              <a:buClr>
                <a:srgbClr val="000000"/>
              </a:buClr>
              <a:buSzPts val="2000"/>
              <a:buFont typeface="Arial"/>
              <a:buNone/>
            </a:pPr>
            <a:r>
              <a:rPr b="0" i="0" lang="pt-BR" sz="1000" u="none" cap="none" strike="noStrike">
                <a:solidFill>
                  <a:schemeClr val="lt1"/>
                </a:solidFill>
                <a:latin typeface="Work Sans"/>
                <a:ea typeface="Work Sans"/>
                <a:cs typeface="Work Sans"/>
                <a:sym typeface="Work Sans"/>
              </a:rPr>
              <a:t>[1,2,3,4,</a:t>
            </a:r>
            <a:r>
              <a:rPr b="0" i="0" lang="pt-BR" sz="1000" u="none" cap="none" strike="noStrike">
                <a:solidFill>
                  <a:schemeClr val="dk1"/>
                </a:solidFill>
                <a:latin typeface="Work Sans"/>
                <a:ea typeface="Work Sans"/>
                <a:cs typeface="Work Sans"/>
                <a:sym typeface="Work Sans"/>
              </a:rPr>
              <a:t>6</a:t>
            </a:r>
            <a:r>
              <a:rPr b="0" i="0" lang="pt-BR" sz="1000" u="none" cap="none" strike="noStrike">
                <a:solidFill>
                  <a:schemeClr val="lt1"/>
                </a:solidFill>
                <a:latin typeface="Work Sans"/>
                <a:ea typeface="Work Sans"/>
                <a:cs typeface="Work Sans"/>
                <a:sym typeface="Work Sans"/>
              </a:rPr>
              <a:t>,6,7,8,10]</a:t>
            </a:r>
            <a:endParaRPr b="0" i="1" sz="1000" u="none" cap="none" strike="noStrike">
              <a:solidFill>
                <a:schemeClr val="lt1"/>
              </a:solidFill>
              <a:latin typeface="Work Sans"/>
              <a:ea typeface="Work Sans"/>
              <a:cs typeface="Work Sans"/>
              <a:sym typeface="Work Sans"/>
            </a:endParaRPr>
          </a:p>
        </p:txBody>
      </p:sp>
      <p:sp>
        <p:nvSpPr>
          <p:cNvPr id="791" name="Google Shape;791;p40"/>
          <p:cNvSpPr txBox="1"/>
          <p:nvPr/>
        </p:nvSpPr>
        <p:spPr>
          <a:xfrm>
            <a:off x="2820630" y="1801229"/>
            <a:ext cx="1990420" cy="492412"/>
          </a:xfrm>
          <a:prstGeom prst="rect">
            <a:avLst/>
          </a:prstGeom>
          <a:noFill/>
          <a:ln>
            <a:noFill/>
          </a:ln>
        </p:spPr>
        <p:txBody>
          <a:bodyPr anchorCtr="0" anchor="t" bIns="91425" lIns="91425" spcFirstLastPara="1" rIns="91425" wrap="square" tIns="91425">
            <a:spAutoFit/>
          </a:bodyPr>
          <a:lstStyle/>
          <a:p>
            <a:pPr indent="0" lvl="0" marL="0" marR="0" rtl="0" algn="ctr">
              <a:lnSpc>
                <a:spcPct val="100000"/>
              </a:lnSpc>
              <a:spcBef>
                <a:spcPts val="0"/>
              </a:spcBef>
              <a:spcAft>
                <a:spcPts val="0"/>
              </a:spcAft>
              <a:buClr>
                <a:srgbClr val="000000"/>
              </a:buClr>
              <a:buSzPts val="2000"/>
              <a:buFont typeface="Arial"/>
              <a:buNone/>
            </a:pPr>
            <a:r>
              <a:rPr b="0" i="0" lang="pt-BR" sz="1000" u="none" cap="none" strike="noStrike">
                <a:solidFill>
                  <a:schemeClr val="lt1"/>
                </a:solidFill>
                <a:latin typeface="Work Sans"/>
                <a:ea typeface="Work Sans"/>
                <a:cs typeface="Work Sans"/>
                <a:sym typeface="Work Sans"/>
              </a:rPr>
              <a:t>Número </a:t>
            </a:r>
            <a:r>
              <a:rPr b="1" i="0" lang="pt-BR" sz="1000" u="none" cap="none" strike="noStrike">
                <a:solidFill>
                  <a:schemeClr val="lt1"/>
                </a:solidFill>
                <a:latin typeface="Work Sans"/>
                <a:ea typeface="Work Sans"/>
                <a:cs typeface="Work Sans"/>
                <a:sym typeface="Work Sans"/>
              </a:rPr>
              <a:t>PAR </a:t>
            </a:r>
            <a:r>
              <a:rPr b="0" i="0" lang="pt-BR" sz="1000" u="none" cap="none" strike="noStrike">
                <a:solidFill>
                  <a:schemeClr val="lt1"/>
                </a:solidFill>
                <a:latin typeface="Work Sans"/>
                <a:ea typeface="Work Sans"/>
                <a:cs typeface="Work Sans"/>
                <a:sym typeface="Work Sans"/>
              </a:rPr>
              <a:t>de termos:</a:t>
            </a:r>
            <a:endParaRPr b="0" i="0" sz="1000" u="none" cap="none" strike="noStrike">
              <a:solidFill>
                <a:schemeClr val="lt1"/>
              </a:solidFill>
              <a:latin typeface="Work Sans"/>
              <a:ea typeface="Work Sans"/>
              <a:cs typeface="Work Sans"/>
              <a:sym typeface="Work Sans"/>
            </a:endParaRPr>
          </a:p>
          <a:p>
            <a:pPr indent="0" lvl="0" marL="0" marR="0" rtl="0" algn="ctr">
              <a:lnSpc>
                <a:spcPct val="100000"/>
              </a:lnSpc>
              <a:spcBef>
                <a:spcPts val="0"/>
              </a:spcBef>
              <a:spcAft>
                <a:spcPts val="0"/>
              </a:spcAft>
              <a:buClr>
                <a:srgbClr val="000000"/>
              </a:buClr>
              <a:buSzPts val="2000"/>
              <a:buFont typeface="Arial"/>
              <a:buNone/>
            </a:pPr>
            <a:r>
              <a:rPr b="0" i="0" lang="pt-BR" sz="1000" u="none" cap="none" strike="noStrike">
                <a:solidFill>
                  <a:schemeClr val="lt1"/>
                </a:solidFill>
                <a:latin typeface="Work Sans"/>
                <a:ea typeface="Work Sans"/>
                <a:cs typeface="Work Sans"/>
                <a:sym typeface="Work Sans"/>
              </a:rPr>
              <a:t>[1,2,3,4,</a:t>
            </a:r>
            <a:r>
              <a:rPr b="0" i="0" lang="pt-BR" sz="1000" u="none" cap="none" strike="noStrike">
                <a:solidFill>
                  <a:schemeClr val="dk1"/>
                </a:solidFill>
                <a:latin typeface="Work Sans"/>
                <a:ea typeface="Work Sans"/>
                <a:cs typeface="Work Sans"/>
                <a:sym typeface="Work Sans"/>
              </a:rPr>
              <a:t>6,8</a:t>
            </a:r>
            <a:r>
              <a:rPr b="0" i="0" lang="pt-BR" sz="1000" u="none" cap="none" strike="noStrike">
                <a:solidFill>
                  <a:schemeClr val="lt1"/>
                </a:solidFill>
                <a:latin typeface="Work Sans"/>
                <a:ea typeface="Work Sans"/>
                <a:cs typeface="Work Sans"/>
                <a:sym typeface="Work Sans"/>
              </a:rPr>
              <a:t>,8,9,10,11]</a:t>
            </a:r>
            <a:endParaRPr b="0" i="1" sz="1000" u="none" cap="none" strike="noStrike">
              <a:solidFill>
                <a:schemeClr val="lt1"/>
              </a:solidFill>
              <a:latin typeface="Work Sans"/>
              <a:ea typeface="Work Sans"/>
              <a:cs typeface="Work Sans"/>
              <a:sym typeface="Work Sans"/>
            </a:endParaRPr>
          </a:p>
        </p:txBody>
      </p:sp>
      <p:sp>
        <p:nvSpPr>
          <p:cNvPr id="792" name="Google Shape;792;p40"/>
          <p:cNvSpPr txBox="1"/>
          <p:nvPr/>
        </p:nvSpPr>
        <p:spPr>
          <a:xfrm>
            <a:off x="3063378" y="2363044"/>
            <a:ext cx="1462032" cy="338524"/>
          </a:xfrm>
          <a:prstGeom prst="rect">
            <a:avLst/>
          </a:prstGeom>
          <a:noFill/>
          <a:ln>
            <a:noFill/>
          </a:ln>
        </p:spPr>
        <p:txBody>
          <a:bodyPr anchorCtr="0" anchor="t" bIns="91425" lIns="91425" spcFirstLastPara="1" rIns="91425" wrap="square" tIns="91425">
            <a:spAutoFit/>
          </a:bodyPr>
          <a:lstStyle/>
          <a:p>
            <a:pPr indent="0" lvl="0" marL="0" marR="0" rtl="0" algn="ctr">
              <a:lnSpc>
                <a:spcPct val="100000"/>
              </a:lnSpc>
              <a:spcBef>
                <a:spcPts val="0"/>
              </a:spcBef>
              <a:spcAft>
                <a:spcPts val="0"/>
              </a:spcAft>
              <a:buClr>
                <a:srgbClr val="000000"/>
              </a:buClr>
              <a:buSzPts val="2000"/>
              <a:buFont typeface="Arial"/>
              <a:buNone/>
            </a:pPr>
            <a:r>
              <a:rPr b="0" i="0" lang="pt-BR" sz="1000" u="none" cap="none" strike="noStrike">
                <a:solidFill>
                  <a:schemeClr val="lt1"/>
                </a:solidFill>
                <a:latin typeface="Work Sans"/>
                <a:ea typeface="Work Sans"/>
                <a:cs typeface="Work Sans"/>
                <a:sym typeface="Work Sans"/>
              </a:rPr>
              <a:t>6 + 8 / 2 = 7</a:t>
            </a:r>
            <a:endParaRPr b="0" i="1" sz="1000" u="none" cap="none" strike="noStrike">
              <a:solidFill>
                <a:schemeClr val="lt1"/>
              </a:solidFill>
              <a:latin typeface="Work Sans"/>
              <a:ea typeface="Work Sans"/>
              <a:cs typeface="Work Sans"/>
              <a:sym typeface="Work Sans"/>
            </a:endParaRPr>
          </a:p>
        </p:txBody>
      </p:sp>
      <p:sp>
        <p:nvSpPr>
          <p:cNvPr id="793" name="Google Shape;793;p40"/>
          <p:cNvSpPr/>
          <p:nvPr/>
        </p:nvSpPr>
        <p:spPr>
          <a:xfrm>
            <a:off x="808338" y="3198474"/>
            <a:ext cx="1205302" cy="397002"/>
          </a:xfrm>
          <a:prstGeom prst="roundRect">
            <a:avLst>
              <a:gd fmla="val 16667" name="adj"/>
            </a:avLst>
          </a:prstGeom>
          <a:solidFill>
            <a:srgbClr val="FFFFFF"/>
          </a:solidFill>
          <a:ln cap="flat" cmpd="sng" w="28575">
            <a:solidFill>
              <a:srgbClr val="C1272D"/>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800"/>
              <a:buFont typeface="Arial"/>
              <a:buNone/>
            </a:pPr>
            <a:r>
              <a:rPr b="1" i="0" lang="pt-BR" sz="1000" u="none" cap="none" strike="noStrike">
                <a:solidFill>
                  <a:schemeClr val="lt1"/>
                </a:solidFill>
                <a:latin typeface="Work Sans"/>
                <a:ea typeface="Work Sans"/>
                <a:cs typeface="Work Sans"/>
                <a:sym typeface="Work Sans"/>
              </a:rPr>
              <a:t>Moda</a:t>
            </a:r>
            <a:endParaRPr b="1" i="0" sz="1000" u="none" cap="none" strike="noStrike">
              <a:solidFill>
                <a:schemeClr val="lt1"/>
              </a:solidFill>
              <a:latin typeface="Work Sans"/>
              <a:ea typeface="Work Sans"/>
              <a:cs typeface="Work Sans"/>
              <a:sym typeface="Work Sans"/>
            </a:endParaRPr>
          </a:p>
          <a:p>
            <a:pPr indent="0" lvl="0" marL="0" marR="0" rtl="0" algn="ctr">
              <a:lnSpc>
                <a:spcPct val="100000"/>
              </a:lnSpc>
              <a:spcBef>
                <a:spcPts val="0"/>
              </a:spcBef>
              <a:spcAft>
                <a:spcPts val="0"/>
              </a:spcAft>
              <a:buClr>
                <a:srgbClr val="000000"/>
              </a:buClr>
              <a:buSzPts val="2800"/>
              <a:buFont typeface="Arial"/>
              <a:buNone/>
            </a:pPr>
            <a:r>
              <a:rPr b="0" i="1" lang="pt-BR" sz="1000" u="none" cap="none" strike="noStrike">
                <a:solidFill>
                  <a:schemeClr val="lt1"/>
                </a:solidFill>
                <a:latin typeface="Work Sans"/>
                <a:ea typeface="Work Sans"/>
                <a:cs typeface="Work Sans"/>
                <a:sym typeface="Work Sans"/>
              </a:rPr>
              <a:t>mode</a:t>
            </a:r>
            <a:endParaRPr b="0" i="0" sz="1000" u="none" cap="none" strike="noStrike">
              <a:solidFill>
                <a:schemeClr val="lt1"/>
              </a:solidFill>
              <a:latin typeface="Work Sans"/>
              <a:ea typeface="Work Sans"/>
              <a:cs typeface="Work Sans"/>
              <a:sym typeface="Work Sans"/>
            </a:endParaRPr>
          </a:p>
        </p:txBody>
      </p:sp>
      <p:pic>
        <p:nvPicPr>
          <p:cNvPr id="794" name="Google Shape;794;p40"/>
          <p:cNvPicPr preferRelativeResize="0"/>
          <p:nvPr/>
        </p:nvPicPr>
        <p:blipFill rotWithShape="1">
          <a:blip r:embed="rId5">
            <a:alphaModFix/>
          </a:blip>
          <a:srcRect b="67533" l="0" r="0" t="0"/>
          <a:stretch/>
        </p:blipFill>
        <p:spPr>
          <a:xfrm>
            <a:off x="771038" y="3793581"/>
            <a:ext cx="1279903" cy="753548"/>
          </a:xfrm>
          <a:prstGeom prst="rect">
            <a:avLst/>
          </a:prstGeom>
          <a:noFill/>
          <a:ln>
            <a:noFill/>
          </a:ln>
        </p:spPr>
      </p:pic>
      <p:cxnSp>
        <p:nvCxnSpPr>
          <p:cNvPr id="795" name="Google Shape;795;p40"/>
          <p:cNvCxnSpPr/>
          <p:nvPr/>
        </p:nvCxnSpPr>
        <p:spPr>
          <a:xfrm flipH="1" rot="10800000">
            <a:off x="339712" y="2885520"/>
            <a:ext cx="8141348" cy="27317"/>
          </a:xfrm>
          <a:prstGeom prst="straightConnector1">
            <a:avLst/>
          </a:prstGeom>
          <a:noFill/>
          <a:ln cap="flat" cmpd="sng" w="19050">
            <a:solidFill>
              <a:srgbClr val="C0504D"/>
            </a:solidFill>
            <a:prstDash val="dash"/>
            <a:round/>
            <a:headEnd len="sm" w="sm" type="none"/>
            <a:tailEnd len="sm" w="sm" type="none"/>
          </a:ln>
        </p:spPr>
      </p:cxnSp>
      <p:sp>
        <p:nvSpPr>
          <p:cNvPr id="796" name="Google Shape;796;p40"/>
          <p:cNvSpPr txBox="1"/>
          <p:nvPr/>
        </p:nvSpPr>
        <p:spPr>
          <a:xfrm>
            <a:off x="2899580" y="3919429"/>
            <a:ext cx="2160000" cy="338524"/>
          </a:xfrm>
          <a:prstGeom prst="rect">
            <a:avLst/>
          </a:prstGeom>
          <a:noFill/>
          <a:ln>
            <a:noFill/>
          </a:ln>
        </p:spPr>
        <p:txBody>
          <a:bodyPr anchorCtr="0" anchor="t" bIns="91425" lIns="91425" spcFirstLastPara="1" rIns="91425" wrap="square" tIns="91425">
            <a:spAutoFit/>
          </a:bodyPr>
          <a:lstStyle/>
          <a:p>
            <a:pPr indent="0" lvl="0" marL="0" marR="0" rtl="0" algn="ctr">
              <a:lnSpc>
                <a:spcPct val="100000"/>
              </a:lnSpc>
              <a:spcBef>
                <a:spcPts val="0"/>
              </a:spcBef>
              <a:spcAft>
                <a:spcPts val="0"/>
              </a:spcAft>
              <a:buClr>
                <a:schemeClr val="dk1"/>
              </a:buClr>
              <a:buSzPts val="1400"/>
              <a:buFont typeface="Arial"/>
              <a:buNone/>
            </a:pPr>
            <a:r>
              <a:rPr b="0" i="0" lang="pt-BR" sz="1000" u="none" cap="none" strike="noStrike">
                <a:solidFill>
                  <a:schemeClr val="lt1"/>
                </a:solidFill>
                <a:latin typeface="Work Sans"/>
                <a:ea typeface="Work Sans"/>
                <a:cs typeface="Work Sans"/>
                <a:sym typeface="Work Sans"/>
              </a:rPr>
              <a:t>[1,2,3,4,6,</a:t>
            </a:r>
            <a:r>
              <a:rPr b="0" i="0" lang="pt-BR" sz="1000" u="none" cap="none" strike="noStrike">
                <a:solidFill>
                  <a:schemeClr val="dk1"/>
                </a:solidFill>
                <a:latin typeface="Work Sans"/>
                <a:ea typeface="Work Sans"/>
                <a:cs typeface="Work Sans"/>
                <a:sym typeface="Work Sans"/>
              </a:rPr>
              <a:t>8,8</a:t>
            </a:r>
            <a:r>
              <a:rPr b="0" i="0" lang="pt-BR" sz="1000" u="none" cap="none" strike="noStrike">
                <a:solidFill>
                  <a:schemeClr val="lt1"/>
                </a:solidFill>
                <a:latin typeface="Work Sans"/>
                <a:ea typeface="Work Sans"/>
                <a:cs typeface="Work Sans"/>
                <a:sym typeface="Work Sans"/>
              </a:rPr>
              <a:t>,9,10,11] </a:t>
            </a:r>
            <a:endParaRPr b="0" i="0" sz="1000" u="none" cap="none" strike="noStrike">
              <a:solidFill>
                <a:schemeClr val="lt1"/>
              </a:solidFill>
              <a:latin typeface="Work Sans"/>
              <a:ea typeface="Work Sans"/>
              <a:cs typeface="Work Sans"/>
              <a:sym typeface="Work Sans"/>
            </a:endParaRPr>
          </a:p>
        </p:txBody>
      </p:sp>
      <p:sp>
        <p:nvSpPr>
          <p:cNvPr id="797" name="Google Shape;797;p40"/>
          <p:cNvSpPr txBox="1"/>
          <p:nvPr/>
        </p:nvSpPr>
        <p:spPr>
          <a:xfrm>
            <a:off x="2876720" y="3402622"/>
            <a:ext cx="2160000" cy="338524"/>
          </a:xfrm>
          <a:prstGeom prst="rect">
            <a:avLst/>
          </a:prstGeom>
          <a:noFill/>
          <a:ln>
            <a:noFill/>
          </a:ln>
        </p:spPr>
        <p:txBody>
          <a:bodyPr anchorCtr="0" anchor="t" bIns="91425" lIns="91425" spcFirstLastPara="1" rIns="91425" wrap="square" tIns="91425">
            <a:spAutoFit/>
          </a:bodyPr>
          <a:lstStyle/>
          <a:p>
            <a:pPr indent="0" lvl="0" marL="0" marR="0" rtl="0" algn="ctr">
              <a:lnSpc>
                <a:spcPct val="100000"/>
              </a:lnSpc>
              <a:spcBef>
                <a:spcPts val="0"/>
              </a:spcBef>
              <a:spcAft>
                <a:spcPts val="0"/>
              </a:spcAft>
              <a:buClr>
                <a:schemeClr val="dk1"/>
              </a:buClr>
              <a:buSzPts val="1400"/>
              <a:buFont typeface="Arial"/>
              <a:buNone/>
            </a:pPr>
            <a:r>
              <a:rPr b="0" i="0" lang="pt-BR" sz="1000" u="none" cap="none" strike="noStrike">
                <a:solidFill>
                  <a:schemeClr val="lt1"/>
                </a:solidFill>
                <a:latin typeface="Work Sans"/>
                <a:ea typeface="Work Sans"/>
                <a:cs typeface="Work Sans"/>
                <a:sym typeface="Work Sans"/>
              </a:rPr>
              <a:t>[1,2,3,4,</a:t>
            </a:r>
            <a:r>
              <a:rPr b="0" i="0" lang="pt-BR" sz="1000" u="none" cap="none" strike="noStrike">
                <a:solidFill>
                  <a:schemeClr val="dk1"/>
                </a:solidFill>
                <a:latin typeface="Work Sans"/>
                <a:ea typeface="Work Sans"/>
                <a:cs typeface="Work Sans"/>
                <a:sym typeface="Work Sans"/>
              </a:rPr>
              <a:t>6,6</a:t>
            </a:r>
            <a:r>
              <a:rPr b="0" i="0" lang="pt-BR" sz="1000" u="none" cap="none" strike="noStrike">
                <a:solidFill>
                  <a:schemeClr val="lt1"/>
                </a:solidFill>
                <a:latin typeface="Work Sans"/>
                <a:ea typeface="Work Sans"/>
                <a:cs typeface="Work Sans"/>
                <a:sym typeface="Work Sans"/>
              </a:rPr>
              <a:t>,7,8,10]</a:t>
            </a:r>
            <a:endParaRPr b="0" i="0" sz="1000" u="none" cap="none" strike="noStrike">
              <a:solidFill>
                <a:schemeClr val="lt1"/>
              </a:solidFill>
              <a:latin typeface="Work Sans"/>
              <a:ea typeface="Work Sans"/>
              <a:cs typeface="Work Sans"/>
              <a:sym typeface="Work Sans"/>
            </a:endParaRPr>
          </a:p>
        </p:txBody>
      </p:sp>
      <p:sp>
        <p:nvSpPr>
          <p:cNvPr id="798" name="Google Shape;798;p40"/>
          <p:cNvSpPr txBox="1"/>
          <p:nvPr/>
        </p:nvSpPr>
        <p:spPr>
          <a:xfrm>
            <a:off x="5216720" y="3390168"/>
            <a:ext cx="1440000" cy="338524"/>
          </a:xfrm>
          <a:prstGeom prst="rect">
            <a:avLst/>
          </a:prstGeom>
          <a:noFill/>
          <a:ln>
            <a:noFill/>
          </a:ln>
        </p:spPr>
        <p:txBody>
          <a:bodyPr anchorCtr="0" anchor="t" bIns="91425" lIns="91425" spcFirstLastPara="1" rIns="91425" wrap="square" tIns="91425">
            <a:spAutoFit/>
          </a:bodyPr>
          <a:lstStyle/>
          <a:p>
            <a:pPr indent="0" lvl="0" marL="0" marR="0" rtl="0" algn="l">
              <a:lnSpc>
                <a:spcPct val="100000"/>
              </a:lnSpc>
              <a:spcBef>
                <a:spcPts val="0"/>
              </a:spcBef>
              <a:spcAft>
                <a:spcPts val="0"/>
              </a:spcAft>
              <a:buClr>
                <a:schemeClr val="dk1"/>
              </a:buClr>
              <a:buSzPts val="1400"/>
              <a:buFont typeface="Arial"/>
              <a:buNone/>
            </a:pPr>
            <a:r>
              <a:rPr b="0" i="0" lang="pt-BR" sz="1000" u="none" cap="none" strike="noStrike">
                <a:solidFill>
                  <a:schemeClr val="lt1"/>
                </a:solidFill>
                <a:latin typeface="Work Sans"/>
                <a:ea typeface="Work Sans"/>
                <a:cs typeface="Work Sans"/>
                <a:sym typeface="Work Sans"/>
              </a:rPr>
              <a:t>Moda = 6</a:t>
            </a:r>
            <a:endParaRPr b="0" i="0" sz="1000" u="none" cap="none" strike="noStrike">
              <a:solidFill>
                <a:schemeClr val="lt1"/>
              </a:solidFill>
              <a:latin typeface="Work Sans"/>
              <a:ea typeface="Work Sans"/>
              <a:cs typeface="Work Sans"/>
              <a:sym typeface="Work Sans"/>
            </a:endParaRPr>
          </a:p>
        </p:txBody>
      </p:sp>
      <p:sp>
        <p:nvSpPr>
          <p:cNvPr id="799" name="Google Shape;799;p40"/>
          <p:cNvSpPr txBox="1"/>
          <p:nvPr/>
        </p:nvSpPr>
        <p:spPr>
          <a:xfrm>
            <a:off x="5216720" y="3919155"/>
            <a:ext cx="1440000" cy="338524"/>
          </a:xfrm>
          <a:prstGeom prst="rect">
            <a:avLst/>
          </a:prstGeom>
          <a:noFill/>
          <a:ln>
            <a:noFill/>
          </a:ln>
        </p:spPr>
        <p:txBody>
          <a:bodyPr anchorCtr="0" anchor="t" bIns="91425" lIns="91425" spcFirstLastPara="1" rIns="91425" wrap="square" tIns="91425">
            <a:spAutoFit/>
          </a:bodyPr>
          <a:lstStyle/>
          <a:p>
            <a:pPr indent="0" lvl="0" marL="0" marR="0" rtl="0" algn="l">
              <a:lnSpc>
                <a:spcPct val="100000"/>
              </a:lnSpc>
              <a:spcBef>
                <a:spcPts val="0"/>
              </a:spcBef>
              <a:spcAft>
                <a:spcPts val="0"/>
              </a:spcAft>
              <a:buClr>
                <a:schemeClr val="dk1"/>
              </a:buClr>
              <a:buSzPts val="1400"/>
              <a:buFont typeface="Arial"/>
              <a:buNone/>
            </a:pPr>
            <a:r>
              <a:rPr b="0" i="0" lang="pt-BR" sz="1000" u="none" cap="none" strike="noStrike">
                <a:solidFill>
                  <a:schemeClr val="lt1"/>
                </a:solidFill>
                <a:latin typeface="Work Sans"/>
                <a:ea typeface="Work Sans"/>
                <a:cs typeface="Work Sans"/>
                <a:sym typeface="Work Sans"/>
              </a:rPr>
              <a:t>Moda = 8</a:t>
            </a:r>
            <a:endParaRPr b="0" i="0" sz="1000" u="none" cap="none" strike="noStrike">
              <a:solidFill>
                <a:schemeClr val="lt1"/>
              </a:solidFill>
              <a:latin typeface="Work Sans"/>
              <a:ea typeface="Work Sans"/>
              <a:cs typeface="Work Sans"/>
              <a:sym typeface="Work Sans"/>
            </a:endParaRPr>
          </a:p>
        </p:txBody>
      </p:sp>
      <p:grpSp>
        <p:nvGrpSpPr>
          <p:cNvPr id="800" name="Google Shape;800;p40"/>
          <p:cNvGrpSpPr/>
          <p:nvPr/>
        </p:nvGrpSpPr>
        <p:grpSpPr>
          <a:xfrm>
            <a:off x="5432960" y="2067627"/>
            <a:ext cx="4236820" cy="368720"/>
            <a:chOff x="6840000" y="1187197"/>
            <a:chExt cx="4320000" cy="361607"/>
          </a:xfrm>
        </p:grpSpPr>
        <p:sp>
          <p:nvSpPr>
            <p:cNvPr id="801" name="Google Shape;801;p40"/>
            <p:cNvSpPr txBox="1"/>
            <p:nvPr/>
          </p:nvSpPr>
          <p:spPr>
            <a:xfrm>
              <a:off x="7200000" y="1187197"/>
              <a:ext cx="3960000" cy="361607"/>
            </a:xfrm>
            <a:prstGeom prst="rect">
              <a:avLst/>
            </a:prstGeom>
            <a:noFill/>
            <a:ln>
              <a:noFill/>
            </a:ln>
          </p:spPr>
          <p:txBody>
            <a:bodyPr anchorCtr="0" anchor="ctr" bIns="91425" lIns="91425" spcFirstLastPara="1" rIns="91425" wrap="square" tIns="91425">
              <a:spAutoFit/>
            </a:bodyPr>
            <a:lstStyle/>
            <a:p>
              <a:pPr indent="0" lvl="0" marL="0" marR="0" rtl="0" algn="l">
                <a:lnSpc>
                  <a:spcPct val="115000"/>
                </a:lnSpc>
                <a:spcBef>
                  <a:spcPts val="0"/>
                </a:spcBef>
                <a:spcAft>
                  <a:spcPts val="0"/>
                </a:spcAft>
                <a:buClr>
                  <a:srgbClr val="000000"/>
                </a:buClr>
                <a:buSzPts val="1300"/>
                <a:buFont typeface="Arial"/>
                <a:buNone/>
              </a:pPr>
              <a:r>
                <a:rPr b="0" i="0" lang="pt-BR" sz="1000" u="none" cap="none" strike="noStrike">
                  <a:solidFill>
                    <a:schemeClr val="lt1"/>
                  </a:solidFill>
                  <a:latin typeface="Work Sans"/>
                  <a:ea typeface="Work Sans"/>
                  <a:cs typeface="Work Sans"/>
                  <a:sym typeface="Work Sans"/>
                </a:rPr>
                <a:t>Buscar o(s) </a:t>
              </a:r>
              <a:r>
                <a:rPr b="1" i="0" lang="pt-BR" sz="1000" u="none" cap="none" strike="noStrike">
                  <a:solidFill>
                    <a:schemeClr val="lt1"/>
                  </a:solidFill>
                  <a:latin typeface="Work Sans"/>
                  <a:ea typeface="Work Sans"/>
                  <a:cs typeface="Work Sans"/>
                  <a:sym typeface="Work Sans"/>
                </a:rPr>
                <a:t>número(s) intermediário(s)</a:t>
              </a:r>
              <a:r>
                <a:rPr b="0" i="0" lang="pt-BR" sz="1000" u="none" cap="none" strike="noStrike">
                  <a:solidFill>
                    <a:schemeClr val="lt1"/>
                  </a:solidFill>
                  <a:latin typeface="Work Sans"/>
                  <a:ea typeface="Work Sans"/>
                  <a:cs typeface="Work Sans"/>
                  <a:sym typeface="Work Sans"/>
                </a:rPr>
                <a:t>.</a:t>
              </a:r>
              <a:endParaRPr b="0" i="0" sz="1000" u="none" cap="none" strike="noStrike">
                <a:solidFill>
                  <a:schemeClr val="lt1"/>
                </a:solidFill>
                <a:latin typeface="Work Sans"/>
                <a:ea typeface="Work Sans"/>
                <a:cs typeface="Work Sans"/>
                <a:sym typeface="Work Sans"/>
              </a:endParaRPr>
            </a:p>
          </p:txBody>
        </p:sp>
        <p:sp>
          <p:nvSpPr>
            <p:cNvPr id="802" name="Google Shape;802;p40"/>
            <p:cNvSpPr/>
            <p:nvPr/>
          </p:nvSpPr>
          <p:spPr>
            <a:xfrm>
              <a:off x="6840000" y="1207500"/>
              <a:ext cx="360000" cy="341304"/>
            </a:xfrm>
            <a:prstGeom prst="roundRect">
              <a:avLst>
                <a:gd fmla="val 16667" name="adj"/>
              </a:avLst>
            </a:prstGeom>
            <a:solidFill>
              <a:srgbClr val="C1272D"/>
            </a:solidFill>
            <a:ln>
              <a:noFill/>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000"/>
                <a:buFont typeface="Arial"/>
                <a:buNone/>
              </a:pPr>
              <a:r>
                <a:rPr b="1" i="0" lang="pt-BR" sz="1000" u="none" cap="none" strike="noStrike">
                  <a:solidFill>
                    <a:schemeClr val="lt1"/>
                  </a:solidFill>
                  <a:latin typeface="Work Sans"/>
                  <a:ea typeface="Work Sans"/>
                  <a:cs typeface="Work Sans"/>
                  <a:sym typeface="Work Sans"/>
                </a:rPr>
                <a:t>2º</a:t>
              </a:r>
              <a:endParaRPr b="1" i="0" sz="1000" u="none" cap="none" strike="noStrike">
                <a:solidFill>
                  <a:schemeClr val="lt1"/>
                </a:solidFill>
                <a:latin typeface="Work Sans"/>
                <a:ea typeface="Work Sans"/>
                <a:cs typeface="Work Sans"/>
                <a:sym typeface="Work Sans"/>
              </a:endParaRPr>
            </a:p>
          </p:txBody>
        </p:sp>
      </p:grpSp>
      <p:grpSp>
        <p:nvGrpSpPr>
          <p:cNvPr id="803" name="Google Shape;803;p40"/>
          <p:cNvGrpSpPr/>
          <p:nvPr/>
        </p:nvGrpSpPr>
        <p:grpSpPr>
          <a:xfrm>
            <a:off x="5432960" y="1625784"/>
            <a:ext cx="3883333" cy="368720"/>
            <a:chOff x="6840000" y="1321746"/>
            <a:chExt cx="4320000" cy="361607"/>
          </a:xfrm>
        </p:grpSpPr>
        <p:sp>
          <p:nvSpPr>
            <p:cNvPr id="804" name="Google Shape;804;p40"/>
            <p:cNvSpPr txBox="1"/>
            <p:nvPr/>
          </p:nvSpPr>
          <p:spPr>
            <a:xfrm>
              <a:off x="7200000" y="1321746"/>
              <a:ext cx="3960000" cy="361607"/>
            </a:xfrm>
            <a:prstGeom prst="rect">
              <a:avLst/>
            </a:prstGeom>
            <a:noFill/>
            <a:ln>
              <a:noFill/>
            </a:ln>
          </p:spPr>
          <p:txBody>
            <a:bodyPr anchorCtr="0" anchor="ctr" bIns="91425" lIns="91425" spcFirstLastPara="1" rIns="91425" wrap="square" tIns="91425">
              <a:spAutoFit/>
            </a:bodyPr>
            <a:lstStyle/>
            <a:p>
              <a:pPr indent="0" lvl="0" marL="0" marR="0" rtl="0" algn="l">
                <a:lnSpc>
                  <a:spcPct val="115000"/>
                </a:lnSpc>
                <a:spcBef>
                  <a:spcPts val="0"/>
                </a:spcBef>
                <a:spcAft>
                  <a:spcPts val="0"/>
                </a:spcAft>
                <a:buClr>
                  <a:srgbClr val="000000"/>
                </a:buClr>
                <a:buSzPts val="1300"/>
                <a:buFont typeface="Arial"/>
                <a:buNone/>
              </a:pPr>
              <a:r>
                <a:rPr b="1" i="0" lang="pt-BR" sz="1000" u="none" cap="none" strike="noStrike">
                  <a:solidFill>
                    <a:schemeClr val="lt1"/>
                  </a:solidFill>
                  <a:latin typeface="Work Sans"/>
                  <a:ea typeface="Work Sans"/>
                  <a:cs typeface="Work Sans"/>
                  <a:sym typeface="Work Sans"/>
                </a:rPr>
                <a:t>Ordenar os termos </a:t>
              </a:r>
              <a:r>
                <a:rPr b="0" i="0" lang="pt-BR" sz="1000" u="none" cap="none" strike="noStrike">
                  <a:solidFill>
                    <a:schemeClr val="lt1"/>
                  </a:solidFill>
                  <a:latin typeface="Work Sans"/>
                  <a:ea typeface="Work Sans"/>
                  <a:cs typeface="Work Sans"/>
                  <a:sym typeface="Work Sans"/>
                </a:rPr>
                <a:t>em ordem crescente ou decrescente.</a:t>
              </a:r>
              <a:endParaRPr b="1" i="0" sz="1000" u="none" cap="none" strike="noStrike">
                <a:solidFill>
                  <a:schemeClr val="lt1"/>
                </a:solidFill>
                <a:latin typeface="Work Sans"/>
                <a:ea typeface="Work Sans"/>
                <a:cs typeface="Work Sans"/>
                <a:sym typeface="Work Sans"/>
              </a:endParaRPr>
            </a:p>
          </p:txBody>
        </p:sp>
        <p:sp>
          <p:nvSpPr>
            <p:cNvPr id="805" name="Google Shape;805;p40"/>
            <p:cNvSpPr/>
            <p:nvPr/>
          </p:nvSpPr>
          <p:spPr>
            <a:xfrm>
              <a:off x="6840000" y="1338403"/>
              <a:ext cx="392769" cy="344146"/>
            </a:xfrm>
            <a:prstGeom prst="roundRect">
              <a:avLst>
                <a:gd fmla="val 16667" name="adj"/>
              </a:avLst>
            </a:prstGeom>
            <a:solidFill>
              <a:srgbClr val="C1272D"/>
            </a:solidFill>
            <a:ln>
              <a:noFill/>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000"/>
                <a:buFont typeface="Arial"/>
                <a:buNone/>
              </a:pPr>
              <a:r>
                <a:rPr b="1" i="0" lang="pt-BR" sz="1000" u="none" cap="none" strike="noStrike">
                  <a:solidFill>
                    <a:schemeClr val="lt1"/>
                  </a:solidFill>
                  <a:latin typeface="Work Sans"/>
                  <a:ea typeface="Work Sans"/>
                  <a:cs typeface="Work Sans"/>
                  <a:sym typeface="Work Sans"/>
                </a:rPr>
                <a:t>1º</a:t>
              </a:r>
              <a:endParaRPr b="1" i="0" sz="1000" u="none" cap="none" strike="noStrike">
                <a:solidFill>
                  <a:schemeClr val="lt1"/>
                </a:solidFill>
                <a:latin typeface="Work Sans"/>
                <a:ea typeface="Work Sans"/>
                <a:cs typeface="Work Sans"/>
                <a:sym typeface="Work Sans"/>
              </a:endParaRPr>
            </a:p>
          </p:txBody>
        </p:sp>
      </p:grpSp>
      <p:sp>
        <p:nvSpPr>
          <p:cNvPr id="806" name="Google Shape;806;p40"/>
          <p:cNvSpPr txBox="1"/>
          <p:nvPr/>
        </p:nvSpPr>
        <p:spPr>
          <a:xfrm>
            <a:off x="5086030" y="1214244"/>
            <a:ext cx="4046320" cy="338524"/>
          </a:xfrm>
          <a:prstGeom prst="rect">
            <a:avLst/>
          </a:prstGeom>
          <a:noFill/>
          <a:ln>
            <a:noFill/>
          </a:ln>
        </p:spPr>
        <p:txBody>
          <a:bodyPr anchorCtr="0" anchor="t" bIns="91425" lIns="91425" spcFirstLastPara="1" rIns="91425" wrap="square" tIns="91425">
            <a:spAutoFit/>
          </a:bodyPr>
          <a:lstStyle/>
          <a:p>
            <a:pPr indent="0" lvl="0" marL="0" marR="0" rtl="0" algn="ctr">
              <a:lnSpc>
                <a:spcPct val="100000"/>
              </a:lnSpc>
              <a:spcBef>
                <a:spcPts val="0"/>
              </a:spcBef>
              <a:spcAft>
                <a:spcPts val="0"/>
              </a:spcAft>
              <a:buClr>
                <a:srgbClr val="BA0E02"/>
              </a:buClr>
              <a:buSzPts val="1500"/>
              <a:buFont typeface="Arial"/>
              <a:buNone/>
            </a:pPr>
            <a:r>
              <a:rPr b="1" i="0" lang="pt-BR" sz="1000" u="none" cap="none" strike="noStrike">
                <a:solidFill>
                  <a:schemeClr val="lt1"/>
                </a:solidFill>
                <a:latin typeface="Work Sans"/>
                <a:ea typeface="Work Sans"/>
                <a:cs typeface="Work Sans"/>
                <a:sym typeface="Work Sans"/>
              </a:rPr>
              <a:t>Passo a passo</a:t>
            </a:r>
            <a:endParaRPr b="0" i="0" sz="1000" u="none" cap="none" strike="noStrike">
              <a:solidFill>
                <a:schemeClr val="lt1"/>
              </a:solidFill>
              <a:latin typeface="Work Sans"/>
              <a:ea typeface="Work Sans"/>
              <a:cs typeface="Work Sans"/>
              <a:sym typeface="Work Sans"/>
            </a:endParaRPr>
          </a:p>
        </p:txBody>
      </p:sp>
      <p:sp>
        <p:nvSpPr>
          <p:cNvPr id="807" name="Google Shape;807;p40"/>
          <p:cNvSpPr txBox="1"/>
          <p:nvPr/>
        </p:nvSpPr>
        <p:spPr>
          <a:xfrm>
            <a:off x="0" y="4825425"/>
            <a:ext cx="4862100" cy="276900"/>
          </a:xfrm>
          <a:prstGeom prst="rect">
            <a:avLst/>
          </a:prstGeom>
          <a:noFill/>
          <a:ln>
            <a:noFill/>
          </a:ln>
        </p:spPr>
        <p:txBody>
          <a:bodyPr anchorCtr="0" anchor="t" bIns="68550" lIns="137125" spcFirstLastPara="1" rIns="137125" wrap="square" tIns="68550">
            <a:spAutoFit/>
          </a:bodyPr>
          <a:lstStyle/>
          <a:p>
            <a:pPr indent="0" lvl="0" marL="0" marR="0" rtl="0" algn="l">
              <a:lnSpc>
                <a:spcPct val="100000"/>
              </a:lnSpc>
              <a:spcBef>
                <a:spcPts val="0"/>
              </a:spcBef>
              <a:spcAft>
                <a:spcPts val="0"/>
              </a:spcAft>
              <a:buClr>
                <a:srgbClr val="000000"/>
              </a:buClr>
              <a:buSzPts val="900"/>
              <a:buFont typeface="Arial"/>
              <a:buNone/>
            </a:pPr>
            <a:r>
              <a:rPr b="1" i="0" lang="pt-BR" sz="900" u="none" cap="none" strike="noStrike">
                <a:solidFill>
                  <a:srgbClr val="000000"/>
                </a:solidFill>
                <a:latin typeface="Arial"/>
                <a:ea typeface="Arial"/>
                <a:cs typeface="Arial"/>
                <a:sym typeface="Arial"/>
              </a:rPr>
              <a:t>Prep4Consulting 2026.2 </a:t>
            </a:r>
            <a:r>
              <a:rPr b="0" i="0" lang="pt-BR" sz="900" u="none" cap="none" strike="noStrike">
                <a:solidFill>
                  <a:srgbClr val="000000"/>
                </a:solidFill>
                <a:latin typeface="Arial"/>
                <a:ea typeface="Arial"/>
                <a:cs typeface="Arial"/>
                <a:sym typeface="Arial"/>
              </a:rPr>
              <a:t>| GMAT: Estrutura da Prova</a:t>
            </a:r>
            <a:endParaRPr b="0" i="0" sz="900" u="none" cap="none" strike="noStrike">
              <a:solidFill>
                <a:srgbClr val="000000"/>
              </a:solidFill>
              <a:latin typeface="Arial"/>
              <a:ea typeface="Arial"/>
              <a:cs typeface="Arial"/>
              <a:sym typeface="Arial"/>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790"/>
                                        </p:tgtEl>
                                        <p:attrNameLst>
                                          <p:attrName>style.visibility</p:attrName>
                                        </p:attrNameLst>
                                      </p:cBhvr>
                                      <p:to>
                                        <p:strVal val="visible"/>
                                      </p:to>
                                    </p:set>
                                    <p:animEffect filter="fade" transition="in">
                                      <p:cBhvr>
                                        <p:cTn dur="1000"/>
                                        <p:tgtEl>
                                          <p:spTgt spid="790"/>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791"/>
                                        </p:tgtEl>
                                        <p:attrNameLst>
                                          <p:attrName>style.visibility</p:attrName>
                                        </p:attrNameLst>
                                      </p:cBhvr>
                                      <p:to>
                                        <p:strVal val="visible"/>
                                      </p:to>
                                    </p:set>
                                    <p:animEffect filter="fade" transition="in">
                                      <p:cBhvr>
                                        <p:cTn dur="1000"/>
                                        <p:tgtEl>
                                          <p:spTgt spid="791"/>
                                        </p:tgtEl>
                                      </p:cBhvr>
                                    </p:animEffect>
                                  </p:childTnLst>
                                </p:cTn>
                              </p:par>
                              <p:par>
                                <p:cTn fill="hold" nodeType="withEffect" presetClass="entr" presetID="10" presetSubtype="0">
                                  <p:stCondLst>
                                    <p:cond delay="0"/>
                                  </p:stCondLst>
                                  <p:childTnLst>
                                    <p:set>
                                      <p:cBhvr>
                                        <p:cTn dur="1" fill="hold">
                                          <p:stCondLst>
                                            <p:cond delay="0"/>
                                          </p:stCondLst>
                                        </p:cTn>
                                        <p:tgtEl>
                                          <p:spTgt spid="792"/>
                                        </p:tgtEl>
                                        <p:attrNameLst>
                                          <p:attrName>style.visibility</p:attrName>
                                        </p:attrNameLst>
                                      </p:cBhvr>
                                      <p:to>
                                        <p:strVal val="visible"/>
                                      </p:to>
                                    </p:set>
                                    <p:animEffect filter="fade" transition="in">
                                      <p:cBhvr>
                                        <p:cTn dur="1000"/>
                                        <p:tgtEl>
                                          <p:spTgt spid="792"/>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806"/>
                                        </p:tgtEl>
                                        <p:attrNameLst>
                                          <p:attrName>style.visibility</p:attrName>
                                        </p:attrNameLst>
                                      </p:cBhvr>
                                      <p:to>
                                        <p:strVal val="visible"/>
                                      </p:to>
                                    </p:set>
                                    <p:animEffect filter="fade" transition="in">
                                      <p:cBhvr>
                                        <p:cTn dur="1000"/>
                                        <p:tgtEl>
                                          <p:spTgt spid="806"/>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803"/>
                                        </p:tgtEl>
                                        <p:attrNameLst>
                                          <p:attrName>style.visibility</p:attrName>
                                        </p:attrNameLst>
                                      </p:cBhvr>
                                      <p:to>
                                        <p:strVal val="visible"/>
                                      </p:to>
                                    </p:set>
                                    <p:animEffect filter="fade" transition="in">
                                      <p:cBhvr>
                                        <p:cTn dur="1000"/>
                                        <p:tgtEl>
                                          <p:spTgt spid="803"/>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800"/>
                                        </p:tgtEl>
                                        <p:attrNameLst>
                                          <p:attrName>style.visibility</p:attrName>
                                        </p:attrNameLst>
                                      </p:cBhvr>
                                      <p:to>
                                        <p:strVal val="visible"/>
                                      </p:to>
                                    </p:set>
                                    <p:animEffect filter="fade" transition="in">
                                      <p:cBhvr>
                                        <p:cTn dur="1000"/>
                                        <p:tgtEl>
                                          <p:spTgt spid="800"/>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797"/>
                                        </p:tgtEl>
                                        <p:attrNameLst>
                                          <p:attrName>style.visibility</p:attrName>
                                        </p:attrNameLst>
                                      </p:cBhvr>
                                      <p:to>
                                        <p:strVal val="visible"/>
                                      </p:to>
                                    </p:set>
                                    <p:animEffect filter="fade" transition="in">
                                      <p:cBhvr>
                                        <p:cTn dur="1000"/>
                                        <p:tgtEl>
                                          <p:spTgt spid="797"/>
                                        </p:tgtEl>
                                      </p:cBhvr>
                                    </p:animEffect>
                                  </p:childTnLst>
                                </p:cTn>
                              </p:par>
                              <p:par>
                                <p:cTn fill="hold" nodeType="withEffect" presetClass="entr" presetID="10" presetSubtype="0">
                                  <p:stCondLst>
                                    <p:cond delay="0"/>
                                  </p:stCondLst>
                                  <p:childTnLst>
                                    <p:set>
                                      <p:cBhvr>
                                        <p:cTn dur="1" fill="hold">
                                          <p:stCondLst>
                                            <p:cond delay="0"/>
                                          </p:stCondLst>
                                        </p:cTn>
                                        <p:tgtEl>
                                          <p:spTgt spid="798"/>
                                        </p:tgtEl>
                                        <p:attrNameLst>
                                          <p:attrName>style.visibility</p:attrName>
                                        </p:attrNameLst>
                                      </p:cBhvr>
                                      <p:to>
                                        <p:strVal val="visible"/>
                                      </p:to>
                                    </p:set>
                                    <p:animEffect filter="fade" transition="in">
                                      <p:cBhvr>
                                        <p:cTn dur="1000"/>
                                        <p:tgtEl>
                                          <p:spTgt spid="798"/>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796"/>
                                        </p:tgtEl>
                                        <p:attrNameLst>
                                          <p:attrName>style.visibility</p:attrName>
                                        </p:attrNameLst>
                                      </p:cBhvr>
                                      <p:to>
                                        <p:strVal val="visible"/>
                                      </p:to>
                                    </p:set>
                                    <p:animEffect filter="fade" transition="in">
                                      <p:cBhvr>
                                        <p:cTn dur="1000"/>
                                        <p:tgtEl>
                                          <p:spTgt spid="796"/>
                                        </p:tgtEl>
                                      </p:cBhvr>
                                    </p:animEffect>
                                  </p:childTnLst>
                                </p:cTn>
                              </p:par>
                              <p:par>
                                <p:cTn fill="hold" nodeType="withEffect" presetClass="entr" presetID="10" presetSubtype="0">
                                  <p:stCondLst>
                                    <p:cond delay="0"/>
                                  </p:stCondLst>
                                  <p:childTnLst>
                                    <p:set>
                                      <p:cBhvr>
                                        <p:cTn dur="1" fill="hold">
                                          <p:stCondLst>
                                            <p:cond delay="0"/>
                                          </p:stCondLst>
                                        </p:cTn>
                                        <p:tgtEl>
                                          <p:spTgt spid="799"/>
                                        </p:tgtEl>
                                        <p:attrNameLst>
                                          <p:attrName>style.visibility</p:attrName>
                                        </p:attrNameLst>
                                      </p:cBhvr>
                                      <p:to>
                                        <p:strVal val="visible"/>
                                      </p:to>
                                    </p:set>
                                    <p:animEffect filter="fade" transition="in">
                                      <p:cBhvr>
                                        <p:cTn dur="1000"/>
                                        <p:tgtEl>
                                          <p:spTgt spid="799"/>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4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11" name="Shape 811"/>
        <p:cNvGrpSpPr/>
        <p:nvPr/>
      </p:nvGrpSpPr>
      <p:grpSpPr>
        <a:xfrm>
          <a:off x="0" y="0"/>
          <a:ext cx="0" cy="0"/>
          <a:chOff x="0" y="0"/>
          <a:chExt cx="0" cy="0"/>
        </a:xfrm>
      </p:grpSpPr>
      <p:sp>
        <p:nvSpPr>
          <p:cNvPr id="812" name="Google Shape;812;p41"/>
          <p:cNvSpPr txBox="1"/>
          <p:nvPr>
            <p:ph idx="4294967295" type="title"/>
          </p:nvPr>
        </p:nvSpPr>
        <p:spPr>
          <a:xfrm>
            <a:off x="722375" y="384050"/>
            <a:ext cx="5052900" cy="5760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3000"/>
              <a:buNone/>
            </a:pPr>
            <a:r>
              <a:rPr lang="pt-BR"/>
              <a:t>REVISÃO DE MATEMÁTICA</a:t>
            </a:r>
            <a:endParaRPr/>
          </a:p>
        </p:txBody>
      </p:sp>
      <p:sp>
        <p:nvSpPr>
          <p:cNvPr id="813" name="Google Shape;813;p41"/>
          <p:cNvSpPr txBox="1"/>
          <p:nvPr/>
        </p:nvSpPr>
        <p:spPr>
          <a:xfrm>
            <a:off x="4281900" y="4825425"/>
            <a:ext cx="4862100" cy="276900"/>
          </a:xfrm>
          <a:prstGeom prst="rect">
            <a:avLst/>
          </a:prstGeom>
          <a:noFill/>
          <a:ln>
            <a:noFill/>
          </a:ln>
        </p:spPr>
        <p:txBody>
          <a:bodyPr anchorCtr="0" anchor="t" bIns="68550" lIns="137125" spcFirstLastPara="1" rIns="137125" wrap="square" tIns="68550">
            <a:spAutoFit/>
          </a:bodyPr>
          <a:lstStyle/>
          <a:p>
            <a:pPr indent="0" lvl="0" marL="0" marR="0" rtl="0" algn="r">
              <a:lnSpc>
                <a:spcPct val="100000"/>
              </a:lnSpc>
              <a:spcBef>
                <a:spcPts val="0"/>
              </a:spcBef>
              <a:spcAft>
                <a:spcPts val="0"/>
              </a:spcAft>
              <a:buClr>
                <a:srgbClr val="000000"/>
              </a:buClr>
              <a:buSzPts val="900"/>
              <a:buFont typeface="Arial"/>
              <a:buNone/>
            </a:pPr>
            <a:r>
              <a:rPr b="0" i="0" lang="pt-BR" sz="900" u="none" cap="none" strike="noStrike">
                <a:solidFill>
                  <a:srgbClr val="000000"/>
                </a:solidFill>
                <a:latin typeface="Arial"/>
                <a:ea typeface="Arial"/>
                <a:cs typeface="Arial"/>
                <a:sym typeface="Arial"/>
              </a:rPr>
              <a:t>Copyright © 2026 Clube de Consultoria Universitário. All rights reserved.</a:t>
            </a:r>
            <a:endParaRPr b="0" i="0" sz="900" u="none" cap="none" strike="noStrike">
              <a:solidFill>
                <a:srgbClr val="000000"/>
              </a:solidFill>
              <a:latin typeface="Arial"/>
              <a:ea typeface="Arial"/>
              <a:cs typeface="Arial"/>
              <a:sym typeface="Arial"/>
            </a:endParaRPr>
          </a:p>
        </p:txBody>
      </p:sp>
      <p:grpSp>
        <p:nvGrpSpPr>
          <p:cNvPr id="814" name="Google Shape;814;p41"/>
          <p:cNvGrpSpPr/>
          <p:nvPr/>
        </p:nvGrpSpPr>
        <p:grpSpPr>
          <a:xfrm>
            <a:off x="339712" y="888243"/>
            <a:ext cx="2825326" cy="397001"/>
            <a:chOff x="938974" y="1053283"/>
            <a:chExt cx="4201831" cy="575247"/>
          </a:xfrm>
        </p:grpSpPr>
        <p:sp>
          <p:nvSpPr>
            <p:cNvPr id="815" name="Google Shape;815;p41"/>
            <p:cNvSpPr txBox="1"/>
            <p:nvPr/>
          </p:nvSpPr>
          <p:spPr>
            <a:xfrm>
              <a:off x="1526531" y="1053283"/>
              <a:ext cx="3614274" cy="575247"/>
            </a:xfrm>
            <a:prstGeom prst="rect">
              <a:avLst/>
            </a:prstGeom>
            <a:noFill/>
            <a:ln>
              <a:noFill/>
            </a:ln>
          </p:spPr>
          <p:txBody>
            <a:bodyPr anchorCtr="0" anchor="t" bIns="91425" lIns="91425" spcFirstLastPara="1" rIns="91425" wrap="square" tIns="91425">
              <a:spAutoFit/>
            </a:bodyPr>
            <a:lstStyle/>
            <a:p>
              <a:pPr indent="0" lvl="0" marL="0" marR="0" rtl="0" algn="l">
                <a:lnSpc>
                  <a:spcPct val="115000"/>
                </a:lnSpc>
                <a:spcBef>
                  <a:spcPts val="0"/>
                </a:spcBef>
                <a:spcAft>
                  <a:spcPts val="0"/>
                </a:spcAft>
                <a:buClr>
                  <a:srgbClr val="000000"/>
                </a:buClr>
                <a:buSzPts val="2000"/>
                <a:buFont typeface="Arial"/>
                <a:buNone/>
              </a:pPr>
              <a:r>
                <a:rPr b="1" i="0" lang="pt-BR" sz="1200" u="none" cap="none" strike="noStrike">
                  <a:solidFill>
                    <a:schemeClr val="lt1"/>
                  </a:solidFill>
                  <a:latin typeface="Work Sans"/>
                  <a:ea typeface="Work Sans"/>
                  <a:cs typeface="Work Sans"/>
                  <a:sym typeface="Work Sans"/>
                </a:rPr>
                <a:t>Estatística descritiva </a:t>
              </a:r>
              <a:endParaRPr b="1" i="0" sz="1200" u="none" cap="none" strike="noStrike">
                <a:solidFill>
                  <a:schemeClr val="lt1"/>
                </a:solidFill>
                <a:latin typeface="Work Sans"/>
                <a:ea typeface="Work Sans"/>
                <a:cs typeface="Work Sans"/>
                <a:sym typeface="Work Sans"/>
              </a:endParaRPr>
            </a:p>
          </p:txBody>
        </p:sp>
        <p:pic>
          <p:nvPicPr>
            <p:cNvPr descr="Tally outline" id="816" name="Google Shape;816;p41"/>
            <p:cNvPicPr preferRelativeResize="0"/>
            <p:nvPr/>
          </p:nvPicPr>
          <p:blipFill rotWithShape="1">
            <a:blip r:embed="rId3">
              <a:alphaModFix/>
            </a:blip>
            <a:srcRect b="0" l="0" r="0" t="0"/>
            <a:stretch/>
          </p:blipFill>
          <p:spPr>
            <a:xfrm>
              <a:off x="938974" y="1126471"/>
              <a:ext cx="432397" cy="432397"/>
            </a:xfrm>
            <a:prstGeom prst="rect">
              <a:avLst/>
            </a:prstGeom>
            <a:noFill/>
            <a:ln>
              <a:noFill/>
            </a:ln>
          </p:spPr>
        </p:pic>
      </p:grpSp>
      <p:sp>
        <p:nvSpPr>
          <p:cNvPr id="817" name="Google Shape;817;p41"/>
          <p:cNvSpPr txBox="1"/>
          <p:nvPr/>
        </p:nvSpPr>
        <p:spPr>
          <a:xfrm>
            <a:off x="5852753" y="6385581"/>
            <a:ext cx="486493" cy="398966"/>
          </a:xfrm>
          <a:prstGeom prst="rect">
            <a:avLst/>
          </a:prstGeom>
          <a:noFill/>
          <a:ln>
            <a:noFill/>
          </a:ln>
        </p:spPr>
        <p:txBody>
          <a:bodyPr anchorCtr="0" anchor="ctr" bIns="68550" lIns="137125" spcFirstLastPara="1" rIns="137125" wrap="square" tIns="68550">
            <a:noAutofit/>
          </a:bodyPr>
          <a:lstStyle/>
          <a:p>
            <a:pPr indent="0" lvl="0" marL="0" marR="0" rtl="0" algn="ctr">
              <a:lnSpc>
                <a:spcPct val="100000"/>
              </a:lnSpc>
              <a:spcBef>
                <a:spcPts val="0"/>
              </a:spcBef>
              <a:spcAft>
                <a:spcPts val="0"/>
              </a:spcAft>
              <a:buClr>
                <a:srgbClr val="000000"/>
              </a:buClr>
              <a:buSzPts val="1200"/>
              <a:buFont typeface="Arial"/>
              <a:buNone/>
            </a:pPr>
            <a:fld id="{00000000-1234-1234-1234-123412341234}" type="slidenum">
              <a:rPr b="0" i="0" lang="pt-BR" sz="1100" u="none" cap="none" strike="noStrike">
                <a:solidFill>
                  <a:schemeClr val="lt1"/>
                </a:solidFill>
                <a:latin typeface="Work Sans"/>
                <a:ea typeface="Work Sans"/>
                <a:cs typeface="Work Sans"/>
                <a:sym typeface="Work Sans"/>
              </a:rPr>
              <a:t>‹#›</a:t>
            </a:fld>
            <a:endParaRPr b="0" i="0" sz="1100" u="none" cap="none" strike="noStrike">
              <a:solidFill>
                <a:schemeClr val="lt1"/>
              </a:solidFill>
              <a:latin typeface="Work Sans"/>
              <a:ea typeface="Work Sans"/>
              <a:cs typeface="Work Sans"/>
              <a:sym typeface="Work Sans"/>
            </a:endParaRPr>
          </a:p>
        </p:txBody>
      </p:sp>
      <p:sp>
        <p:nvSpPr>
          <p:cNvPr id="818" name="Google Shape;818;p41"/>
          <p:cNvSpPr/>
          <p:nvPr/>
        </p:nvSpPr>
        <p:spPr>
          <a:xfrm>
            <a:off x="795730" y="1365993"/>
            <a:ext cx="1596950" cy="567857"/>
          </a:xfrm>
          <a:prstGeom prst="roundRect">
            <a:avLst>
              <a:gd fmla="val 16667" name="adj"/>
            </a:avLst>
          </a:prstGeom>
          <a:solidFill>
            <a:srgbClr val="FFFFFF"/>
          </a:solidFill>
          <a:ln cap="flat" cmpd="sng" w="28575">
            <a:solidFill>
              <a:srgbClr val="C1272D"/>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800"/>
              <a:buFont typeface="Arial"/>
              <a:buNone/>
            </a:pPr>
            <a:r>
              <a:rPr b="1" i="0" lang="pt-BR" sz="1000" u="none" cap="none" strike="noStrike">
                <a:solidFill>
                  <a:schemeClr val="lt1"/>
                </a:solidFill>
                <a:latin typeface="Work Sans"/>
                <a:ea typeface="Work Sans"/>
                <a:cs typeface="Work Sans"/>
                <a:sym typeface="Work Sans"/>
              </a:rPr>
              <a:t>Desvio-padrão</a:t>
            </a:r>
            <a:endParaRPr b="0" i="0" sz="1000" u="none" cap="none" strike="noStrike">
              <a:solidFill>
                <a:schemeClr val="lt1"/>
              </a:solidFill>
              <a:latin typeface="Work Sans"/>
              <a:ea typeface="Work Sans"/>
              <a:cs typeface="Work Sans"/>
              <a:sym typeface="Work Sans"/>
            </a:endParaRPr>
          </a:p>
          <a:p>
            <a:pPr indent="0" lvl="0" marL="0" marR="0" rtl="0" algn="ctr">
              <a:lnSpc>
                <a:spcPct val="100000"/>
              </a:lnSpc>
              <a:spcBef>
                <a:spcPts val="0"/>
              </a:spcBef>
              <a:spcAft>
                <a:spcPts val="0"/>
              </a:spcAft>
              <a:buClr>
                <a:srgbClr val="000000"/>
              </a:buClr>
              <a:buSzPts val="2800"/>
              <a:buFont typeface="Arial"/>
              <a:buNone/>
            </a:pPr>
            <a:r>
              <a:rPr b="0" i="1" lang="pt-BR" sz="1000" u="none" cap="none" strike="noStrike">
                <a:solidFill>
                  <a:schemeClr val="lt1"/>
                </a:solidFill>
                <a:latin typeface="Work Sans"/>
                <a:ea typeface="Work Sans"/>
                <a:cs typeface="Work Sans"/>
                <a:sym typeface="Work Sans"/>
              </a:rPr>
              <a:t>standard deviation</a:t>
            </a:r>
            <a:endParaRPr b="0" i="0" sz="1000" u="none" cap="none" strike="noStrike">
              <a:solidFill>
                <a:schemeClr val="lt1"/>
              </a:solidFill>
              <a:latin typeface="Work Sans"/>
              <a:ea typeface="Work Sans"/>
              <a:cs typeface="Work Sans"/>
              <a:sym typeface="Work Sans"/>
            </a:endParaRPr>
          </a:p>
        </p:txBody>
      </p:sp>
      <p:sp>
        <p:nvSpPr>
          <p:cNvPr id="819" name="Google Shape;819;p41"/>
          <p:cNvSpPr txBox="1"/>
          <p:nvPr/>
        </p:nvSpPr>
        <p:spPr>
          <a:xfrm>
            <a:off x="972000" y="2802641"/>
            <a:ext cx="7200000" cy="246181"/>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chemeClr val="dk1"/>
              </a:buClr>
              <a:buSzPts val="1300"/>
              <a:buFont typeface="Arial"/>
              <a:buNone/>
            </a:pPr>
            <a:r>
              <a:rPr b="0" i="0" lang="pt-BR" sz="1000" u="none" cap="none" strike="noStrike">
                <a:solidFill>
                  <a:schemeClr val="lt1"/>
                </a:solidFill>
                <a:latin typeface="Work Sans"/>
                <a:ea typeface="Work Sans"/>
                <a:cs typeface="Work Sans"/>
                <a:sym typeface="Work Sans"/>
              </a:rPr>
              <a:t>Quanto maior o </a:t>
            </a:r>
            <a:r>
              <a:rPr b="1" i="0" lang="pt-BR" sz="1000" u="none" cap="none" strike="noStrike">
                <a:solidFill>
                  <a:schemeClr val="lt1"/>
                </a:solidFill>
                <a:latin typeface="Work Sans"/>
                <a:ea typeface="Work Sans"/>
                <a:cs typeface="Work Sans"/>
                <a:sym typeface="Work Sans"/>
              </a:rPr>
              <a:t>desvio padrão</a:t>
            </a:r>
            <a:r>
              <a:rPr b="0" i="0" lang="pt-BR" sz="1000" u="none" cap="none" strike="noStrike">
                <a:solidFill>
                  <a:schemeClr val="lt1"/>
                </a:solidFill>
                <a:latin typeface="Work Sans"/>
                <a:ea typeface="Work Sans"/>
                <a:cs typeface="Work Sans"/>
                <a:sym typeface="Work Sans"/>
              </a:rPr>
              <a:t>, o conjunto de dados está </a:t>
            </a:r>
            <a:r>
              <a:rPr b="1" i="0" lang="pt-BR" sz="1000" u="none" cap="none" strike="noStrike">
                <a:solidFill>
                  <a:schemeClr val="lt1"/>
                </a:solidFill>
                <a:latin typeface="Work Sans"/>
                <a:ea typeface="Work Sans"/>
                <a:cs typeface="Work Sans"/>
                <a:sym typeface="Work Sans"/>
              </a:rPr>
              <a:t>mais distante da média</a:t>
            </a:r>
            <a:endParaRPr b="0" i="0" sz="1000" u="none" cap="none" strike="noStrike">
              <a:solidFill>
                <a:schemeClr val="lt1"/>
              </a:solidFill>
              <a:latin typeface="Work Sans"/>
              <a:ea typeface="Work Sans"/>
              <a:cs typeface="Work Sans"/>
              <a:sym typeface="Work Sans"/>
            </a:endParaRPr>
          </a:p>
        </p:txBody>
      </p:sp>
      <p:pic>
        <p:nvPicPr>
          <p:cNvPr id="820" name="Google Shape;820;p41"/>
          <p:cNvPicPr preferRelativeResize="0"/>
          <p:nvPr/>
        </p:nvPicPr>
        <p:blipFill rotWithShape="1">
          <a:blip r:embed="rId4">
            <a:alphaModFix/>
          </a:blip>
          <a:srcRect b="0" l="0" r="0" t="9089"/>
          <a:stretch/>
        </p:blipFill>
        <p:spPr>
          <a:xfrm>
            <a:off x="479455" y="3212623"/>
            <a:ext cx="3826450" cy="1335685"/>
          </a:xfrm>
          <a:prstGeom prst="rect">
            <a:avLst/>
          </a:prstGeom>
          <a:noFill/>
          <a:ln>
            <a:noFill/>
          </a:ln>
        </p:spPr>
      </p:pic>
      <p:sp>
        <p:nvSpPr>
          <p:cNvPr id="821" name="Google Shape;821;p41"/>
          <p:cNvSpPr txBox="1"/>
          <p:nvPr/>
        </p:nvSpPr>
        <p:spPr>
          <a:xfrm>
            <a:off x="4858082" y="3453540"/>
            <a:ext cx="3958930" cy="316800"/>
          </a:xfrm>
          <a:prstGeom prst="rect">
            <a:avLst/>
          </a:prstGeom>
          <a:noFill/>
          <a:ln>
            <a:noFill/>
          </a:ln>
        </p:spPr>
        <p:txBody>
          <a:bodyPr anchorCtr="0" anchor="t" bIns="45700" lIns="91425" spcFirstLastPara="1" rIns="91425" wrap="square" tIns="45700">
            <a:noAutofit/>
          </a:bodyPr>
          <a:lstStyle/>
          <a:p>
            <a:pPr indent="-311150" lvl="0" marL="457200" marR="0" rtl="0" algn="l">
              <a:lnSpc>
                <a:spcPct val="100000"/>
              </a:lnSpc>
              <a:spcBef>
                <a:spcPts val="0"/>
              </a:spcBef>
              <a:spcAft>
                <a:spcPts val="0"/>
              </a:spcAft>
              <a:buClr>
                <a:srgbClr val="000000"/>
              </a:buClr>
              <a:buSzPts val="1300"/>
              <a:buFont typeface="Montserrat"/>
              <a:buChar char="●"/>
            </a:pPr>
            <a:r>
              <a:rPr b="0" i="0" lang="pt-BR" sz="1000" u="none" cap="none" strike="noStrike">
                <a:solidFill>
                  <a:schemeClr val="lt1"/>
                </a:solidFill>
                <a:latin typeface="Work Sans"/>
                <a:ea typeface="Work Sans"/>
                <a:cs typeface="Work Sans"/>
                <a:sym typeface="Work Sans"/>
              </a:rPr>
              <a:t>O desvio-padrão </a:t>
            </a:r>
            <a:r>
              <a:rPr b="1" i="0" lang="pt-BR" sz="1000" u="none" cap="none" strike="noStrike">
                <a:solidFill>
                  <a:schemeClr val="lt1"/>
                </a:solidFill>
                <a:latin typeface="Work Sans"/>
                <a:ea typeface="Work Sans"/>
                <a:cs typeface="Work Sans"/>
                <a:sym typeface="Work Sans"/>
              </a:rPr>
              <a:t>é zero </a:t>
            </a:r>
            <a:r>
              <a:rPr b="0" i="0" lang="pt-BR" sz="1000" u="none" cap="none" strike="noStrike">
                <a:solidFill>
                  <a:schemeClr val="lt1"/>
                </a:solidFill>
                <a:latin typeface="Work Sans"/>
                <a:ea typeface="Work Sans"/>
                <a:cs typeface="Work Sans"/>
                <a:sym typeface="Work Sans"/>
              </a:rPr>
              <a:t>então todos elementos do conjunto são </a:t>
            </a:r>
            <a:r>
              <a:rPr b="1" i="0" lang="pt-BR" sz="1000" u="none" cap="none" strike="noStrike">
                <a:solidFill>
                  <a:schemeClr val="lt1"/>
                </a:solidFill>
                <a:latin typeface="Work Sans"/>
                <a:ea typeface="Work Sans"/>
                <a:cs typeface="Work Sans"/>
                <a:sym typeface="Work Sans"/>
              </a:rPr>
              <a:t>iguais</a:t>
            </a:r>
            <a:endParaRPr b="1" i="0" sz="1000" u="none" cap="none" strike="noStrike">
              <a:solidFill>
                <a:schemeClr val="lt1"/>
              </a:solidFill>
              <a:latin typeface="Work Sans"/>
              <a:ea typeface="Work Sans"/>
              <a:cs typeface="Work Sans"/>
              <a:sym typeface="Work Sans"/>
            </a:endParaRPr>
          </a:p>
        </p:txBody>
      </p:sp>
      <p:sp>
        <p:nvSpPr>
          <p:cNvPr id="822" name="Google Shape;822;p41"/>
          <p:cNvSpPr txBox="1"/>
          <p:nvPr/>
        </p:nvSpPr>
        <p:spPr>
          <a:xfrm>
            <a:off x="4858082" y="3813540"/>
            <a:ext cx="3958930" cy="316800"/>
          </a:xfrm>
          <a:prstGeom prst="rect">
            <a:avLst/>
          </a:prstGeom>
          <a:noFill/>
          <a:ln>
            <a:noFill/>
          </a:ln>
        </p:spPr>
        <p:txBody>
          <a:bodyPr anchorCtr="0" anchor="t" bIns="45700" lIns="91425" spcFirstLastPara="1" rIns="91425" wrap="square" tIns="45700">
            <a:noAutofit/>
          </a:bodyPr>
          <a:lstStyle/>
          <a:p>
            <a:pPr indent="-311150" lvl="0" marL="457200" marR="0" rtl="0" algn="l">
              <a:lnSpc>
                <a:spcPct val="100000"/>
              </a:lnSpc>
              <a:spcBef>
                <a:spcPts val="0"/>
              </a:spcBef>
              <a:spcAft>
                <a:spcPts val="0"/>
              </a:spcAft>
              <a:buClr>
                <a:srgbClr val="000000"/>
              </a:buClr>
              <a:buSzPts val="1300"/>
              <a:buFont typeface="Montserrat"/>
              <a:buChar char="●"/>
            </a:pPr>
            <a:r>
              <a:rPr b="0" i="0" lang="pt-BR" sz="1000" u="none" cap="none" strike="noStrike">
                <a:solidFill>
                  <a:schemeClr val="lt1"/>
                </a:solidFill>
                <a:latin typeface="Work Sans"/>
                <a:ea typeface="Work Sans"/>
                <a:cs typeface="Work Sans"/>
                <a:sym typeface="Work Sans"/>
              </a:rPr>
              <a:t>O desvio-padrão </a:t>
            </a:r>
            <a:r>
              <a:rPr b="1" i="0" lang="pt-BR" sz="1000" u="none" cap="none" strike="noStrike">
                <a:solidFill>
                  <a:schemeClr val="lt1"/>
                </a:solidFill>
                <a:latin typeface="Work Sans"/>
                <a:ea typeface="Work Sans"/>
                <a:cs typeface="Work Sans"/>
                <a:sym typeface="Work Sans"/>
              </a:rPr>
              <a:t>continua o mesmo </a:t>
            </a:r>
            <a:r>
              <a:rPr b="0" i="0" lang="pt-BR" sz="1000" u="none" cap="none" strike="noStrike">
                <a:solidFill>
                  <a:schemeClr val="lt1"/>
                </a:solidFill>
                <a:latin typeface="Work Sans"/>
                <a:ea typeface="Work Sans"/>
                <a:cs typeface="Work Sans"/>
                <a:sym typeface="Work Sans"/>
              </a:rPr>
              <a:t>após uma </a:t>
            </a:r>
            <a:r>
              <a:rPr b="1" i="0" lang="pt-BR" sz="1000" u="none" cap="none" strike="noStrike">
                <a:solidFill>
                  <a:schemeClr val="lt1"/>
                </a:solidFill>
                <a:latin typeface="Work Sans"/>
                <a:ea typeface="Work Sans"/>
                <a:cs typeface="Work Sans"/>
                <a:sym typeface="Work Sans"/>
              </a:rPr>
              <a:t>translação </a:t>
            </a:r>
            <a:r>
              <a:rPr b="0" i="0" lang="pt-BR" sz="1000" u="none" cap="none" strike="noStrike">
                <a:solidFill>
                  <a:schemeClr val="lt1"/>
                </a:solidFill>
                <a:latin typeface="Work Sans"/>
                <a:ea typeface="Work Sans"/>
                <a:cs typeface="Work Sans"/>
                <a:sym typeface="Work Sans"/>
              </a:rPr>
              <a:t>na reta numérica (conjunto)</a:t>
            </a:r>
            <a:endParaRPr b="0" i="0" sz="1000" u="none" cap="none" strike="noStrike">
              <a:solidFill>
                <a:schemeClr val="lt1"/>
              </a:solidFill>
              <a:latin typeface="Work Sans"/>
              <a:ea typeface="Work Sans"/>
              <a:cs typeface="Work Sans"/>
              <a:sym typeface="Work Sans"/>
            </a:endParaRPr>
          </a:p>
        </p:txBody>
      </p:sp>
      <p:sp>
        <p:nvSpPr>
          <p:cNvPr id="823" name="Google Shape;823;p41"/>
          <p:cNvSpPr txBox="1"/>
          <p:nvPr/>
        </p:nvSpPr>
        <p:spPr>
          <a:xfrm>
            <a:off x="4858082" y="4173540"/>
            <a:ext cx="3958930" cy="400069"/>
          </a:xfrm>
          <a:prstGeom prst="rect">
            <a:avLst/>
          </a:prstGeom>
          <a:noFill/>
          <a:ln>
            <a:noFill/>
          </a:ln>
        </p:spPr>
        <p:txBody>
          <a:bodyPr anchorCtr="0" anchor="t" bIns="45700" lIns="91425" spcFirstLastPara="1" rIns="91425" wrap="square" tIns="45700">
            <a:spAutoFit/>
          </a:bodyPr>
          <a:lstStyle/>
          <a:p>
            <a:pPr indent="-311150" lvl="0" marL="457200" marR="0" rtl="0" algn="l">
              <a:lnSpc>
                <a:spcPct val="100000"/>
              </a:lnSpc>
              <a:spcBef>
                <a:spcPts val="0"/>
              </a:spcBef>
              <a:spcAft>
                <a:spcPts val="0"/>
              </a:spcAft>
              <a:buClr>
                <a:srgbClr val="000000"/>
              </a:buClr>
              <a:buSzPts val="1300"/>
              <a:buFont typeface="Montserrat"/>
              <a:buChar char="●"/>
            </a:pPr>
            <a:r>
              <a:rPr b="0" i="0" lang="pt-BR" sz="1000" u="none" cap="none" strike="noStrike">
                <a:solidFill>
                  <a:schemeClr val="lt1"/>
                </a:solidFill>
                <a:latin typeface="Work Sans"/>
                <a:ea typeface="Work Sans"/>
                <a:cs typeface="Work Sans"/>
                <a:sym typeface="Work Sans"/>
              </a:rPr>
              <a:t>O desvio-padrão </a:t>
            </a:r>
            <a:r>
              <a:rPr b="1" i="0" lang="pt-BR" sz="1000" u="none" cap="none" strike="noStrike">
                <a:solidFill>
                  <a:schemeClr val="lt1"/>
                </a:solidFill>
                <a:latin typeface="Work Sans"/>
                <a:ea typeface="Work Sans"/>
                <a:cs typeface="Work Sans"/>
                <a:sym typeface="Work Sans"/>
              </a:rPr>
              <a:t>é multiplicado por k</a:t>
            </a:r>
            <a:r>
              <a:rPr b="0" i="0" lang="pt-BR" sz="1000" u="none" cap="none" strike="noStrike">
                <a:solidFill>
                  <a:schemeClr val="lt1"/>
                </a:solidFill>
                <a:latin typeface="Work Sans"/>
                <a:ea typeface="Work Sans"/>
                <a:cs typeface="Work Sans"/>
                <a:sym typeface="Work Sans"/>
              </a:rPr>
              <a:t> quando </a:t>
            </a:r>
            <a:r>
              <a:rPr b="1" i="0" lang="pt-BR" sz="1000" u="none" cap="none" strike="noStrike">
                <a:solidFill>
                  <a:schemeClr val="lt1"/>
                </a:solidFill>
                <a:latin typeface="Work Sans"/>
                <a:ea typeface="Work Sans"/>
                <a:cs typeface="Work Sans"/>
                <a:sym typeface="Work Sans"/>
              </a:rPr>
              <a:t>multiplicamos por k o conjunto </a:t>
            </a:r>
            <a:r>
              <a:rPr b="0" i="0" lang="pt-BR" sz="1000" u="none" cap="none" strike="noStrike">
                <a:solidFill>
                  <a:schemeClr val="lt1"/>
                </a:solidFill>
                <a:latin typeface="Work Sans"/>
                <a:ea typeface="Work Sans"/>
                <a:cs typeface="Work Sans"/>
                <a:sym typeface="Work Sans"/>
              </a:rPr>
              <a:t>original</a:t>
            </a:r>
            <a:endParaRPr b="0" i="0" sz="1000" u="none" cap="none" strike="noStrike">
              <a:solidFill>
                <a:schemeClr val="lt1"/>
              </a:solidFill>
              <a:latin typeface="Work Sans"/>
              <a:ea typeface="Work Sans"/>
              <a:cs typeface="Work Sans"/>
              <a:sym typeface="Work Sans"/>
            </a:endParaRPr>
          </a:p>
        </p:txBody>
      </p:sp>
      <p:pic>
        <p:nvPicPr>
          <p:cNvPr id="824" name="Google Shape;824;p41"/>
          <p:cNvPicPr preferRelativeResize="0"/>
          <p:nvPr/>
        </p:nvPicPr>
        <p:blipFill rotWithShape="1">
          <a:blip r:embed="rId5">
            <a:alphaModFix/>
          </a:blip>
          <a:srcRect b="0" l="0" r="0" t="0"/>
          <a:stretch/>
        </p:blipFill>
        <p:spPr>
          <a:xfrm>
            <a:off x="2775010" y="1464243"/>
            <a:ext cx="1080710" cy="397002"/>
          </a:xfrm>
          <a:prstGeom prst="rect">
            <a:avLst/>
          </a:prstGeom>
          <a:noFill/>
          <a:ln>
            <a:noFill/>
          </a:ln>
        </p:spPr>
      </p:pic>
      <p:sp>
        <p:nvSpPr>
          <p:cNvPr id="825" name="Google Shape;825;p41"/>
          <p:cNvSpPr txBox="1"/>
          <p:nvPr/>
        </p:nvSpPr>
        <p:spPr>
          <a:xfrm>
            <a:off x="722374" y="2190117"/>
            <a:ext cx="7804405" cy="400069"/>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chemeClr val="dk1"/>
              </a:buClr>
              <a:buSzPts val="1300"/>
              <a:buFont typeface="Arial"/>
              <a:buNone/>
            </a:pPr>
            <a:r>
              <a:rPr b="0" i="0" lang="pt-BR" sz="1000" u="none" cap="none" strike="noStrike">
                <a:solidFill>
                  <a:schemeClr val="lt1"/>
                </a:solidFill>
                <a:latin typeface="Work Sans"/>
                <a:ea typeface="Work Sans"/>
                <a:cs typeface="Work Sans"/>
                <a:sym typeface="Work Sans"/>
              </a:rPr>
              <a:t>Raíz do somatório do quadrado da </a:t>
            </a:r>
            <a:r>
              <a:rPr b="1" i="0" lang="pt-BR" sz="1000" u="none" cap="none" strike="noStrike">
                <a:solidFill>
                  <a:schemeClr val="lt1"/>
                </a:solidFill>
                <a:latin typeface="Work Sans"/>
                <a:ea typeface="Work Sans"/>
                <a:cs typeface="Work Sans"/>
                <a:sym typeface="Work Sans"/>
              </a:rPr>
              <a:t>diferença entre os elementos de um conjunto e sua média </a:t>
            </a:r>
            <a:r>
              <a:rPr b="0" i="0" lang="pt-BR" sz="1000" u="none" cap="none" strike="noStrike">
                <a:solidFill>
                  <a:schemeClr val="lt1"/>
                </a:solidFill>
                <a:latin typeface="Work Sans"/>
                <a:ea typeface="Work Sans"/>
                <a:cs typeface="Work Sans"/>
                <a:sym typeface="Work Sans"/>
              </a:rPr>
              <a:t>dividido pelo número de elementos</a:t>
            </a:r>
            <a:endParaRPr b="0" i="0" sz="1000" u="none" cap="none" strike="noStrike">
              <a:solidFill>
                <a:schemeClr val="lt1"/>
              </a:solidFill>
              <a:latin typeface="Work Sans"/>
              <a:ea typeface="Work Sans"/>
              <a:cs typeface="Work Sans"/>
              <a:sym typeface="Work Sans"/>
            </a:endParaRPr>
          </a:p>
        </p:txBody>
      </p:sp>
      <p:pic>
        <p:nvPicPr>
          <p:cNvPr id="826" name="Google Shape;826;p41"/>
          <p:cNvPicPr preferRelativeResize="0"/>
          <p:nvPr/>
        </p:nvPicPr>
        <p:blipFill rotWithShape="1">
          <a:blip r:embed="rId6">
            <a:alphaModFix/>
          </a:blip>
          <a:srcRect b="0" l="0" r="0" t="0"/>
          <a:stretch/>
        </p:blipFill>
        <p:spPr>
          <a:xfrm>
            <a:off x="7379521" y="2802641"/>
            <a:ext cx="792479" cy="196962"/>
          </a:xfrm>
          <a:prstGeom prst="rect">
            <a:avLst/>
          </a:prstGeom>
          <a:noFill/>
          <a:ln>
            <a:noFill/>
          </a:ln>
        </p:spPr>
      </p:pic>
      <p:sp>
        <p:nvSpPr>
          <p:cNvPr id="827" name="Google Shape;827;p41"/>
          <p:cNvSpPr txBox="1"/>
          <p:nvPr/>
        </p:nvSpPr>
        <p:spPr>
          <a:xfrm>
            <a:off x="0" y="4825425"/>
            <a:ext cx="4862100" cy="276900"/>
          </a:xfrm>
          <a:prstGeom prst="rect">
            <a:avLst/>
          </a:prstGeom>
          <a:noFill/>
          <a:ln>
            <a:noFill/>
          </a:ln>
        </p:spPr>
        <p:txBody>
          <a:bodyPr anchorCtr="0" anchor="t" bIns="68550" lIns="137125" spcFirstLastPara="1" rIns="137125" wrap="square" tIns="68550">
            <a:spAutoFit/>
          </a:bodyPr>
          <a:lstStyle/>
          <a:p>
            <a:pPr indent="0" lvl="0" marL="0" marR="0" rtl="0" algn="l">
              <a:lnSpc>
                <a:spcPct val="100000"/>
              </a:lnSpc>
              <a:spcBef>
                <a:spcPts val="0"/>
              </a:spcBef>
              <a:spcAft>
                <a:spcPts val="0"/>
              </a:spcAft>
              <a:buClr>
                <a:srgbClr val="000000"/>
              </a:buClr>
              <a:buSzPts val="900"/>
              <a:buFont typeface="Arial"/>
              <a:buNone/>
            </a:pPr>
            <a:r>
              <a:rPr b="1" i="0" lang="pt-BR" sz="900" u="none" cap="none" strike="noStrike">
                <a:solidFill>
                  <a:srgbClr val="000000"/>
                </a:solidFill>
                <a:latin typeface="Arial"/>
                <a:ea typeface="Arial"/>
                <a:cs typeface="Arial"/>
                <a:sym typeface="Arial"/>
              </a:rPr>
              <a:t>Prep4Consulting 2026.2 </a:t>
            </a:r>
            <a:r>
              <a:rPr b="0" i="0" lang="pt-BR" sz="900" u="none" cap="none" strike="noStrike">
                <a:solidFill>
                  <a:srgbClr val="000000"/>
                </a:solidFill>
                <a:latin typeface="Arial"/>
                <a:ea typeface="Arial"/>
                <a:cs typeface="Arial"/>
                <a:sym typeface="Arial"/>
              </a:rPr>
              <a:t>| GMAT: Estrutura da Prova</a:t>
            </a:r>
            <a:endParaRPr b="0" i="0" sz="900" u="none" cap="none" strike="noStrike">
              <a:solidFill>
                <a:srgbClr val="000000"/>
              </a:solidFill>
              <a:latin typeface="Arial"/>
              <a:ea typeface="Arial"/>
              <a:cs typeface="Arial"/>
              <a:sym typeface="Arial"/>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825"/>
                                        </p:tgtEl>
                                        <p:attrNameLst>
                                          <p:attrName>style.visibility</p:attrName>
                                        </p:attrNameLst>
                                      </p:cBhvr>
                                      <p:to>
                                        <p:strVal val="visible"/>
                                      </p:to>
                                    </p:set>
                                    <p:animEffect filter="fade" transition="in">
                                      <p:cBhvr>
                                        <p:cTn dur="1000"/>
                                        <p:tgtEl>
                                          <p:spTgt spid="825"/>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819"/>
                                        </p:tgtEl>
                                        <p:attrNameLst>
                                          <p:attrName>style.visibility</p:attrName>
                                        </p:attrNameLst>
                                      </p:cBhvr>
                                      <p:to>
                                        <p:strVal val="visible"/>
                                      </p:to>
                                    </p:set>
                                    <p:animEffect filter="fade" transition="in">
                                      <p:cBhvr>
                                        <p:cTn dur="1000"/>
                                        <p:tgtEl>
                                          <p:spTgt spid="819"/>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826"/>
                                        </p:tgtEl>
                                        <p:attrNameLst>
                                          <p:attrName>style.visibility</p:attrName>
                                        </p:attrNameLst>
                                      </p:cBhvr>
                                      <p:to>
                                        <p:strVal val="visible"/>
                                      </p:to>
                                    </p:set>
                                    <p:animEffect filter="fade" transition="in">
                                      <p:cBhvr>
                                        <p:cTn dur="1000"/>
                                        <p:tgtEl>
                                          <p:spTgt spid="826"/>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820"/>
                                        </p:tgtEl>
                                        <p:attrNameLst>
                                          <p:attrName>style.visibility</p:attrName>
                                        </p:attrNameLst>
                                      </p:cBhvr>
                                      <p:to>
                                        <p:strVal val="visible"/>
                                      </p:to>
                                    </p:set>
                                    <p:animEffect filter="fade" transition="in">
                                      <p:cBhvr>
                                        <p:cTn dur="1000"/>
                                        <p:tgtEl>
                                          <p:spTgt spid="820"/>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821"/>
                                        </p:tgtEl>
                                        <p:attrNameLst>
                                          <p:attrName>style.visibility</p:attrName>
                                        </p:attrNameLst>
                                      </p:cBhvr>
                                      <p:to>
                                        <p:strVal val="visible"/>
                                      </p:to>
                                    </p:set>
                                    <p:animEffect filter="fade" transition="in">
                                      <p:cBhvr>
                                        <p:cTn dur="1000"/>
                                        <p:tgtEl>
                                          <p:spTgt spid="821"/>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822"/>
                                        </p:tgtEl>
                                        <p:attrNameLst>
                                          <p:attrName>style.visibility</p:attrName>
                                        </p:attrNameLst>
                                      </p:cBhvr>
                                      <p:to>
                                        <p:strVal val="visible"/>
                                      </p:to>
                                    </p:set>
                                    <p:animEffect filter="fade" transition="in">
                                      <p:cBhvr>
                                        <p:cTn dur="1000"/>
                                        <p:tgtEl>
                                          <p:spTgt spid="822"/>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823"/>
                                        </p:tgtEl>
                                        <p:attrNameLst>
                                          <p:attrName>style.visibility</p:attrName>
                                        </p:attrNameLst>
                                      </p:cBhvr>
                                      <p:to>
                                        <p:strVal val="visible"/>
                                      </p:to>
                                    </p:set>
                                    <p:animEffect filter="fade" transition="in">
                                      <p:cBhvr>
                                        <p:cTn dur="1000"/>
                                        <p:tgtEl>
                                          <p:spTgt spid="823"/>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4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31" name="Shape 831"/>
        <p:cNvGrpSpPr/>
        <p:nvPr/>
      </p:nvGrpSpPr>
      <p:grpSpPr>
        <a:xfrm>
          <a:off x="0" y="0"/>
          <a:ext cx="0" cy="0"/>
          <a:chOff x="0" y="0"/>
          <a:chExt cx="0" cy="0"/>
        </a:xfrm>
      </p:grpSpPr>
      <p:sp>
        <p:nvSpPr>
          <p:cNvPr id="832" name="Google Shape;832;p42"/>
          <p:cNvSpPr txBox="1"/>
          <p:nvPr>
            <p:ph idx="4294967295" type="title"/>
          </p:nvPr>
        </p:nvSpPr>
        <p:spPr>
          <a:xfrm>
            <a:off x="722375" y="384050"/>
            <a:ext cx="5052900" cy="5760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3000"/>
              <a:buNone/>
            </a:pPr>
            <a:r>
              <a:rPr lang="pt-BR"/>
              <a:t>REVISÃO DE MATEMÁTICA</a:t>
            </a:r>
            <a:endParaRPr/>
          </a:p>
        </p:txBody>
      </p:sp>
      <p:sp>
        <p:nvSpPr>
          <p:cNvPr id="833" name="Google Shape;833;p42"/>
          <p:cNvSpPr txBox="1"/>
          <p:nvPr/>
        </p:nvSpPr>
        <p:spPr>
          <a:xfrm>
            <a:off x="4281900" y="4825425"/>
            <a:ext cx="4862100" cy="276900"/>
          </a:xfrm>
          <a:prstGeom prst="rect">
            <a:avLst/>
          </a:prstGeom>
          <a:noFill/>
          <a:ln>
            <a:noFill/>
          </a:ln>
        </p:spPr>
        <p:txBody>
          <a:bodyPr anchorCtr="0" anchor="t" bIns="68550" lIns="137125" spcFirstLastPara="1" rIns="137125" wrap="square" tIns="68550">
            <a:spAutoFit/>
          </a:bodyPr>
          <a:lstStyle/>
          <a:p>
            <a:pPr indent="0" lvl="0" marL="0" marR="0" rtl="0" algn="r">
              <a:lnSpc>
                <a:spcPct val="100000"/>
              </a:lnSpc>
              <a:spcBef>
                <a:spcPts val="0"/>
              </a:spcBef>
              <a:spcAft>
                <a:spcPts val="0"/>
              </a:spcAft>
              <a:buClr>
                <a:srgbClr val="000000"/>
              </a:buClr>
              <a:buSzPts val="900"/>
              <a:buFont typeface="Arial"/>
              <a:buNone/>
            </a:pPr>
            <a:r>
              <a:rPr b="0" i="0" lang="pt-BR" sz="900" u="none" cap="none" strike="noStrike">
                <a:solidFill>
                  <a:srgbClr val="000000"/>
                </a:solidFill>
                <a:latin typeface="Arial"/>
                <a:ea typeface="Arial"/>
                <a:cs typeface="Arial"/>
                <a:sym typeface="Arial"/>
              </a:rPr>
              <a:t>Copyright © 2026 Clube de Consultoria Universitário. All rights reserved.</a:t>
            </a:r>
            <a:endParaRPr b="0" i="0" sz="900" u="none" cap="none" strike="noStrike">
              <a:solidFill>
                <a:srgbClr val="000000"/>
              </a:solidFill>
              <a:latin typeface="Arial"/>
              <a:ea typeface="Arial"/>
              <a:cs typeface="Arial"/>
              <a:sym typeface="Arial"/>
            </a:endParaRPr>
          </a:p>
        </p:txBody>
      </p:sp>
      <p:grpSp>
        <p:nvGrpSpPr>
          <p:cNvPr id="834" name="Google Shape;834;p42"/>
          <p:cNvGrpSpPr/>
          <p:nvPr/>
        </p:nvGrpSpPr>
        <p:grpSpPr>
          <a:xfrm>
            <a:off x="339712" y="888243"/>
            <a:ext cx="2825326" cy="397001"/>
            <a:chOff x="938974" y="1053283"/>
            <a:chExt cx="4201831" cy="575247"/>
          </a:xfrm>
        </p:grpSpPr>
        <p:sp>
          <p:nvSpPr>
            <p:cNvPr id="835" name="Google Shape;835;p42"/>
            <p:cNvSpPr txBox="1"/>
            <p:nvPr/>
          </p:nvSpPr>
          <p:spPr>
            <a:xfrm>
              <a:off x="1526531" y="1053283"/>
              <a:ext cx="3614274" cy="575247"/>
            </a:xfrm>
            <a:prstGeom prst="rect">
              <a:avLst/>
            </a:prstGeom>
            <a:noFill/>
            <a:ln>
              <a:noFill/>
            </a:ln>
          </p:spPr>
          <p:txBody>
            <a:bodyPr anchorCtr="0" anchor="t" bIns="91425" lIns="91425" spcFirstLastPara="1" rIns="91425" wrap="square" tIns="91425">
              <a:spAutoFit/>
            </a:bodyPr>
            <a:lstStyle/>
            <a:p>
              <a:pPr indent="0" lvl="0" marL="0" marR="0" rtl="0" algn="l">
                <a:lnSpc>
                  <a:spcPct val="115000"/>
                </a:lnSpc>
                <a:spcBef>
                  <a:spcPts val="0"/>
                </a:spcBef>
                <a:spcAft>
                  <a:spcPts val="0"/>
                </a:spcAft>
                <a:buClr>
                  <a:srgbClr val="000000"/>
                </a:buClr>
                <a:buSzPts val="2000"/>
                <a:buFont typeface="Arial"/>
                <a:buNone/>
              </a:pPr>
              <a:r>
                <a:rPr b="1" i="0" lang="pt-BR" sz="1200" u="none" cap="none" strike="noStrike">
                  <a:solidFill>
                    <a:schemeClr val="lt1"/>
                  </a:solidFill>
                  <a:latin typeface="Work Sans"/>
                  <a:ea typeface="Work Sans"/>
                  <a:cs typeface="Work Sans"/>
                  <a:sym typeface="Work Sans"/>
                </a:rPr>
                <a:t>Estatística descritiva </a:t>
              </a:r>
              <a:endParaRPr b="1" i="0" sz="1200" u="none" cap="none" strike="noStrike">
                <a:solidFill>
                  <a:schemeClr val="lt1"/>
                </a:solidFill>
                <a:latin typeface="Work Sans"/>
                <a:ea typeface="Work Sans"/>
                <a:cs typeface="Work Sans"/>
                <a:sym typeface="Work Sans"/>
              </a:endParaRPr>
            </a:p>
          </p:txBody>
        </p:sp>
        <p:pic>
          <p:nvPicPr>
            <p:cNvPr descr="Tally outline" id="836" name="Google Shape;836;p42"/>
            <p:cNvPicPr preferRelativeResize="0"/>
            <p:nvPr/>
          </p:nvPicPr>
          <p:blipFill rotWithShape="1">
            <a:blip r:embed="rId3">
              <a:alphaModFix/>
            </a:blip>
            <a:srcRect b="0" l="0" r="0" t="0"/>
            <a:stretch/>
          </p:blipFill>
          <p:spPr>
            <a:xfrm>
              <a:off x="938974" y="1126471"/>
              <a:ext cx="432397" cy="432397"/>
            </a:xfrm>
            <a:prstGeom prst="rect">
              <a:avLst/>
            </a:prstGeom>
            <a:noFill/>
            <a:ln>
              <a:noFill/>
            </a:ln>
          </p:spPr>
        </p:pic>
      </p:grpSp>
      <p:sp>
        <p:nvSpPr>
          <p:cNvPr id="837" name="Google Shape;837;p42"/>
          <p:cNvSpPr txBox="1"/>
          <p:nvPr/>
        </p:nvSpPr>
        <p:spPr>
          <a:xfrm>
            <a:off x="5852753" y="6385581"/>
            <a:ext cx="486493" cy="398966"/>
          </a:xfrm>
          <a:prstGeom prst="rect">
            <a:avLst/>
          </a:prstGeom>
          <a:noFill/>
          <a:ln>
            <a:noFill/>
          </a:ln>
        </p:spPr>
        <p:txBody>
          <a:bodyPr anchorCtr="0" anchor="ctr" bIns="68550" lIns="137125" spcFirstLastPara="1" rIns="137125" wrap="square" tIns="68550">
            <a:noAutofit/>
          </a:bodyPr>
          <a:lstStyle/>
          <a:p>
            <a:pPr indent="0" lvl="0" marL="0" marR="0" rtl="0" algn="ctr">
              <a:lnSpc>
                <a:spcPct val="100000"/>
              </a:lnSpc>
              <a:spcBef>
                <a:spcPts val="0"/>
              </a:spcBef>
              <a:spcAft>
                <a:spcPts val="0"/>
              </a:spcAft>
              <a:buClr>
                <a:srgbClr val="000000"/>
              </a:buClr>
              <a:buSzPts val="1200"/>
              <a:buFont typeface="Arial"/>
              <a:buNone/>
            </a:pPr>
            <a:fld id="{00000000-1234-1234-1234-123412341234}" type="slidenum">
              <a:rPr b="0" i="0" lang="pt-BR" sz="1100" u="none" cap="none" strike="noStrike">
                <a:solidFill>
                  <a:schemeClr val="lt1"/>
                </a:solidFill>
                <a:latin typeface="Work Sans"/>
                <a:ea typeface="Work Sans"/>
                <a:cs typeface="Work Sans"/>
                <a:sym typeface="Work Sans"/>
              </a:rPr>
              <a:t>‹#›</a:t>
            </a:fld>
            <a:endParaRPr b="0" i="0" sz="1100" u="none" cap="none" strike="noStrike">
              <a:solidFill>
                <a:schemeClr val="lt1"/>
              </a:solidFill>
              <a:latin typeface="Work Sans"/>
              <a:ea typeface="Work Sans"/>
              <a:cs typeface="Work Sans"/>
              <a:sym typeface="Work Sans"/>
            </a:endParaRPr>
          </a:p>
        </p:txBody>
      </p:sp>
      <p:sp>
        <p:nvSpPr>
          <p:cNvPr id="838" name="Google Shape;838;p42"/>
          <p:cNvSpPr txBox="1"/>
          <p:nvPr/>
        </p:nvSpPr>
        <p:spPr>
          <a:xfrm>
            <a:off x="734787" y="1250325"/>
            <a:ext cx="1035684" cy="379304"/>
          </a:xfrm>
          <a:prstGeom prst="rect">
            <a:avLst/>
          </a:prstGeom>
          <a:noFill/>
          <a:ln>
            <a:noFill/>
          </a:ln>
        </p:spPr>
        <p:txBody>
          <a:bodyPr anchorCtr="0" anchor="t" bIns="91425" lIns="91425" spcFirstLastPara="1" rIns="91425" wrap="square" tIns="91425">
            <a:spAutoFit/>
          </a:bodyPr>
          <a:lstStyle/>
          <a:p>
            <a:pPr indent="0" lvl="0" marL="0" marR="0" rtl="0" algn="l">
              <a:lnSpc>
                <a:spcPct val="115000"/>
              </a:lnSpc>
              <a:spcBef>
                <a:spcPts val="0"/>
              </a:spcBef>
              <a:spcAft>
                <a:spcPts val="0"/>
              </a:spcAft>
              <a:buClr>
                <a:srgbClr val="000000"/>
              </a:buClr>
              <a:buSzPts val="2000"/>
              <a:buFont typeface="Arial"/>
              <a:buNone/>
            </a:pPr>
            <a:r>
              <a:rPr b="1" i="0" lang="pt-BR" sz="1100" u="none" cap="none" strike="noStrike">
                <a:solidFill>
                  <a:schemeClr val="lt1"/>
                </a:solidFill>
                <a:latin typeface="Work Sans"/>
                <a:ea typeface="Work Sans"/>
                <a:cs typeface="Work Sans"/>
                <a:sym typeface="Work Sans"/>
              </a:rPr>
              <a:t>Exemplo 3</a:t>
            </a:r>
            <a:endParaRPr b="0" i="0" sz="1100" u="none" cap="none" strike="noStrike">
              <a:solidFill>
                <a:schemeClr val="lt1"/>
              </a:solidFill>
              <a:latin typeface="Work Sans"/>
              <a:ea typeface="Work Sans"/>
              <a:cs typeface="Work Sans"/>
              <a:sym typeface="Work Sans"/>
            </a:endParaRPr>
          </a:p>
        </p:txBody>
      </p:sp>
      <p:sp>
        <p:nvSpPr>
          <p:cNvPr id="839" name="Google Shape;839;p42"/>
          <p:cNvSpPr txBox="1"/>
          <p:nvPr/>
        </p:nvSpPr>
        <p:spPr>
          <a:xfrm>
            <a:off x="734786" y="1567209"/>
            <a:ext cx="7746273" cy="2431405"/>
          </a:xfrm>
          <a:prstGeom prst="rect">
            <a:avLst/>
          </a:prstGeom>
          <a:noFill/>
          <a:ln>
            <a:noFill/>
          </a:ln>
        </p:spPr>
        <p:txBody>
          <a:bodyPr anchorCtr="0" anchor="t" bIns="91425" lIns="91425" spcFirstLastPara="1" rIns="91425" wrap="square" tIns="91425">
            <a:spAutoFit/>
          </a:bodyPr>
          <a:lstStyle/>
          <a:p>
            <a:pPr indent="0" lvl="0" marL="0" marR="0" rtl="0" algn="just">
              <a:lnSpc>
                <a:spcPct val="115000"/>
              </a:lnSpc>
              <a:spcBef>
                <a:spcPts val="0"/>
              </a:spcBef>
              <a:spcAft>
                <a:spcPts val="0"/>
              </a:spcAft>
              <a:buClr>
                <a:schemeClr val="dk1"/>
              </a:buClr>
              <a:buSzPts val="1100"/>
              <a:buFont typeface="Arial"/>
              <a:buNone/>
            </a:pPr>
            <a:r>
              <a:rPr b="0" i="0" lang="pt-BR" sz="1000" u="none" cap="none" strike="noStrike">
                <a:solidFill>
                  <a:schemeClr val="lt1"/>
                </a:solidFill>
                <a:latin typeface="Work Sans"/>
                <a:ea typeface="Work Sans"/>
                <a:cs typeface="Work Sans"/>
                <a:sym typeface="Work Sans"/>
              </a:rPr>
              <a:t>For each student in a certain class, a teacher adjusted the student’s test score using the formula y = 0.8x + 20, where x is the student’s original test score and y is the student’s adjusted test score. If the standard deviation of the original test scores of the students in the class was 20, what was the standard deviation of the adjusted test scores of the students in the class?</a:t>
            </a:r>
            <a:endParaRPr b="0" i="0" sz="1000" u="none" cap="none" strike="noStrike">
              <a:solidFill>
                <a:schemeClr val="lt1"/>
              </a:solidFill>
              <a:latin typeface="Work Sans"/>
              <a:ea typeface="Work Sans"/>
              <a:cs typeface="Work Sans"/>
              <a:sym typeface="Work Sans"/>
            </a:endParaRPr>
          </a:p>
          <a:p>
            <a:pPr indent="0" lvl="0" marL="0" marR="0" rtl="0" algn="just">
              <a:lnSpc>
                <a:spcPct val="100000"/>
              </a:lnSpc>
              <a:spcBef>
                <a:spcPts val="1000"/>
              </a:spcBef>
              <a:spcAft>
                <a:spcPts val="0"/>
              </a:spcAft>
              <a:buClr>
                <a:schemeClr val="dk1"/>
              </a:buClr>
              <a:buSzPts val="1100"/>
              <a:buFont typeface="Arial"/>
              <a:buNone/>
            </a:pPr>
            <a:r>
              <a:rPr b="0" i="0" lang="pt-BR" sz="1000" u="none" cap="none" strike="noStrike">
                <a:solidFill>
                  <a:schemeClr val="lt1"/>
                </a:solidFill>
                <a:latin typeface="Work Sans"/>
                <a:ea typeface="Work Sans"/>
                <a:cs typeface="Work Sans"/>
                <a:sym typeface="Work Sans"/>
              </a:rPr>
              <a:t>(A) 12</a:t>
            </a:r>
            <a:endParaRPr b="0" i="0" sz="1000" u="none" cap="none" strike="noStrike">
              <a:solidFill>
                <a:schemeClr val="lt1"/>
              </a:solidFill>
              <a:latin typeface="Work Sans"/>
              <a:ea typeface="Work Sans"/>
              <a:cs typeface="Work Sans"/>
              <a:sym typeface="Work Sans"/>
            </a:endParaRPr>
          </a:p>
          <a:p>
            <a:pPr indent="0" lvl="0" marL="0" marR="0" rtl="0" algn="just">
              <a:lnSpc>
                <a:spcPct val="100000"/>
              </a:lnSpc>
              <a:spcBef>
                <a:spcPts val="1000"/>
              </a:spcBef>
              <a:spcAft>
                <a:spcPts val="0"/>
              </a:spcAft>
              <a:buClr>
                <a:schemeClr val="dk1"/>
              </a:buClr>
              <a:buSzPts val="1100"/>
              <a:buFont typeface="Arial"/>
              <a:buNone/>
            </a:pPr>
            <a:r>
              <a:rPr b="0" i="0" lang="pt-BR" sz="1000" u="none" cap="none" strike="noStrike">
                <a:solidFill>
                  <a:schemeClr val="lt1"/>
                </a:solidFill>
                <a:latin typeface="Work Sans"/>
                <a:ea typeface="Work Sans"/>
                <a:cs typeface="Work Sans"/>
                <a:sym typeface="Work Sans"/>
              </a:rPr>
              <a:t>(B) 16</a:t>
            </a:r>
            <a:endParaRPr b="0" i="0" sz="1000" u="none" cap="none" strike="noStrike">
              <a:solidFill>
                <a:schemeClr val="lt1"/>
              </a:solidFill>
              <a:latin typeface="Work Sans"/>
              <a:ea typeface="Work Sans"/>
              <a:cs typeface="Work Sans"/>
              <a:sym typeface="Work Sans"/>
            </a:endParaRPr>
          </a:p>
          <a:p>
            <a:pPr indent="0" lvl="0" marL="0" marR="0" rtl="0" algn="just">
              <a:lnSpc>
                <a:spcPct val="100000"/>
              </a:lnSpc>
              <a:spcBef>
                <a:spcPts val="1000"/>
              </a:spcBef>
              <a:spcAft>
                <a:spcPts val="0"/>
              </a:spcAft>
              <a:buClr>
                <a:schemeClr val="dk1"/>
              </a:buClr>
              <a:buSzPts val="1100"/>
              <a:buFont typeface="Arial"/>
              <a:buNone/>
            </a:pPr>
            <a:r>
              <a:rPr b="0" i="0" lang="pt-BR" sz="1000" u="none" cap="none" strike="noStrike">
                <a:solidFill>
                  <a:schemeClr val="lt1"/>
                </a:solidFill>
                <a:latin typeface="Work Sans"/>
                <a:ea typeface="Work Sans"/>
                <a:cs typeface="Work Sans"/>
                <a:sym typeface="Work Sans"/>
              </a:rPr>
              <a:t>(C) 28</a:t>
            </a:r>
            <a:endParaRPr b="0" i="0" sz="1000" u="none" cap="none" strike="noStrike">
              <a:solidFill>
                <a:schemeClr val="lt1"/>
              </a:solidFill>
              <a:latin typeface="Work Sans"/>
              <a:ea typeface="Work Sans"/>
              <a:cs typeface="Work Sans"/>
              <a:sym typeface="Work Sans"/>
            </a:endParaRPr>
          </a:p>
          <a:p>
            <a:pPr indent="0" lvl="0" marL="0" marR="0" rtl="0" algn="just">
              <a:lnSpc>
                <a:spcPct val="100000"/>
              </a:lnSpc>
              <a:spcBef>
                <a:spcPts val="1000"/>
              </a:spcBef>
              <a:spcAft>
                <a:spcPts val="0"/>
              </a:spcAft>
              <a:buClr>
                <a:schemeClr val="dk1"/>
              </a:buClr>
              <a:buSzPts val="1100"/>
              <a:buFont typeface="Arial"/>
              <a:buNone/>
            </a:pPr>
            <a:r>
              <a:rPr b="0" i="0" lang="pt-BR" sz="1000" u="none" cap="none" strike="noStrike">
                <a:solidFill>
                  <a:schemeClr val="lt1"/>
                </a:solidFill>
                <a:latin typeface="Work Sans"/>
                <a:ea typeface="Work Sans"/>
                <a:cs typeface="Work Sans"/>
                <a:sym typeface="Work Sans"/>
              </a:rPr>
              <a:t>(D) 36</a:t>
            </a:r>
            <a:endParaRPr b="0" i="0" sz="1000" u="none" cap="none" strike="noStrike">
              <a:solidFill>
                <a:schemeClr val="lt1"/>
              </a:solidFill>
              <a:latin typeface="Work Sans"/>
              <a:ea typeface="Work Sans"/>
              <a:cs typeface="Work Sans"/>
              <a:sym typeface="Work Sans"/>
            </a:endParaRPr>
          </a:p>
          <a:p>
            <a:pPr indent="0" lvl="0" marL="0" marR="0" rtl="0" algn="just">
              <a:lnSpc>
                <a:spcPct val="100000"/>
              </a:lnSpc>
              <a:spcBef>
                <a:spcPts val="1000"/>
              </a:spcBef>
              <a:spcAft>
                <a:spcPts val="1000"/>
              </a:spcAft>
              <a:buClr>
                <a:srgbClr val="000000"/>
              </a:buClr>
              <a:buSzPts val="1300"/>
              <a:buFont typeface="Arial"/>
              <a:buNone/>
            </a:pPr>
            <a:r>
              <a:rPr b="0" i="0" lang="pt-BR" sz="1000" u="none" cap="none" strike="noStrike">
                <a:solidFill>
                  <a:schemeClr val="lt1"/>
                </a:solidFill>
                <a:latin typeface="Work Sans"/>
                <a:ea typeface="Work Sans"/>
                <a:cs typeface="Work Sans"/>
                <a:sym typeface="Work Sans"/>
              </a:rPr>
              <a:t>(E) 40</a:t>
            </a:r>
            <a:endParaRPr b="0" i="0" sz="1000" u="none" cap="none" strike="noStrike">
              <a:solidFill>
                <a:schemeClr val="lt1"/>
              </a:solidFill>
              <a:latin typeface="Work Sans"/>
              <a:ea typeface="Work Sans"/>
              <a:cs typeface="Work Sans"/>
              <a:sym typeface="Work Sans"/>
            </a:endParaRPr>
          </a:p>
        </p:txBody>
      </p:sp>
      <p:pic>
        <p:nvPicPr>
          <p:cNvPr id="840" name="Google Shape;840;p42"/>
          <p:cNvPicPr preferRelativeResize="0"/>
          <p:nvPr/>
        </p:nvPicPr>
        <p:blipFill rotWithShape="1">
          <a:blip r:embed="rId4">
            <a:alphaModFix/>
          </a:blip>
          <a:srcRect b="0" l="0" r="0" t="0"/>
          <a:stretch/>
        </p:blipFill>
        <p:spPr>
          <a:xfrm>
            <a:off x="3680460" y="4268392"/>
            <a:ext cx="1645920" cy="224799"/>
          </a:xfrm>
          <a:prstGeom prst="rect">
            <a:avLst/>
          </a:prstGeom>
          <a:noFill/>
          <a:ln>
            <a:noFill/>
          </a:ln>
        </p:spPr>
      </p:pic>
      <p:grpSp>
        <p:nvGrpSpPr>
          <p:cNvPr id="841" name="Google Shape;841;p42"/>
          <p:cNvGrpSpPr/>
          <p:nvPr/>
        </p:nvGrpSpPr>
        <p:grpSpPr>
          <a:xfrm>
            <a:off x="3004622" y="2485316"/>
            <a:ext cx="2848131" cy="1466726"/>
            <a:chOff x="7200000" y="3396525"/>
            <a:chExt cx="3960000" cy="1466726"/>
          </a:xfrm>
        </p:grpSpPr>
        <p:sp>
          <p:nvSpPr>
            <p:cNvPr id="842" name="Google Shape;842;p42"/>
            <p:cNvSpPr txBox="1"/>
            <p:nvPr/>
          </p:nvSpPr>
          <p:spPr>
            <a:xfrm>
              <a:off x="7200000" y="3899107"/>
              <a:ext cx="3960000" cy="400069"/>
            </a:xfrm>
            <a:prstGeom prst="rect">
              <a:avLst/>
            </a:prstGeom>
            <a:noFill/>
            <a:ln>
              <a:noFill/>
            </a:ln>
          </p:spPr>
          <p:txBody>
            <a:bodyPr anchorCtr="0" anchor="t" bIns="45700" lIns="91425" spcFirstLastPara="1" rIns="91425" wrap="square" tIns="45700">
              <a:spAutoFit/>
            </a:bodyPr>
            <a:lstStyle/>
            <a:p>
              <a:pPr indent="0" lvl="0" marL="0" marR="0" rtl="0" algn="just">
                <a:lnSpc>
                  <a:spcPct val="100000"/>
                </a:lnSpc>
                <a:spcBef>
                  <a:spcPts val="0"/>
                </a:spcBef>
                <a:spcAft>
                  <a:spcPts val="0"/>
                </a:spcAft>
                <a:buClr>
                  <a:srgbClr val="000000"/>
                </a:buClr>
                <a:buSzPts val="2600"/>
                <a:buFont typeface="Arial"/>
                <a:buNone/>
              </a:pPr>
              <a:r>
                <a:rPr b="0" i="0" lang="pt-BR" sz="1000" u="none" cap="none" strike="noStrike">
                  <a:solidFill>
                    <a:schemeClr val="lt1"/>
                  </a:solidFill>
                  <a:latin typeface="Work Sans"/>
                  <a:ea typeface="Work Sans"/>
                  <a:cs typeface="Work Sans"/>
                  <a:sym typeface="Work Sans"/>
                </a:rPr>
                <a:t>O desvio-padrão continua o mesmo após uma translação na reta numérica.</a:t>
              </a:r>
              <a:endParaRPr b="0" i="0" sz="1000" u="none" cap="none" strike="noStrike">
                <a:solidFill>
                  <a:schemeClr val="lt1"/>
                </a:solidFill>
                <a:latin typeface="Work Sans"/>
                <a:ea typeface="Work Sans"/>
                <a:cs typeface="Work Sans"/>
                <a:sym typeface="Work Sans"/>
              </a:endParaRPr>
            </a:p>
          </p:txBody>
        </p:sp>
        <p:sp>
          <p:nvSpPr>
            <p:cNvPr id="843" name="Google Shape;843;p42"/>
            <p:cNvSpPr txBox="1"/>
            <p:nvPr/>
          </p:nvSpPr>
          <p:spPr>
            <a:xfrm>
              <a:off x="7200000" y="4463182"/>
              <a:ext cx="3960000" cy="400069"/>
            </a:xfrm>
            <a:prstGeom prst="rect">
              <a:avLst/>
            </a:prstGeom>
            <a:noFill/>
            <a:ln>
              <a:noFill/>
            </a:ln>
          </p:spPr>
          <p:txBody>
            <a:bodyPr anchorCtr="0" anchor="t" bIns="45700" lIns="91425" spcFirstLastPara="1" rIns="91425" wrap="square" tIns="45700">
              <a:spAutoFit/>
            </a:bodyPr>
            <a:lstStyle/>
            <a:p>
              <a:pPr indent="0" lvl="0" marL="0" marR="0" rtl="0" algn="just">
                <a:lnSpc>
                  <a:spcPct val="100000"/>
                </a:lnSpc>
                <a:spcBef>
                  <a:spcPts val="0"/>
                </a:spcBef>
                <a:spcAft>
                  <a:spcPts val="0"/>
                </a:spcAft>
                <a:buClr>
                  <a:schemeClr val="dk1"/>
                </a:buClr>
                <a:buSzPts val="2600"/>
                <a:buFont typeface="Arial"/>
                <a:buNone/>
              </a:pPr>
              <a:r>
                <a:rPr b="0" i="0" lang="pt-BR" sz="1000" u="none" cap="none" strike="noStrike">
                  <a:solidFill>
                    <a:schemeClr val="lt1"/>
                  </a:solidFill>
                  <a:latin typeface="Work Sans"/>
                  <a:ea typeface="Work Sans"/>
                  <a:cs typeface="Work Sans"/>
                  <a:sym typeface="Work Sans"/>
                </a:rPr>
                <a:t>O desvio-padrão é multiplicado por k quando multiplicamos por k o conjunto original.</a:t>
              </a:r>
              <a:endParaRPr b="0" i="0" sz="1000" u="none" cap="none" strike="noStrike">
                <a:solidFill>
                  <a:schemeClr val="lt1"/>
                </a:solidFill>
                <a:latin typeface="Work Sans"/>
                <a:ea typeface="Work Sans"/>
                <a:cs typeface="Work Sans"/>
                <a:sym typeface="Work Sans"/>
              </a:endParaRPr>
            </a:p>
          </p:txBody>
        </p:sp>
        <p:sp>
          <p:nvSpPr>
            <p:cNvPr id="844" name="Google Shape;844;p42"/>
            <p:cNvSpPr txBox="1"/>
            <p:nvPr/>
          </p:nvSpPr>
          <p:spPr>
            <a:xfrm>
              <a:off x="7200000" y="3396525"/>
              <a:ext cx="3960000" cy="361607"/>
            </a:xfrm>
            <a:prstGeom prst="rect">
              <a:avLst/>
            </a:prstGeom>
            <a:noFill/>
            <a:ln>
              <a:noFill/>
            </a:ln>
          </p:spPr>
          <p:txBody>
            <a:bodyPr anchorCtr="0" anchor="t" bIns="91425" lIns="91425" spcFirstLastPara="1" rIns="91425" wrap="square" tIns="91425">
              <a:spAutoFit/>
            </a:bodyPr>
            <a:lstStyle/>
            <a:p>
              <a:pPr indent="0" lvl="0" marL="0" marR="0" rtl="0" algn="ctr">
                <a:lnSpc>
                  <a:spcPct val="115000"/>
                </a:lnSpc>
                <a:spcBef>
                  <a:spcPts val="0"/>
                </a:spcBef>
                <a:spcAft>
                  <a:spcPts val="0"/>
                </a:spcAft>
                <a:buClr>
                  <a:srgbClr val="000000"/>
                </a:buClr>
                <a:buSzPts val="2000"/>
                <a:buFont typeface="Arial"/>
                <a:buNone/>
              </a:pPr>
              <a:r>
                <a:rPr b="1" i="0" lang="pt-BR" sz="1000" u="none" cap="none" strike="noStrike">
                  <a:solidFill>
                    <a:schemeClr val="lt1"/>
                  </a:solidFill>
                  <a:latin typeface="Work Sans"/>
                  <a:ea typeface="Work Sans"/>
                  <a:cs typeface="Work Sans"/>
                  <a:sym typeface="Work Sans"/>
                </a:rPr>
                <a:t>Lembrando…</a:t>
              </a:r>
              <a:endParaRPr b="0" i="0" sz="1000" u="none" cap="none" strike="noStrike">
                <a:solidFill>
                  <a:schemeClr val="lt1"/>
                </a:solidFill>
                <a:latin typeface="Work Sans"/>
                <a:ea typeface="Work Sans"/>
                <a:cs typeface="Work Sans"/>
                <a:sym typeface="Work Sans"/>
              </a:endParaRPr>
            </a:p>
          </p:txBody>
        </p:sp>
      </p:grpSp>
      <p:grpSp>
        <p:nvGrpSpPr>
          <p:cNvPr id="845" name="Google Shape;845;p42"/>
          <p:cNvGrpSpPr/>
          <p:nvPr/>
        </p:nvGrpSpPr>
        <p:grpSpPr>
          <a:xfrm>
            <a:off x="485084" y="2684272"/>
            <a:ext cx="752252" cy="276901"/>
            <a:chOff x="271410" y="3520307"/>
            <a:chExt cx="934662" cy="241200"/>
          </a:xfrm>
        </p:grpSpPr>
        <p:sp>
          <p:nvSpPr>
            <p:cNvPr id="846" name="Google Shape;846;p42"/>
            <p:cNvSpPr/>
            <p:nvPr/>
          </p:nvSpPr>
          <p:spPr>
            <a:xfrm>
              <a:off x="619572" y="3520307"/>
              <a:ext cx="586500" cy="241200"/>
            </a:xfrm>
            <a:prstGeom prst="roundRect">
              <a:avLst>
                <a:gd fmla="val 16667" name="adj"/>
              </a:avLst>
            </a:prstGeom>
            <a:noFill/>
            <a:ln cap="flat" cmpd="sng" w="19050">
              <a:solidFill>
                <a:srgbClr val="00DF7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000" u="none" cap="none" strike="noStrike">
                <a:solidFill>
                  <a:schemeClr val="lt1"/>
                </a:solidFill>
                <a:latin typeface="Work Sans"/>
                <a:ea typeface="Work Sans"/>
                <a:cs typeface="Work Sans"/>
                <a:sym typeface="Work Sans"/>
              </a:endParaRPr>
            </a:p>
          </p:txBody>
        </p:sp>
        <p:pic>
          <p:nvPicPr>
            <p:cNvPr id="847" name="Google Shape;847;p42"/>
            <p:cNvPicPr preferRelativeResize="0"/>
            <p:nvPr/>
          </p:nvPicPr>
          <p:blipFill rotWithShape="1">
            <a:blip r:embed="rId5">
              <a:alphaModFix/>
            </a:blip>
            <a:srcRect b="0" l="0" r="0" t="0"/>
            <a:stretch/>
          </p:blipFill>
          <p:spPr>
            <a:xfrm>
              <a:off x="271410" y="3547160"/>
              <a:ext cx="256540" cy="187485"/>
            </a:xfrm>
            <a:prstGeom prst="rect">
              <a:avLst/>
            </a:prstGeom>
            <a:noFill/>
            <a:ln>
              <a:noFill/>
            </a:ln>
          </p:spPr>
        </p:pic>
      </p:grpSp>
      <p:sp>
        <p:nvSpPr>
          <p:cNvPr id="848" name="Google Shape;848;p42"/>
          <p:cNvSpPr txBox="1"/>
          <p:nvPr/>
        </p:nvSpPr>
        <p:spPr>
          <a:xfrm>
            <a:off x="0" y="4825425"/>
            <a:ext cx="4862100" cy="276900"/>
          </a:xfrm>
          <a:prstGeom prst="rect">
            <a:avLst/>
          </a:prstGeom>
          <a:noFill/>
          <a:ln>
            <a:noFill/>
          </a:ln>
        </p:spPr>
        <p:txBody>
          <a:bodyPr anchorCtr="0" anchor="t" bIns="68550" lIns="137125" spcFirstLastPara="1" rIns="137125" wrap="square" tIns="68550">
            <a:spAutoFit/>
          </a:bodyPr>
          <a:lstStyle/>
          <a:p>
            <a:pPr indent="0" lvl="0" marL="0" marR="0" rtl="0" algn="l">
              <a:lnSpc>
                <a:spcPct val="100000"/>
              </a:lnSpc>
              <a:spcBef>
                <a:spcPts val="0"/>
              </a:spcBef>
              <a:spcAft>
                <a:spcPts val="0"/>
              </a:spcAft>
              <a:buClr>
                <a:srgbClr val="000000"/>
              </a:buClr>
              <a:buSzPts val="900"/>
              <a:buFont typeface="Arial"/>
              <a:buNone/>
            </a:pPr>
            <a:r>
              <a:rPr b="1" i="0" lang="pt-BR" sz="900" u="none" cap="none" strike="noStrike">
                <a:solidFill>
                  <a:srgbClr val="000000"/>
                </a:solidFill>
                <a:latin typeface="Arial"/>
                <a:ea typeface="Arial"/>
                <a:cs typeface="Arial"/>
                <a:sym typeface="Arial"/>
              </a:rPr>
              <a:t>Prep4Consulting 2026.2 </a:t>
            </a:r>
            <a:r>
              <a:rPr b="0" i="0" lang="pt-BR" sz="900" u="none" cap="none" strike="noStrike">
                <a:solidFill>
                  <a:srgbClr val="000000"/>
                </a:solidFill>
                <a:latin typeface="Arial"/>
                <a:ea typeface="Arial"/>
                <a:cs typeface="Arial"/>
                <a:sym typeface="Arial"/>
              </a:rPr>
              <a:t>| GMAT: Estrutura da Prova</a:t>
            </a:r>
            <a:endParaRPr b="0" i="0" sz="900" u="none" cap="none" strike="noStrike">
              <a:solidFill>
                <a:srgbClr val="000000"/>
              </a:solidFill>
              <a:latin typeface="Arial"/>
              <a:ea typeface="Arial"/>
              <a:cs typeface="Arial"/>
              <a:sym typeface="Arial"/>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841"/>
                                        </p:tgtEl>
                                        <p:attrNameLst>
                                          <p:attrName>style.visibility</p:attrName>
                                        </p:attrNameLst>
                                      </p:cBhvr>
                                      <p:to>
                                        <p:strVal val="visible"/>
                                      </p:to>
                                    </p:set>
                                    <p:animEffect filter="fade" transition="in">
                                      <p:cBhvr>
                                        <p:cTn dur="1000"/>
                                        <p:tgtEl>
                                          <p:spTgt spid="841"/>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840"/>
                                        </p:tgtEl>
                                        <p:attrNameLst>
                                          <p:attrName>style.visibility</p:attrName>
                                        </p:attrNameLst>
                                      </p:cBhvr>
                                      <p:to>
                                        <p:strVal val="visible"/>
                                      </p:to>
                                    </p:set>
                                    <p:animEffect filter="fade" transition="in">
                                      <p:cBhvr>
                                        <p:cTn dur="1000"/>
                                        <p:tgtEl>
                                          <p:spTgt spid="840"/>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845"/>
                                        </p:tgtEl>
                                        <p:attrNameLst>
                                          <p:attrName>style.visibility</p:attrName>
                                        </p:attrNameLst>
                                      </p:cBhvr>
                                      <p:to>
                                        <p:strVal val="visible"/>
                                      </p:to>
                                    </p:set>
                                    <p:animEffect filter="fade" transition="in">
                                      <p:cBhvr>
                                        <p:cTn dur="1000"/>
                                        <p:tgtEl>
                                          <p:spTgt spid="845"/>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4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52" name="Shape 852"/>
        <p:cNvGrpSpPr/>
        <p:nvPr/>
      </p:nvGrpSpPr>
      <p:grpSpPr>
        <a:xfrm>
          <a:off x="0" y="0"/>
          <a:ext cx="0" cy="0"/>
          <a:chOff x="0" y="0"/>
          <a:chExt cx="0" cy="0"/>
        </a:xfrm>
      </p:grpSpPr>
      <p:sp>
        <p:nvSpPr>
          <p:cNvPr id="853" name="Google Shape;853;p43"/>
          <p:cNvSpPr txBox="1"/>
          <p:nvPr>
            <p:ph idx="4294967295" type="title"/>
          </p:nvPr>
        </p:nvSpPr>
        <p:spPr>
          <a:xfrm>
            <a:off x="722375" y="384050"/>
            <a:ext cx="5052900" cy="5760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3000"/>
              <a:buNone/>
            </a:pPr>
            <a:r>
              <a:rPr lang="pt-BR"/>
              <a:t>REVISÃO DE MATEMÁTICA</a:t>
            </a:r>
            <a:endParaRPr/>
          </a:p>
        </p:txBody>
      </p:sp>
      <p:sp>
        <p:nvSpPr>
          <p:cNvPr id="854" name="Google Shape;854;p43"/>
          <p:cNvSpPr txBox="1"/>
          <p:nvPr/>
        </p:nvSpPr>
        <p:spPr>
          <a:xfrm>
            <a:off x="4281900" y="4825425"/>
            <a:ext cx="4862100" cy="276900"/>
          </a:xfrm>
          <a:prstGeom prst="rect">
            <a:avLst/>
          </a:prstGeom>
          <a:noFill/>
          <a:ln>
            <a:noFill/>
          </a:ln>
        </p:spPr>
        <p:txBody>
          <a:bodyPr anchorCtr="0" anchor="t" bIns="68550" lIns="137125" spcFirstLastPara="1" rIns="137125" wrap="square" tIns="68550">
            <a:spAutoFit/>
          </a:bodyPr>
          <a:lstStyle/>
          <a:p>
            <a:pPr indent="0" lvl="0" marL="0" marR="0" rtl="0" algn="r">
              <a:lnSpc>
                <a:spcPct val="100000"/>
              </a:lnSpc>
              <a:spcBef>
                <a:spcPts val="0"/>
              </a:spcBef>
              <a:spcAft>
                <a:spcPts val="0"/>
              </a:spcAft>
              <a:buClr>
                <a:srgbClr val="000000"/>
              </a:buClr>
              <a:buSzPts val="900"/>
              <a:buFont typeface="Arial"/>
              <a:buNone/>
            </a:pPr>
            <a:r>
              <a:rPr b="0" i="0" lang="pt-BR" sz="900" u="none" cap="none" strike="noStrike">
                <a:solidFill>
                  <a:srgbClr val="000000"/>
                </a:solidFill>
                <a:latin typeface="Arial"/>
                <a:ea typeface="Arial"/>
                <a:cs typeface="Arial"/>
                <a:sym typeface="Arial"/>
              </a:rPr>
              <a:t>Copyright © 2026 Clube de Consultoria Universitário. All rights reserved.</a:t>
            </a:r>
            <a:endParaRPr b="0" i="0" sz="900" u="none" cap="none" strike="noStrike">
              <a:solidFill>
                <a:srgbClr val="000000"/>
              </a:solidFill>
              <a:latin typeface="Arial"/>
              <a:ea typeface="Arial"/>
              <a:cs typeface="Arial"/>
              <a:sym typeface="Arial"/>
            </a:endParaRPr>
          </a:p>
        </p:txBody>
      </p:sp>
      <p:grpSp>
        <p:nvGrpSpPr>
          <p:cNvPr id="855" name="Google Shape;855;p43"/>
          <p:cNvGrpSpPr/>
          <p:nvPr/>
        </p:nvGrpSpPr>
        <p:grpSpPr>
          <a:xfrm>
            <a:off x="339712" y="888243"/>
            <a:ext cx="2825326" cy="397001"/>
            <a:chOff x="938974" y="1053283"/>
            <a:chExt cx="4201831" cy="575247"/>
          </a:xfrm>
        </p:grpSpPr>
        <p:sp>
          <p:nvSpPr>
            <p:cNvPr id="856" name="Google Shape;856;p43"/>
            <p:cNvSpPr txBox="1"/>
            <p:nvPr/>
          </p:nvSpPr>
          <p:spPr>
            <a:xfrm>
              <a:off x="1526531" y="1053283"/>
              <a:ext cx="3614274" cy="575247"/>
            </a:xfrm>
            <a:prstGeom prst="rect">
              <a:avLst/>
            </a:prstGeom>
            <a:noFill/>
            <a:ln>
              <a:noFill/>
            </a:ln>
          </p:spPr>
          <p:txBody>
            <a:bodyPr anchorCtr="0" anchor="t" bIns="91425" lIns="91425" spcFirstLastPara="1" rIns="91425" wrap="square" tIns="91425">
              <a:spAutoFit/>
            </a:bodyPr>
            <a:lstStyle/>
            <a:p>
              <a:pPr indent="0" lvl="0" marL="0" marR="0" rtl="0" algn="l">
                <a:lnSpc>
                  <a:spcPct val="115000"/>
                </a:lnSpc>
                <a:spcBef>
                  <a:spcPts val="0"/>
                </a:spcBef>
                <a:spcAft>
                  <a:spcPts val="0"/>
                </a:spcAft>
                <a:buClr>
                  <a:srgbClr val="000000"/>
                </a:buClr>
                <a:buSzPts val="2000"/>
                <a:buFont typeface="Arial"/>
                <a:buNone/>
              </a:pPr>
              <a:r>
                <a:rPr b="1" i="0" lang="pt-BR" sz="1200" u="none" cap="none" strike="noStrike">
                  <a:solidFill>
                    <a:schemeClr val="lt1"/>
                  </a:solidFill>
                  <a:latin typeface="Work Sans"/>
                  <a:ea typeface="Work Sans"/>
                  <a:cs typeface="Work Sans"/>
                  <a:sym typeface="Work Sans"/>
                </a:rPr>
                <a:t>Métodos de contagem </a:t>
              </a:r>
              <a:endParaRPr b="1" i="0" sz="1200" u="none" cap="none" strike="noStrike">
                <a:solidFill>
                  <a:schemeClr val="lt1"/>
                </a:solidFill>
                <a:latin typeface="Work Sans"/>
                <a:ea typeface="Work Sans"/>
                <a:cs typeface="Work Sans"/>
                <a:sym typeface="Work Sans"/>
              </a:endParaRPr>
            </a:p>
          </p:txBody>
        </p:sp>
        <p:pic>
          <p:nvPicPr>
            <p:cNvPr descr="Tally outline" id="857" name="Google Shape;857;p43"/>
            <p:cNvPicPr preferRelativeResize="0"/>
            <p:nvPr/>
          </p:nvPicPr>
          <p:blipFill rotWithShape="1">
            <a:blip r:embed="rId3">
              <a:alphaModFix/>
            </a:blip>
            <a:srcRect b="0" l="0" r="0" t="0"/>
            <a:stretch/>
          </p:blipFill>
          <p:spPr>
            <a:xfrm>
              <a:off x="938974" y="1126471"/>
              <a:ext cx="432397" cy="432397"/>
            </a:xfrm>
            <a:prstGeom prst="rect">
              <a:avLst/>
            </a:prstGeom>
            <a:noFill/>
            <a:ln>
              <a:noFill/>
            </a:ln>
          </p:spPr>
        </p:pic>
      </p:grpSp>
      <p:sp>
        <p:nvSpPr>
          <p:cNvPr id="858" name="Google Shape;858;p43"/>
          <p:cNvSpPr txBox="1"/>
          <p:nvPr/>
        </p:nvSpPr>
        <p:spPr>
          <a:xfrm>
            <a:off x="5852753" y="6385581"/>
            <a:ext cx="486493" cy="398966"/>
          </a:xfrm>
          <a:prstGeom prst="rect">
            <a:avLst/>
          </a:prstGeom>
          <a:noFill/>
          <a:ln>
            <a:noFill/>
          </a:ln>
        </p:spPr>
        <p:txBody>
          <a:bodyPr anchorCtr="0" anchor="ctr" bIns="68550" lIns="137125" spcFirstLastPara="1" rIns="137125" wrap="square" tIns="68550">
            <a:noAutofit/>
          </a:bodyPr>
          <a:lstStyle/>
          <a:p>
            <a:pPr indent="0" lvl="0" marL="0" marR="0" rtl="0" algn="ctr">
              <a:lnSpc>
                <a:spcPct val="100000"/>
              </a:lnSpc>
              <a:spcBef>
                <a:spcPts val="0"/>
              </a:spcBef>
              <a:spcAft>
                <a:spcPts val="0"/>
              </a:spcAft>
              <a:buClr>
                <a:srgbClr val="000000"/>
              </a:buClr>
              <a:buSzPts val="1200"/>
              <a:buFont typeface="Arial"/>
              <a:buNone/>
            </a:pPr>
            <a:fld id="{00000000-1234-1234-1234-123412341234}" type="slidenum">
              <a:rPr b="0" i="0" lang="pt-BR" sz="1100" u="none" cap="none" strike="noStrike">
                <a:solidFill>
                  <a:schemeClr val="lt1"/>
                </a:solidFill>
                <a:latin typeface="Work Sans"/>
                <a:ea typeface="Work Sans"/>
                <a:cs typeface="Work Sans"/>
                <a:sym typeface="Work Sans"/>
              </a:rPr>
              <a:t>‹#›</a:t>
            </a:fld>
            <a:endParaRPr b="0" i="0" sz="1100" u="none" cap="none" strike="noStrike">
              <a:solidFill>
                <a:schemeClr val="lt1"/>
              </a:solidFill>
              <a:latin typeface="Work Sans"/>
              <a:ea typeface="Work Sans"/>
              <a:cs typeface="Work Sans"/>
              <a:sym typeface="Work Sans"/>
            </a:endParaRPr>
          </a:p>
        </p:txBody>
      </p:sp>
      <p:sp>
        <p:nvSpPr>
          <p:cNvPr id="859" name="Google Shape;859;p43"/>
          <p:cNvSpPr txBox="1"/>
          <p:nvPr/>
        </p:nvSpPr>
        <p:spPr>
          <a:xfrm>
            <a:off x="554735" y="1374819"/>
            <a:ext cx="4320000" cy="600104"/>
          </a:xfrm>
          <a:prstGeom prst="rect">
            <a:avLst/>
          </a:prstGeom>
          <a:noFill/>
          <a:ln>
            <a:noFill/>
          </a:ln>
        </p:spPr>
        <p:txBody>
          <a:bodyPr anchorCtr="0" anchor="t" bIns="68550" lIns="137125" spcFirstLastPara="1" rIns="137125" wrap="square" tIns="68550">
            <a:spAutoFit/>
          </a:bodyPr>
          <a:lstStyle/>
          <a:p>
            <a:pPr indent="0" lvl="0" marL="0" marR="0" rtl="0" algn="just">
              <a:lnSpc>
                <a:spcPct val="100000"/>
              </a:lnSpc>
              <a:spcBef>
                <a:spcPts val="0"/>
              </a:spcBef>
              <a:spcAft>
                <a:spcPts val="0"/>
              </a:spcAft>
              <a:buClr>
                <a:srgbClr val="000000"/>
              </a:buClr>
              <a:buSzPts val="2400"/>
              <a:buFont typeface="Arial"/>
              <a:buNone/>
            </a:pPr>
            <a:r>
              <a:rPr b="1" i="0" lang="pt-BR" sz="1000" u="none" cap="none" strike="noStrike">
                <a:solidFill>
                  <a:schemeClr val="lt1"/>
                </a:solidFill>
                <a:latin typeface="Work Sans"/>
                <a:ea typeface="Work Sans"/>
                <a:cs typeface="Work Sans"/>
                <a:sym typeface="Work Sans"/>
              </a:rPr>
              <a:t>Fatorial: </a:t>
            </a:r>
            <a:r>
              <a:rPr b="0" i="0" lang="pt-BR" sz="1000" u="none" cap="none" strike="noStrike">
                <a:solidFill>
                  <a:schemeClr val="lt1"/>
                </a:solidFill>
                <a:latin typeface="Work Sans"/>
                <a:ea typeface="Work Sans"/>
                <a:cs typeface="Work Sans"/>
                <a:sym typeface="Work Sans"/>
              </a:rPr>
              <a:t>O fatorial de um número é calculado pela multiplicação desse número por todos os seus antecessores até chegar ao número 1.</a:t>
            </a:r>
            <a:endParaRPr b="0" i="0" sz="1000" u="none" cap="none" strike="noStrike">
              <a:solidFill>
                <a:schemeClr val="lt1"/>
              </a:solidFill>
              <a:latin typeface="Work Sans"/>
              <a:ea typeface="Work Sans"/>
              <a:cs typeface="Work Sans"/>
              <a:sym typeface="Work Sans"/>
            </a:endParaRPr>
          </a:p>
        </p:txBody>
      </p:sp>
      <p:sp>
        <p:nvSpPr>
          <p:cNvPr id="860" name="Google Shape;860;p43"/>
          <p:cNvSpPr txBox="1"/>
          <p:nvPr/>
        </p:nvSpPr>
        <p:spPr>
          <a:xfrm>
            <a:off x="5062125" y="1159644"/>
            <a:ext cx="5040000" cy="907880"/>
          </a:xfrm>
          <a:prstGeom prst="rect">
            <a:avLst/>
          </a:prstGeom>
          <a:noFill/>
          <a:ln>
            <a:noFill/>
          </a:ln>
        </p:spPr>
        <p:txBody>
          <a:bodyPr anchorCtr="0" anchor="t" bIns="68550" lIns="137125" spcFirstLastPara="1" rIns="137125" wrap="square" tIns="68550">
            <a:spAutoFit/>
          </a:bodyPr>
          <a:lstStyle/>
          <a:p>
            <a:pPr indent="0" lvl="0" marL="0" marR="0" rtl="0" algn="l">
              <a:lnSpc>
                <a:spcPct val="100000"/>
              </a:lnSpc>
              <a:spcBef>
                <a:spcPts val="0"/>
              </a:spcBef>
              <a:spcAft>
                <a:spcPts val="0"/>
              </a:spcAft>
              <a:buClr>
                <a:srgbClr val="000000"/>
              </a:buClr>
              <a:buSzPts val="2400"/>
              <a:buFont typeface="Arial"/>
              <a:buNone/>
            </a:pPr>
            <a:r>
              <a:rPr b="1" i="0" lang="pt-BR" sz="1000" u="none" cap="none" strike="noStrike">
                <a:solidFill>
                  <a:schemeClr val="lt1"/>
                </a:solidFill>
                <a:latin typeface="Work Sans"/>
                <a:ea typeface="Work Sans"/>
                <a:cs typeface="Work Sans"/>
                <a:sym typeface="Work Sans"/>
              </a:rPr>
              <a:t>n! = </a:t>
            </a:r>
            <a:r>
              <a:rPr b="0" i="0" lang="pt-BR" sz="1000" u="none" cap="none" strike="noStrike">
                <a:solidFill>
                  <a:schemeClr val="lt1"/>
                </a:solidFill>
                <a:latin typeface="Work Sans"/>
                <a:ea typeface="Work Sans"/>
                <a:cs typeface="Work Sans"/>
                <a:sym typeface="Work Sans"/>
              </a:rPr>
              <a:t>(n)(n-1) (n-2) (n-3)...(3)(2)(1)</a:t>
            </a:r>
            <a:endParaRPr b="0" i="0" sz="1000" u="none" cap="none" strike="noStrike">
              <a:solidFill>
                <a:schemeClr val="lt1"/>
              </a:solidFill>
              <a:latin typeface="Work Sans"/>
              <a:ea typeface="Work Sans"/>
              <a:cs typeface="Work Sans"/>
              <a:sym typeface="Work Sans"/>
            </a:endParaRPr>
          </a:p>
          <a:p>
            <a:pPr indent="0" lvl="0" marL="0" marR="0" rtl="0" algn="l">
              <a:lnSpc>
                <a:spcPct val="100000"/>
              </a:lnSpc>
              <a:spcBef>
                <a:spcPts val="0"/>
              </a:spcBef>
              <a:spcAft>
                <a:spcPts val="0"/>
              </a:spcAft>
              <a:buClr>
                <a:srgbClr val="000000"/>
              </a:buClr>
              <a:buSzPts val="2400"/>
              <a:buFont typeface="Arial"/>
              <a:buNone/>
            </a:pPr>
            <a:r>
              <a:rPr b="1" i="0" lang="pt-BR" sz="1000" u="none" cap="none" strike="noStrike">
                <a:solidFill>
                  <a:schemeClr val="lt1"/>
                </a:solidFill>
                <a:latin typeface="Work Sans"/>
                <a:ea typeface="Work Sans"/>
                <a:cs typeface="Work Sans"/>
                <a:sym typeface="Work Sans"/>
              </a:rPr>
              <a:t>4! = </a:t>
            </a:r>
            <a:r>
              <a:rPr b="0" i="0" lang="pt-BR" sz="1000" u="none" cap="none" strike="noStrike">
                <a:solidFill>
                  <a:schemeClr val="lt1"/>
                </a:solidFill>
                <a:latin typeface="Work Sans"/>
                <a:ea typeface="Work Sans"/>
                <a:cs typeface="Work Sans"/>
                <a:sym typeface="Work Sans"/>
              </a:rPr>
              <a:t>(4)(3)(2)(1) = 24</a:t>
            </a:r>
            <a:endParaRPr b="0" i="0" sz="1000" u="none" cap="none" strike="noStrike">
              <a:solidFill>
                <a:schemeClr val="lt1"/>
              </a:solidFill>
              <a:latin typeface="Work Sans"/>
              <a:ea typeface="Work Sans"/>
              <a:cs typeface="Work Sans"/>
              <a:sym typeface="Work Sans"/>
            </a:endParaRPr>
          </a:p>
          <a:p>
            <a:pPr indent="0" lvl="0" marL="0" marR="0" rtl="0" algn="l">
              <a:lnSpc>
                <a:spcPct val="100000"/>
              </a:lnSpc>
              <a:spcBef>
                <a:spcPts val="0"/>
              </a:spcBef>
              <a:spcAft>
                <a:spcPts val="0"/>
              </a:spcAft>
              <a:buClr>
                <a:srgbClr val="000000"/>
              </a:buClr>
              <a:buSzPts val="2400"/>
              <a:buFont typeface="Arial"/>
              <a:buNone/>
            </a:pPr>
            <a:r>
              <a:rPr b="1" i="0" lang="pt-BR" sz="1000" u="none" cap="none" strike="noStrike">
                <a:solidFill>
                  <a:schemeClr val="lt1"/>
                </a:solidFill>
                <a:latin typeface="Work Sans"/>
                <a:ea typeface="Work Sans"/>
                <a:cs typeface="Work Sans"/>
                <a:sym typeface="Work Sans"/>
              </a:rPr>
              <a:t>3! = </a:t>
            </a:r>
            <a:r>
              <a:rPr b="0" i="0" lang="pt-BR" sz="1000" u="none" cap="none" strike="noStrike">
                <a:solidFill>
                  <a:schemeClr val="lt1"/>
                </a:solidFill>
                <a:latin typeface="Work Sans"/>
                <a:ea typeface="Work Sans"/>
                <a:cs typeface="Work Sans"/>
                <a:sym typeface="Work Sans"/>
              </a:rPr>
              <a:t>(3)(2)(1) = 6</a:t>
            </a:r>
            <a:endParaRPr b="0" i="0" sz="1000" u="none" cap="none" strike="noStrike">
              <a:solidFill>
                <a:schemeClr val="lt1"/>
              </a:solidFill>
              <a:latin typeface="Work Sans"/>
              <a:ea typeface="Work Sans"/>
              <a:cs typeface="Work Sans"/>
              <a:sym typeface="Work Sans"/>
            </a:endParaRPr>
          </a:p>
          <a:p>
            <a:pPr indent="0" lvl="0" marL="0" marR="0" rtl="0" algn="l">
              <a:lnSpc>
                <a:spcPct val="100000"/>
              </a:lnSpc>
              <a:spcBef>
                <a:spcPts val="0"/>
              </a:spcBef>
              <a:spcAft>
                <a:spcPts val="0"/>
              </a:spcAft>
              <a:buClr>
                <a:srgbClr val="000000"/>
              </a:buClr>
              <a:buSzPts val="2400"/>
              <a:buFont typeface="Arial"/>
              <a:buNone/>
            </a:pPr>
            <a:r>
              <a:rPr b="1" i="0" lang="pt-BR" sz="1000" u="none" cap="none" strike="noStrike">
                <a:solidFill>
                  <a:schemeClr val="lt1"/>
                </a:solidFill>
                <a:latin typeface="Work Sans"/>
                <a:ea typeface="Work Sans"/>
                <a:cs typeface="Work Sans"/>
                <a:sym typeface="Work Sans"/>
              </a:rPr>
              <a:t>1! </a:t>
            </a:r>
            <a:r>
              <a:rPr b="0" i="0" lang="pt-BR" sz="1000" u="none" cap="none" strike="noStrike">
                <a:solidFill>
                  <a:schemeClr val="lt1"/>
                </a:solidFill>
                <a:latin typeface="Work Sans"/>
                <a:ea typeface="Work Sans"/>
                <a:cs typeface="Work Sans"/>
                <a:sym typeface="Work Sans"/>
              </a:rPr>
              <a:t>= 1</a:t>
            </a:r>
            <a:endParaRPr b="0" i="0" sz="1000" u="none" cap="none" strike="noStrike">
              <a:solidFill>
                <a:schemeClr val="lt1"/>
              </a:solidFill>
              <a:latin typeface="Work Sans"/>
              <a:ea typeface="Work Sans"/>
              <a:cs typeface="Work Sans"/>
              <a:sym typeface="Work Sans"/>
            </a:endParaRPr>
          </a:p>
          <a:p>
            <a:pPr indent="0" lvl="0" marL="0" marR="0" rtl="0" algn="l">
              <a:lnSpc>
                <a:spcPct val="100000"/>
              </a:lnSpc>
              <a:spcBef>
                <a:spcPts val="0"/>
              </a:spcBef>
              <a:spcAft>
                <a:spcPts val="0"/>
              </a:spcAft>
              <a:buClr>
                <a:srgbClr val="000000"/>
              </a:buClr>
              <a:buSzPts val="2400"/>
              <a:buFont typeface="Arial"/>
              <a:buNone/>
            </a:pPr>
            <a:r>
              <a:rPr b="1" i="0" lang="pt-BR" sz="1000" u="none" cap="none" strike="noStrike">
                <a:solidFill>
                  <a:schemeClr val="lt1"/>
                </a:solidFill>
                <a:latin typeface="Work Sans"/>
                <a:ea typeface="Work Sans"/>
                <a:cs typeface="Work Sans"/>
                <a:sym typeface="Work Sans"/>
              </a:rPr>
              <a:t>0! = 1</a:t>
            </a:r>
            <a:endParaRPr b="1" i="0" sz="1000" u="none" cap="none" strike="noStrike">
              <a:solidFill>
                <a:schemeClr val="lt1"/>
              </a:solidFill>
              <a:latin typeface="Work Sans"/>
              <a:ea typeface="Work Sans"/>
              <a:cs typeface="Work Sans"/>
              <a:sym typeface="Work Sans"/>
            </a:endParaRPr>
          </a:p>
        </p:txBody>
      </p:sp>
      <p:sp>
        <p:nvSpPr>
          <p:cNvPr id="861" name="Google Shape;861;p43"/>
          <p:cNvSpPr txBox="1"/>
          <p:nvPr/>
        </p:nvSpPr>
        <p:spPr>
          <a:xfrm>
            <a:off x="6346072" y="2770907"/>
            <a:ext cx="1044000" cy="446215"/>
          </a:xfrm>
          <a:prstGeom prst="rect">
            <a:avLst/>
          </a:prstGeom>
          <a:noFill/>
          <a:ln>
            <a:noFill/>
          </a:ln>
        </p:spPr>
        <p:txBody>
          <a:bodyPr anchorCtr="0" anchor="t" bIns="68550" lIns="137125" spcFirstLastPara="1" rIns="137125" wrap="square" tIns="68550">
            <a:spAutoFit/>
          </a:bodyPr>
          <a:lstStyle/>
          <a:p>
            <a:pPr indent="0" lvl="0" marL="0" marR="0" rtl="0" algn="ctr">
              <a:lnSpc>
                <a:spcPct val="100000"/>
              </a:lnSpc>
              <a:spcBef>
                <a:spcPts val="0"/>
              </a:spcBef>
              <a:spcAft>
                <a:spcPts val="0"/>
              </a:spcAft>
              <a:buClr>
                <a:srgbClr val="000000"/>
              </a:buClr>
              <a:buSzPts val="2400"/>
              <a:buFont typeface="Arial"/>
              <a:buNone/>
            </a:pPr>
            <a:r>
              <a:rPr b="0" i="0" lang="pt-BR" sz="1000" u="none" cap="none" strike="noStrike">
                <a:solidFill>
                  <a:schemeClr val="lt1"/>
                </a:solidFill>
                <a:latin typeface="Work Sans"/>
                <a:ea typeface="Work Sans"/>
                <a:cs typeface="Work Sans"/>
                <a:sym typeface="Work Sans"/>
              </a:rPr>
              <a:t>Ordem </a:t>
            </a:r>
            <a:r>
              <a:rPr b="1" i="0" lang="pt-BR" sz="1000" u="none" cap="none" strike="noStrike">
                <a:solidFill>
                  <a:schemeClr val="lt1"/>
                </a:solidFill>
                <a:latin typeface="Work Sans"/>
                <a:ea typeface="Work Sans"/>
                <a:cs typeface="Work Sans"/>
                <a:sym typeface="Work Sans"/>
              </a:rPr>
              <a:t>importa!</a:t>
            </a:r>
            <a:endParaRPr b="1" i="0" sz="1000" u="none" cap="none" strike="noStrike">
              <a:solidFill>
                <a:schemeClr val="lt1"/>
              </a:solidFill>
              <a:latin typeface="Work Sans"/>
              <a:ea typeface="Work Sans"/>
              <a:cs typeface="Work Sans"/>
              <a:sym typeface="Work Sans"/>
            </a:endParaRPr>
          </a:p>
        </p:txBody>
      </p:sp>
      <p:sp>
        <p:nvSpPr>
          <p:cNvPr id="862" name="Google Shape;862;p43"/>
          <p:cNvSpPr txBox="1"/>
          <p:nvPr/>
        </p:nvSpPr>
        <p:spPr>
          <a:xfrm>
            <a:off x="5062125" y="2255155"/>
            <a:ext cx="3365913" cy="446215"/>
          </a:xfrm>
          <a:prstGeom prst="rect">
            <a:avLst/>
          </a:prstGeom>
          <a:noFill/>
          <a:ln>
            <a:noFill/>
          </a:ln>
        </p:spPr>
        <p:txBody>
          <a:bodyPr anchorCtr="0" anchor="t" bIns="68550" lIns="137125" spcFirstLastPara="1" rIns="137125" wrap="square" tIns="68550">
            <a:spAutoFit/>
          </a:bodyPr>
          <a:lstStyle/>
          <a:p>
            <a:pPr indent="0" lvl="0" marL="0" marR="0" rtl="0" algn="just">
              <a:lnSpc>
                <a:spcPct val="100000"/>
              </a:lnSpc>
              <a:spcBef>
                <a:spcPts val="0"/>
              </a:spcBef>
              <a:spcAft>
                <a:spcPts val="0"/>
              </a:spcAft>
              <a:buClr>
                <a:srgbClr val="000000"/>
              </a:buClr>
              <a:buSzPts val="2400"/>
              <a:buFont typeface="Arial"/>
              <a:buNone/>
            </a:pPr>
            <a:r>
              <a:rPr b="1" i="0" lang="pt-BR" sz="1000" u="none" cap="none" strike="noStrike">
                <a:solidFill>
                  <a:schemeClr val="lt1"/>
                </a:solidFill>
                <a:latin typeface="Work Sans"/>
                <a:ea typeface="Work Sans"/>
                <a:cs typeface="Work Sans"/>
                <a:sym typeface="Work Sans"/>
              </a:rPr>
              <a:t>Ex: </a:t>
            </a:r>
            <a:r>
              <a:rPr b="0" i="0" lang="pt-BR" sz="1000" u="none" cap="none" strike="noStrike">
                <a:solidFill>
                  <a:schemeClr val="lt1"/>
                </a:solidFill>
                <a:latin typeface="Work Sans"/>
                <a:ea typeface="Work Sans"/>
                <a:cs typeface="Work Sans"/>
                <a:sym typeface="Work Sans"/>
              </a:rPr>
              <a:t>Número total de amostras possíveis de dois dos três snacks disponíveis </a:t>
            </a:r>
            <a:r>
              <a:rPr b="1" i="0" lang="pt-BR" sz="1000" u="none" cap="none" strike="noStrike">
                <a:solidFill>
                  <a:schemeClr val="lt1"/>
                </a:solidFill>
                <a:latin typeface="Work Sans"/>
                <a:ea typeface="Work Sans"/>
                <a:cs typeface="Work Sans"/>
                <a:sym typeface="Work Sans"/>
              </a:rPr>
              <a:t>A, B, C.</a:t>
            </a:r>
            <a:endParaRPr b="0" i="0" sz="1000" u="none" cap="none" strike="noStrike">
              <a:solidFill>
                <a:schemeClr val="lt1"/>
              </a:solidFill>
              <a:latin typeface="Work Sans"/>
              <a:ea typeface="Work Sans"/>
              <a:cs typeface="Work Sans"/>
              <a:sym typeface="Work Sans"/>
            </a:endParaRPr>
          </a:p>
        </p:txBody>
      </p:sp>
      <p:sp>
        <p:nvSpPr>
          <p:cNvPr id="863" name="Google Shape;863;p43"/>
          <p:cNvSpPr txBox="1"/>
          <p:nvPr/>
        </p:nvSpPr>
        <p:spPr>
          <a:xfrm>
            <a:off x="7398153" y="2797627"/>
            <a:ext cx="1368000" cy="446215"/>
          </a:xfrm>
          <a:prstGeom prst="rect">
            <a:avLst/>
          </a:prstGeom>
          <a:noFill/>
          <a:ln>
            <a:noFill/>
          </a:ln>
        </p:spPr>
        <p:txBody>
          <a:bodyPr anchorCtr="0" anchor="t" bIns="68550" lIns="137125" spcFirstLastPara="1" rIns="137125" wrap="square" tIns="68550">
            <a:spAutoFit/>
          </a:bodyPr>
          <a:lstStyle/>
          <a:p>
            <a:pPr indent="0" lvl="0" marL="0" marR="0" rtl="0" algn="ctr">
              <a:lnSpc>
                <a:spcPct val="100000"/>
              </a:lnSpc>
              <a:spcBef>
                <a:spcPts val="0"/>
              </a:spcBef>
              <a:spcAft>
                <a:spcPts val="0"/>
              </a:spcAft>
              <a:buClr>
                <a:srgbClr val="000000"/>
              </a:buClr>
              <a:buSzPts val="2100"/>
              <a:buFont typeface="Arial"/>
              <a:buNone/>
            </a:pPr>
            <a:r>
              <a:rPr b="1" i="0" lang="pt-BR" sz="1000" u="none" cap="none" strike="noStrike">
                <a:solidFill>
                  <a:schemeClr val="lt1"/>
                </a:solidFill>
                <a:latin typeface="Work Sans"/>
                <a:ea typeface="Work Sans"/>
                <a:cs typeface="Work Sans"/>
                <a:sym typeface="Work Sans"/>
              </a:rPr>
              <a:t>AB, BA, BC, CB, AC e CA.</a:t>
            </a:r>
            <a:endParaRPr b="0" i="0" sz="1000" u="none" cap="none" strike="noStrike">
              <a:solidFill>
                <a:schemeClr val="lt1"/>
              </a:solidFill>
              <a:latin typeface="Work Sans"/>
              <a:ea typeface="Work Sans"/>
              <a:cs typeface="Work Sans"/>
              <a:sym typeface="Work Sans"/>
            </a:endParaRPr>
          </a:p>
        </p:txBody>
      </p:sp>
      <p:sp>
        <p:nvSpPr>
          <p:cNvPr id="864" name="Google Shape;864;p43"/>
          <p:cNvSpPr txBox="1"/>
          <p:nvPr/>
        </p:nvSpPr>
        <p:spPr>
          <a:xfrm>
            <a:off x="7436600" y="3937229"/>
            <a:ext cx="1368000" cy="292327"/>
          </a:xfrm>
          <a:prstGeom prst="rect">
            <a:avLst/>
          </a:prstGeom>
          <a:noFill/>
          <a:ln>
            <a:noFill/>
          </a:ln>
        </p:spPr>
        <p:txBody>
          <a:bodyPr anchorCtr="0" anchor="t" bIns="68550" lIns="137125" spcFirstLastPara="1" rIns="137125" wrap="square" tIns="68550">
            <a:spAutoFit/>
          </a:bodyPr>
          <a:lstStyle/>
          <a:p>
            <a:pPr indent="0" lvl="0" marL="0" marR="0" rtl="0" algn="ctr">
              <a:lnSpc>
                <a:spcPct val="100000"/>
              </a:lnSpc>
              <a:spcBef>
                <a:spcPts val="0"/>
              </a:spcBef>
              <a:spcAft>
                <a:spcPts val="0"/>
              </a:spcAft>
              <a:buClr>
                <a:srgbClr val="000000"/>
              </a:buClr>
              <a:buSzPts val="2100"/>
              <a:buFont typeface="Arial"/>
              <a:buNone/>
            </a:pPr>
            <a:r>
              <a:rPr b="1" i="0" lang="pt-BR" sz="1000" u="none" cap="none" strike="noStrike">
                <a:solidFill>
                  <a:schemeClr val="lt1"/>
                </a:solidFill>
                <a:latin typeface="Work Sans"/>
                <a:ea typeface="Work Sans"/>
                <a:cs typeface="Work Sans"/>
                <a:sym typeface="Work Sans"/>
              </a:rPr>
              <a:t>AB, BC e CA</a:t>
            </a:r>
            <a:r>
              <a:rPr b="0" i="0" lang="pt-BR" sz="1000" u="none" cap="none" strike="noStrike">
                <a:solidFill>
                  <a:schemeClr val="lt1"/>
                </a:solidFill>
                <a:latin typeface="Work Sans"/>
                <a:ea typeface="Work Sans"/>
                <a:cs typeface="Work Sans"/>
                <a:sym typeface="Work Sans"/>
              </a:rPr>
              <a:t>.</a:t>
            </a:r>
            <a:endParaRPr b="0" i="0" sz="1000" u="none" cap="none" strike="noStrike">
              <a:solidFill>
                <a:schemeClr val="lt1"/>
              </a:solidFill>
              <a:latin typeface="Work Sans"/>
              <a:ea typeface="Work Sans"/>
              <a:cs typeface="Work Sans"/>
              <a:sym typeface="Work Sans"/>
            </a:endParaRPr>
          </a:p>
        </p:txBody>
      </p:sp>
      <p:sp>
        <p:nvSpPr>
          <p:cNvPr id="865" name="Google Shape;865;p43"/>
          <p:cNvSpPr txBox="1"/>
          <p:nvPr/>
        </p:nvSpPr>
        <p:spPr>
          <a:xfrm>
            <a:off x="6392600" y="3794023"/>
            <a:ext cx="1044000" cy="600104"/>
          </a:xfrm>
          <a:prstGeom prst="rect">
            <a:avLst/>
          </a:prstGeom>
          <a:noFill/>
          <a:ln>
            <a:noFill/>
          </a:ln>
        </p:spPr>
        <p:txBody>
          <a:bodyPr anchorCtr="0" anchor="t" bIns="68550" lIns="137125" spcFirstLastPara="1" rIns="137125" wrap="square" tIns="68550">
            <a:spAutoFit/>
          </a:bodyPr>
          <a:lstStyle/>
          <a:p>
            <a:pPr indent="0" lvl="0" marL="0" marR="0" rtl="0" algn="ctr">
              <a:lnSpc>
                <a:spcPct val="100000"/>
              </a:lnSpc>
              <a:spcBef>
                <a:spcPts val="0"/>
              </a:spcBef>
              <a:spcAft>
                <a:spcPts val="0"/>
              </a:spcAft>
              <a:buClr>
                <a:srgbClr val="000000"/>
              </a:buClr>
              <a:buSzPts val="2400"/>
              <a:buFont typeface="Arial"/>
              <a:buNone/>
            </a:pPr>
            <a:r>
              <a:rPr b="0" i="0" lang="pt-BR" sz="1000" u="none" cap="none" strike="noStrike">
                <a:solidFill>
                  <a:schemeClr val="lt1"/>
                </a:solidFill>
                <a:latin typeface="Work Sans"/>
                <a:ea typeface="Work Sans"/>
                <a:cs typeface="Work Sans"/>
                <a:sym typeface="Work Sans"/>
              </a:rPr>
              <a:t>Ordem</a:t>
            </a:r>
            <a:endParaRPr b="0" i="0" sz="1000" u="none" cap="none" strike="noStrike">
              <a:solidFill>
                <a:schemeClr val="lt1"/>
              </a:solidFill>
              <a:latin typeface="Work Sans"/>
              <a:ea typeface="Work Sans"/>
              <a:cs typeface="Work Sans"/>
              <a:sym typeface="Work Sans"/>
            </a:endParaRPr>
          </a:p>
          <a:p>
            <a:pPr indent="0" lvl="0" marL="0" marR="0" rtl="0" algn="ctr">
              <a:lnSpc>
                <a:spcPct val="100000"/>
              </a:lnSpc>
              <a:spcBef>
                <a:spcPts val="0"/>
              </a:spcBef>
              <a:spcAft>
                <a:spcPts val="0"/>
              </a:spcAft>
              <a:buClr>
                <a:srgbClr val="000000"/>
              </a:buClr>
              <a:buSzPts val="2400"/>
              <a:buFont typeface="Arial"/>
              <a:buNone/>
            </a:pPr>
            <a:r>
              <a:rPr b="1" i="0" lang="pt-BR" sz="1000" u="none" cap="none" strike="noStrike">
                <a:solidFill>
                  <a:schemeClr val="lt1"/>
                </a:solidFill>
                <a:latin typeface="Work Sans"/>
                <a:ea typeface="Work Sans"/>
                <a:cs typeface="Work Sans"/>
                <a:sym typeface="Work Sans"/>
              </a:rPr>
              <a:t>não importa!</a:t>
            </a:r>
            <a:endParaRPr b="1" i="0" sz="1000" u="none" cap="none" strike="noStrike">
              <a:solidFill>
                <a:schemeClr val="lt1"/>
              </a:solidFill>
              <a:latin typeface="Work Sans"/>
              <a:ea typeface="Work Sans"/>
              <a:cs typeface="Work Sans"/>
              <a:sym typeface="Work Sans"/>
            </a:endParaRPr>
          </a:p>
        </p:txBody>
      </p:sp>
      <p:cxnSp>
        <p:nvCxnSpPr>
          <p:cNvPr id="866" name="Google Shape;866;p43"/>
          <p:cNvCxnSpPr/>
          <p:nvPr/>
        </p:nvCxnSpPr>
        <p:spPr>
          <a:xfrm>
            <a:off x="462817" y="2131905"/>
            <a:ext cx="7927264" cy="0"/>
          </a:xfrm>
          <a:prstGeom prst="straightConnector1">
            <a:avLst/>
          </a:prstGeom>
          <a:noFill/>
          <a:ln cap="flat" cmpd="sng" w="19050">
            <a:solidFill>
              <a:srgbClr val="C0504D"/>
            </a:solidFill>
            <a:prstDash val="dash"/>
            <a:round/>
            <a:headEnd len="sm" w="sm" type="none"/>
            <a:tailEnd len="sm" w="sm" type="none"/>
          </a:ln>
        </p:spPr>
      </p:cxnSp>
      <p:grpSp>
        <p:nvGrpSpPr>
          <p:cNvPr id="867" name="Google Shape;867;p43"/>
          <p:cNvGrpSpPr/>
          <p:nvPr/>
        </p:nvGrpSpPr>
        <p:grpSpPr>
          <a:xfrm>
            <a:off x="512637" y="3874140"/>
            <a:ext cx="4320000" cy="883962"/>
            <a:chOff x="1584000" y="4788000"/>
            <a:chExt cx="4320000" cy="883962"/>
          </a:xfrm>
        </p:grpSpPr>
        <p:sp>
          <p:nvSpPr>
            <p:cNvPr id="868" name="Google Shape;868;p43"/>
            <p:cNvSpPr txBox="1"/>
            <p:nvPr/>
          </p:nvSpPr>
          <p:spPr>
            <a:xfrm>
              <a:off x="1584000" y="4788000"/>
              <a:ext cx="4320000" cy="446215"/>
            </a:xfrm>
            <a:prstGeom prst="rect">
              <a:avLst/>
            </a:prstGeom>
            <a:noFill/>
            <a:ln>
              <a:noFill/>
            </a:ln>
          </p:spPr>
          <p:txBody>
            <a:bodyPr anchorCtr="0" anchor="t" bIns="68550" lIns="137125" spcFirstLastPara="1" rIns="137125" wrap="square" tIns="68550">
              <a:spAutoFit/>
            </a:bodyPr>
            <a:lstStyle/>
            <a:p>
              <a:pPr indent="0" lvl="0" marL="0" marR="0" rtl="0" algn="just">
                <a:lnSpc>
                  <a:spcPct val="100000"/>
                </a:lnSpc>
                <a:spcBef>
                  <a:spcPts val="0"/>
                </a:spcBef>
                <a:spcAft>
                  <a:spcPts val="0"/>
                </a:spcAft>
                <a:buClr>
                  <a:srgbClr val="000000"/>
                </a:buClr>
                <a:buSzPts val="2400"/>
                <a:buFont typeface="Arial"/>
                <a:buNone/>
              </a:pPr>
              <a:r>
                <a:rPr b="1" i="0" lang="pt-BR" sz="1000" u="none" cap="none" strike="noStrike">
                  <a:solidFill>
                    <a:schemeClr val="lt1"/>
                  </a:solidFill>
                  <a:latin typeface="Work Sans"/>
                  <a:ea typeface="Work Sans"/>
                  <a:cs typeface="Work Sans"/>
                  <a:sym typeface="Work Sans"/>
                </a:rPr>
                <a:t>Combinação: </a:t>
              </a:r>
              <a:r>
                <a:rPr b="0" i="0" lang="pt-BR" sz="1000" u="none" cap="none" strike="noStrike">
                  <a:solidFill>
                    <a:schemeClr val="lt1"/>
                  </a:solidFill>
                  <a:latin typeface="Work Sans"/>
                  <a:ea typeface="Work Sans"/>
                  <a:cs typeface="Work Sans"/>
                  <a:sym typeface="Work Sans"/>
                </a:rPr>
                <a:t>é o número de maneiras de selecionar </a:t>
              </a:r>
              <a:r>
                <a:rPr b="0" i="1" lang="pt-BR" sz="1000" u="none" cap="none" strike="noStrike">
                  <a:solidFill>
                    <a:schemeClr val="lt1"/>
                  </a:solidFill>
                  <a:latin typeface="Work Sans"/>
                  <a:ea typeface="Work Sans"/>
                  <a:cs typeface="Work Sans"/>
                  <a:sym typeface="Work Sans"/>
                </a:rPr>
                <a:t>k </a:t>
              </a:r>
              <a:r>
                <a:rPr b="0" i="0" lang="pt-BR" sz="1000" u="none" cap="none" strike="noStrike">
                  <a:solidFill>
                    <a:schemeClr val="lt1"/>
                  </a:solidFill>
                  <a:latin typeface="Work Sans"/>
                  <a:ea typeface="Work Sans"/>
                  <a:cs typeface="Work Sans"/>
                  <a:sym typeface="Work Sans"/>
                </a:rPr>
                <a:t>elementos de um total de </a:t>
              </a:r>
              <a:r>
                <a:rPr b="0" i="1" lang="pt-BR" sz="1000" u="none" cap="none" strike="noStrike">
                  <a:solidFill>
                    <a:schemeClr val="lt1"/>
                  </a:solidFill>
                  <a:latin typeface="Work Sans"/>
                  <a:ea typeface="Work Sans"/>
                  <a:cs typeface="Work Sans"/>
                  <a:sym typeface="Work Sans"/>
                </a:rPr>
                <a:t>n, </a:t>
              </a:r>
              <a:r>
                <a:rPr b="0" i="0" lang="pt-BR" sz="1000" u="none" cap="none" strike="noStrike">
                  <a:solidFill>
                    <a:schemeClr val="lt1"/>
                  </a:solidFill>
                  <a:latin typeface="Work Sans"/>
                  <a:ea typeface="Work Sans"/>
                  <a:cs typeface="Work Sans"/>
                  <a:sym typeface="Work Sans"/>
                </a:rPr>
                <a:t>independente da ordem.</a:t>
              </a:r>
              <a:endParaRPr b="0" i="0" sz="1000" u="none" cap="none" strike="noStrike">
                <a:solidFill>
                  <a:schemeClr val="lt1"/>
                </a:solidFill>
                <a:latin typeface="Work Sans"/>
                <a:ea typeface="Work Sans"/>
                <a:cs typeface="Work Sans"/>
                <a:sym typeface="Work Sans"/>
              </a:endParaRPr>
            </a:p>
          </p:txBody>
        </p:sp>
        <p:pic>
          <p:nvPicPr>
            <p:cNvPr id="869" name="Google Shape;869;p43"/>
            <p:cNvPicPr preferRelativeResize="0"/>
            <p:nvPr/>
          </p:nvPicPr>
          <p:blipFill rotWithShape="1">
            <a:blip r:embed="rId4">
              <a:alphaModFix/>
            </a:blip>
            <a:srcRect b="0" l="0" r="0" t="0"/>
            <a:stretch/>
          </p:blipFill>
          <p:spPr>
            <a:xfrm>
              <a:off x="3364983" y="5379634"/>
              <a:ext cx="996681" cy="292328"/>
            </a:xfrm>
            <a:prstGeom prst="rect">
              <a:avLst/>
            </a:prstGeom>
            <a:noFill/>
            <a:ln>
              <a:noFill/>
            </a:ln>
          </p:spPr>
        </p:pic>
      </p:grpSp>
      <p:sp>
        <p:nvSpPr>
          <p:cNvPr id="870" name="Google Shape;870;p43"/>
          <p:cNvSpPr txBox="1"/>
          <p:nvPr/>
        </p:nvSpPr>
        <p:spPr>
          <a:xfrm>
            <a:off x="742120" y="4336417"/>
            <a:ext cx="1260000" cy="446215"/>
          </a:xfrm>
          <a:prstGeom prst="rect">
            <a:avLst/>
          </a:prstGeom>
          <a:noFill/>
          <a:ln>
            <a:noFill/>
          </a:ln>
        </p:spPr>
        <p:txBody>
          <a:bodyPr anchorCtr="0" anchor="t" bIns="68550" lIns="137125" spcFirstLastPara="1" rIns="137125" wrap="square" tIns="68550">
            <a:spAutoFit/>
          </a:bodyPr>
          <a:lstStyle/>
          <a:p>
            <a:pPr indent="0" lvl="0" marL="0" marR="0" rtl="0" algn="ctr">
              <a:lnSpc>
                <a:spcPct val="100000"/>
              </a:lnSpc>
              <a:spcBef>
                <a:spcPts val="0"/>
              </a:spcBef>
              <a:spcAft>
                <a:spcPts val="0"/>
              </a:spcAft>
              <a:buClr>
                <a:srgbClr val="000000"/>
              </a:buClr>
              <a:buSzPts val="2400"/>
              <a:buFont typeface="Arial"/>
              <a:buNone/>
            </a:pPr>
            <a:r>
              <a:rPr b="1" i="0" lang="pt-BR" sz="1000" u="none" cap="none" strike="noStrike">
                <a:solidFill>
                  <a:srgbClr val="C1272D"/>
                </a:solidFill>
                <a:latin typeface="Work Sans"/>
                <a:ea typeface="Work Sans"/>
                <a:cs typeface="Work Sans"/>
                <a:sym typeface="Work Sans"/>
              </a:rPr>
              <a:t>Sorteio de viagem</a:t>
            </a:r>
            <a:endParaRPr b="1" i="0" sz="1000" u="none" cap="none" strike="noStrike">
              <a:solidFill>
                <a:srgbClr val="C1272D"/>
              </a:solidFill>
              <a:latin typeface="Work Sans"/>
              <a:ea typeface="Work Sans"/>
              <a:cs typeface="Work Sans"/>
              <a:sym typeface="Work Sans"/>
            </a:endParaRPr>
          </a:p>
        </p:txBody>
      </p:sp>
      <p:pic>
        <p:nvPicPr>
          <p:cNvPr id="871" name="Google Shape;871;p43"/>
          <p:cNvPicPr preferRelativeResize="0"/>
          <p:nvPr/>
        </p:nvPicPr>
        <p:blipFill rotWithShape="1">
          <a:blip r:embed="rId5">
            <a:alphaModFix/>
          </a:blip>
          <a:srcRect b="0" l="0" r="0" t="0"/>
          <a:stretch/>
        </p:blipFill>
        <p:spPr>
          <a:xfrm>
            <a:off x="5250468" y="2872826"/>
            <a:ext cx="921138" cy="297819"/>
          </a:xfrm>
          <a:prstGeom prst="rect">
            <a:avLst/>
          </a:prstGeom>
          <a:noFill/>
          <a:ln>
            <a:noFill/>
          </a:ln>
        </p:spPr>
      </p:pic>
      <p:pic>
        <p:nvPicPr>
          <p:cNvPr id="872" name="Google Shape;872;p43"/>
          <p:cNvPicPr preferRelativeResize="0"/>
          <p:nvPr/>
        </p:nvPicPr>
        <p:blipFill rotWithShape="1">
          <a:blip r:embed="rId6">
            <a:alphaModFix/>
          </a:blip>
          <a:srcRect b="0" l="0" r="0" t="0"/>
          <a:stretch/>
        </p:blipFill>
        <p:spPr>
          <a:xfrm>
            <a:off x="5250468" y="3925381"/>
            <a:ext cx="1004162" cy="294126"/>
          </a:xfrm>
          <a:prstGeom prst="rect">
            <a:avLst/>
          </a:prstGeom>
          <a:noFill/>
          <a:ln>
            <a:noFill/>
          </a:ln>
        </p:spPr>
      </p:pic>
      <p:sp>
        <p:nvSpPr>
          <p:cNvPr id="873" name="Google Shape;873;p43"/>
          <p:cNvSpPr txBox="1"/>
          <p:nvPr/>
        </p:nvSpPr>
        <p:spPr>
          <a:xfrm>
            <a:off x="4348072" y="3258864"/>
            <a:ext cx="5040000" cy="292327"/>
          </a:xfrm>
          <a:prstGeom prst="rect">
            <a:avLst/>
          </a:prstGeom>
          <a:noFill/>
          <a:ln>
            <a:noFill/>
          </a:ln>
        </p:spPr>
        <p:txBody>
          <a:bodyPr anchorCtr="0" anchor="t" bIns="68550" lIns="137125" spcFirstLastPara="1" rIns="137125" wrap="square" tIns="68550">
            <a:spAutoFit/>
          </a:bodyPr>
          <a:lstStyle/>
          <a:p>
            <a:pPr indent="0" lvl="0" marL="0" marR="0" rtl="0" algn="ctr">
              <a:lnSpc>
                <a:spcPct val="100000"/>
              </a:lnSpc>
              <a:spcBef>
                <a:spcPts val="0"/>
              </a:spcBef>
              <a:spcAft>
                <a:spcPts val="0"/>
              </a:spcAft>
              <a:buClr>
                <a:srgbClr val="000000"/>
              </a:buClr>
              <a:buSzPts val="2400"/>
              <a:buFont typeface="Arial"/>
              <a:buNone/>
            </a:pPr>
            <a:r>
              <a:rPr b="0" i="0" lang="pt-BR" sz="1000" u="none" cap="none" strike="noStrike">
                <a:solidFill>
                  <a:schemeClr val="lt1"/>
                </a:solidFill>
                <a:latin typeface="Work Sans"/>
                <a:ea typeface="Work Sans"/>
                <a:cs typeface="Work Sans"/>
                <a:sym typeface="Work Sans"/>
              </a:rPr>
              <a:t>O primeiro snack é meu e o segundo é do meu colega.</a:t>
            </a:r>
            <a:endParaRPr b="0" i="0" sz="1000" u="none" cap="none" strike="noStrike">
              <a:solidFill>
                <a:schemeClr val="lt1"/>
              </a:solidFill>
              <a:latin typeface="Work Sans"/>
              <a:ea typeface="Work Sans"/>
              <a:cs typeface="Work Sans"/>
              <a:sym typeface="Work Sans"/>
            </a:endParaRPr>
          </a:p>
        </p:txBody>
      </p:sp>
      <p:sp>
        <p:nvSpPr>
          <p:cNvPr id="874" name="Google Shape;874;p43"/>
          <p:cNvSpPr txBox="1"/>
          <p:nvPr/>
        </p:nvSpPr>
        <p:spPr>
          <a:xfrm>
            <a:off x="4568032" y="4473114"/>
            <a:ext cx="5040000" cy="292327"/>
          </a:xfrm>
          <a:prstGeom prst="rect">
            <a:avLst/>
          </a:prstGeom>
          <a:noFill/>
          <a:ln>
            <a:noFill/>
          </a:ln>
        </p:spPr>
        <p:txBody>
          <a:bodyPr anchorCtr="0" anchor="t" bIns="68550" lIns="137125" spcFirstLastPara="1" rIns="137125" wrap="square" tIns="68550">
            <a:spAutoFit/>
          </a:bodyPr>
          <a:lstStyle/>
          <a:p>
            <a:pPr indent="0" lvl="0" marL="0" marR="0" rtl="0" algn="ctr">
              <a:lnSpc>
                <a:spcPct val="100000"/>
              </a:lnSpc>
              <a:spcBef>
                <a:spcPts val="0"/>
              </a:spcBef>
              <a:spcAft>
                <a:spcPts val="0"/>
              </a:spcAft>
              <a:buClr>
                <a:srgbClr val="000000"/>
              </a:buClr>
              <a:buSzPts val="2400"/>
              <a:buFont typeface="Arial"/>
              <a:buNone/>
            </a:pPr>
            <a:r>
              <a:rPr b="0" i="0" lang="pt-BR" sz="1000" u="none" cap="none" strike="noStrike">
                <a:solidFill>
                  <a:schemeClr val="lt1"/>
                </a:solidFill>
                <a:latin typeface="Work Sans"/>
                <a:ea typeface="Work Sans"/>
                <a:cs typeface="Work Sans"/>
                <a:sym typeface="Work Sans"/>
              </a:rPr>
              <a:t>Vou comer ambos os snacks agora.</a:t>
            </a:r>
            <a:endParaRPr b="0" i="0" sz="1000" u="none" cap="none" strike="noStrike">
              <a:solidFill>
                <a:schemeClr val="lt1"/>
              </a:solidFill>
              <a:latin typeface="Work Sans"/>
              <a:ea typeface="Work Sans"/>
              <a:cs typeface="Work Sans"/>
              <a:sym typeface="Work Sans"/>
            </a:endParaRPr>
          </a:p>
        </p:txBody>
      </p:sp>
      <p:grpSp>
        <p:nvGrpSpPr>
          <p:cNvPr id="875" name="Google Shape;875;p43"/>
          <p:cNvGrpSpPr/>
          <p:nvPr/>
        </p:nvGrpSpPr>
        <p:grpSpPr>
          <a:xfrm>
            <a:off x="529538" y="2288888"/>
            <a:ext cx="4164922" cy="916221"/>
            <a:chOff x="1966663" y="2942835"/>
            <a:chExt cx="4164922" cy="916221"/>
          </a:xfrm>
        </p:grpSpPr>
        <p:sp>
          <p:nvSpPr>
            <p:cNvPr id="876" name="Google Shape;876;p43"/>
            <p:cNvSpPr txBox="1"/>
            <p:nvPr/>
          </p:nvSpPr>
          <p:spPr>
            <a:xfrm>
              <a:off x="1966663" y="2942835"/>
              <a:ext cx="4164922" cy="446215"/>
            </a:xfrm>
            <a:prstGeom prst="rect">
              <a:avLst/>
            </a:prstGeom>
            <a:noFill/>
            <a:ln>
              <a:noFill/>
            </a:ln>
          </p:spPr>
          <p:txBody>
            <a:bodyPr anchorCtr="0" anchor="t" bIns="68550" lIns="137125" spcFirstLastPara="1" rIns="137125" wrap="square" tIns="68550">
              <a:spAutoFit/>
            </a:bodyPr>
            <a:lstStyle/>
            <a:p>
              <a:pPr indent="0" lvl="0" marL="0" marR="0" rtl="0" algn="just">
                <a:lnSpc>
                  <a:spcPct val="100000"/>
                </a:lnSpc>
                <a:spcBef>
                  <a:spcPts val="0"/>
                </a:spcBef>
                <a:spcAft>
                  <a:spcPts val="0"/>
                </a:spcAft>
                <a:buClr>
                  <a:srgbClr val="000000"/>
                </a:buClr>
                <a:buSzPts val="2400"/>
                <a:buFont typeface="Arial"/>
                <a:buNone/>
              </a:pPr>
              <a:r>
                <a:rPr b="1" i="0" lang="pt-BR" sz="1000" u="none" cap="none" strike="noStrike">
                  <a:solidFill>
                    <a:schemeClr val="lt1"/>
                  </a:solidFill>
                  <a:latin typeface="Work Sans"/>
                  <a:ea typeface="Work Sans"/>
                  <a:cs typeface="Work Sans"/>
                  <a:sym typeface="Work Sans"/>
                </a:rPr>
                <a:t>Arranjos: </a:t>
              </a:r>
              <a:r>
                <a:rPr b="0" i="0" lang="pt-BR" sz="1000" u="none" cap="none" strike="noStrike">
                  <a:solidFill>
                    <a:schemeClr val="lt1"/>
                  </a:solidFill>
                  <a:latin typeface="Work Sans"/>
                  <a:ea typeface="Work Sans"/>
                  <a:cs typeface="Work Sans"/>
                  <a:sym typeface="Work Sans"/>
                </a:rPr>
                <a:t>são agrupamentos formados com </a:t>
              </a:r>
              <a:r>
                <a:rPr b="0" i="1" lang="pt-BR" sz="1000" u="none" cap="none" strike="noStrike">
                  <a:solidFill>
                    <a:schemeClr val="lt1"/>
                  </a:solidFill>
                  <a:latin typeface="Work Sans"/>
                  <a:ea typeface="Work Sans"/>
                  <a:cs typeface="Work Sans"/>
                  <a:sym typeface="Work Sans"/>
                </a:rPr>
                <a:t>p</a:t>
              </a:r>
              <a:r>
                <a:rPr b="0" i="0" lang="pt-BR" sz="1000" u="none" cap="none" strike="noStrike">
                  <a:solidFill>
                    <a:schemeClr val="lt1"/>
                  </a:solidFill>
                  <a:latin typeface="Work Sans"/>
                  <a:ea typeface="Work Sans"/>
                  <a:cs typeface="Work Sans"/>
                  <a:sym typeface="Work Sans"/>
                </a:rPr>
                <a:t> elementos de um conjunto de </a:t>
              </a:r>
              <a:r>
                <a:rPr b="0" i="1" lang="pt-BR" sz="1000" u="none" cap="none" strike="noStrike">
                  <a:solidFill>
                    <a:schemeClr val="lt1"/>
                  </a:solidFill>
                  <a:latin typeface="Work Sans"/>
                  <a:ea typeface="Work Sans"/>
                  <a:cs typeface="Work Sans"/>
                  <a:sym typeface="Work Sans"/>
                </a:rPr>
                <a:t>n</a:t>
              </a:r>
              <a:r>
                <a:rPr b="0" i="0" lang="pt-BR" sz="1000" u="none" cap="none" strike="noStrike">
                  <a:solidFill>
                    <a:schemeClr val="lt1"/>
                  </a:solidFill>
                  <a:latin typeface="Work Sans"/>
                  <a:ea typeface="Work Sans"/>
                  <a:cs typeface="Work Sans"/>
                  <a:sym typeface="Work Sans"/>
                </a:rPr>
                <a:t> elementos.</a:t>
              </a:r>
              <a:endParaRPr b="0" i="0" sz="1000" u="none" cap="none" strike="noStrike">
                <a:solidFill>
                  <a:schemeClr val="lt1"/>
                </a:solidFill>
                <a:latin typeface="Work Sans"/>
                <a:ea typeface="Work Sans"/>
                <a:cs typeface="Work Sans"/>
                <a:sym typeface="Work Sans"/>
              </a:endParaRPr>
            </a:p>
          </p:txBody>
        </p:sp>
        <p:sp>
          <p:nvSpPr>
            <p:cNvPr id="877" name="Google Shape;877;p43"/>
            <p:cNvSpPr txBox="1"/>
            <p:nvPr/>
          </p:nvSpPr>
          <p:spPr>
            <a:xfrm>
              <a:off x="2154053" y="3412841"/>
              <a:ext cx="1260000" cy="446215"/>
            </a:xfrm>
            <a:prstGeom prst="rect">
              <a:avLst/>
            </a:prstGeom>
            <a:noFill/>
            <a:ln>
              <a:noFill/>
            </a:ln>
          </p:spPr>
          <p:txBody>
            <a:bodyPr anchorCtr="0" anchor="t" bIns="68550" lIns="137125" spcFirstLastPara="1" rIns="137125" wrap="square" tIns="68550">
              <a:spAutoFit/>
            </a:bodyPr>
            <a:lstStyle/>
            <a:p>
              <a:pPr indent="0" lvl="0" marL="0" marR="0" rtl="0" algn="ctr">
                <a:lnSpc>
                  <a:spcPct val="100000"/>
                </a:lnSpc>
                <a:spcBef>
                  <a:spcPts val="0"/>
                </a:spcBef>
                <a:spcAft>
                  <a:spcPts val="0"/>
                </a:spcAft>
                <a:buClr>
                  <a:srgbClr val="000000"/>
                </a:buClr>
                <a:buSzPts val="2400"/>
                <a:buFont typeface="Arial"/>
                <a:buNone/>
              </a:pPr>
              <a:r>
                <a:rPr b="1" i="0" lang="pt-BR" sz="1000" u="none" cap="none" strike="noStrike">
                  <a:solidFill>
                    <a:srgbClr val="C1272D"/>
                  </a:solidFill>
                  <a:latin typeface="Work Sans"/>
                  <a:ea typeface="Work Sans"/>
                  <a:cs typeface="Work Sans"/>
                  <a:sym typeface="Work Sans"/>
                </a:rPr>
                <a:t>Pódio ou ranking</a:t>
              </a:r>
              <a:endParaRPr b="1" i="0" sz="1000" u="none" cap="none" strike="noStrike">
                <a:solidFill>
                  <a:srgbClr val="C1272D"/>
                </a:solidFill>
                <a:latin typeface="Work Sans"/>
                <a:ea typeface="Work Sans"/>
                <a:cs typeface="Work Sans"/>
                <a:sym typeface="Work Sans"/>
              </a:endParaRPr>
            </a:p>
          </p:txBody>
        </p:sp>
        <p:pic>
          <p:nvPicPr>
            <p:cNvPr descr="Análise Combinatória - Permutação, Arranjo e Combinação." id="878" name="Google Shape;878;p43"/>
            <p:cNvPicPr preferRelativeResize="0"/>
            <p:nvPr/>
          </p:nvPicPr>
          <p:blipFill rotWithShape="1">
            <a:blip r:embed="rId7">
              <a:alphaModFix/>
            </a:blip>
            <a:srcRect b="0" l="0" r="0" t="0"/>
            <a:stretch/>
          </p:blipFill>
          <p:spPr>
            <a:xfrm>
              <a:off x="3730745" y="3429970"/>
              <a:ext cx="921138" cy="389500"/>
            </a:xfrm>
            <a:prstGeom prst="rect">
              <a:avLst/>
            </a:prstGeom>
            <a:noFill/>
            <a:ln>
              <a:noFill/>
            </a:ln>
          </p:spPr>
        </p:pic>
      </p:grpSp>
      <p:cxnSp>
        <p:nvCxnSpPr>
          <p:cNvPr id="879" name="Google Shape;879;p43"/>
          <p:cNvCxnSpPr/>
          <p:nvPr/>
        </p:nvCxnSpPr>
        <p:spPr>
          <a:xfrm>
            <a:off x="500774" y="3724485"/>
            <a:ext cx="7927264" cy="0"/>
          </a:xfrm>
          <a:prstGeom prst="straightConnector1">
            <a:avLst/>
          </a:prstGeom>
          <a:noFill/>
          <a:ln cap="flat" cmpd="sng" w="19050">
            <a:solidFill>
              <a:srgbClr val="C0504D"/>
            </a:solidFill>
            <a:prstDash val="dash"/>
            <a:round/>
            <a:headEnd len="sm" w="sm" type="none"/>
            <a:tailEnd len="sm" w="sm" type="none"/>
          </a:ln>
        </p:spPr>
      </p:cxnSp>
      <p:sp>
        <p:nvSpPr>
          <p:cNvPr id="880" name="Google Shape;880;p43"/>
          <p:cNvSpPr txBox="1"/>
          <p:nvPr/>
        </p:nvSpPr>
        <p:spPr>
          <a:xfrm>
            <a:off x="0" y="4825425"/>
            <a:ext cx="4862100" cy="276900"/>
          </a:xfrm>
          <a:prstGeom prst="rect">
            <a:avLst/>
          </a:prstGeom>
          <a:noFill/>
          <a:ln>
            <a:noFill/>
          </a:ln>
        </p:spPr>
        <p:txBody>
          <a:bodyPr anchorCtr="0" anchor="t" bIns="68550" lIns="137125" spcFirstLastPara="1" rIns="137125" wrap="square" tIns="68550">
            <a:spAutoFit/>
          </a:bodyPr>
          <a:lstStyle/>
          <a:p>
            <a:pPr indent="0" lvl="0" marL="0" marR="0" rtl="0" algn="l">
              <a:lnSpc>
                <a:spcPct val="100000"/>
              </a:lnSpc>
              <a:spcBef>
                <a:spcPts val="0"/>
              </a:spcBef>
              <a:spcAft>
                <a:spcPts val="0"/>
              </a:spcAft>
              <a:buClr>
                <a:srgbClr val="000000"/>
              </a:buClr>
              <a:buSzPts val="900"/>
              <a:buFont typeface="Arial"/>
              <a:buNone/>
            </a:pPr>
            <a:r>
              <a:rPr b="1" i="0" lang="pt-BR" sz="900" u="none" cap="none" strike="noStrike">
                <a:solidFill>
                  <a:srgbClr val="000000"/>
                </a:solidFill>
                <a:latin typeface="Arial"/>
                <a:ea typeface="Arial"/>
                <a:cs typeface="Arial"/>
                <a:sym typeface="Arial"/>
              </a:rPr>
              <a:t>Prep4Consulting 2026.2 </a:t>
            </a:r>
            <a:r>
              <a:rPr b="0" i="0" lang="pt-BR" sz="900" u="none" cap="none" strike="noStrike">
                <a:solidFill>
                  <a:srgbClr val="000000"/>
                </a:solidFill>
                <a:latin typeface="Arial"/>
                <a:ea typeface="Arial"/>
                <a:cs typeface="Arial"/>
                <a:sym typeface="Arial"/>
              </a:rPr>
              <a:t>| GMAT: Estrutura da Prova</a:t>
            </a:r>
            <a:endParaRPr b="0" i="0" sz="900" u="none" cap="none" strike="noStrike">
              <a:solidFill>
                <a:srgbClr val="000000"/>
              </a:solidFill>
              <a:latin typeface="Arial"/>
              <a:ea typeface="Arial"/>
              <a:cs typeface="Arial"/>
              <a:sym typeface="Arial"/>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859"/>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860"/>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866"/>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875"/>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862"/>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871"/>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861"/>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863"/>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873"/>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879"/>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867"/>
                                        </p:tgtEl>
                                        <p:attrNameLst>
                                          <p:attrName>style.visibility</p:attrName>
                                        </p:attrNameLst>
                                      </p:cBhvr>
                                      <p:to>
                                        <p:strVal val="visible"/>
                                      </p:to>
                                    </p:set>
                                  </p:childTnLst>
                                </p:cTn>
                              </p:par>
                              <p:par>
                                <p:cTn fill="hold" nodeType="withEffect" presetClass="entr" presetID="1" presetSubtype="0">
                                  <p:stCondLst>
                                    <p:cond delay="0"/>
                                  </p:stCondLst>
                                  <p:childTnLst>
                                    <p:set>
                                      <p:cBhvr>
                                        <p:cTn dur="1" fill="hold">
                                          <p:stCondLst>
                                            <p:cond delay="0"/>
                                          </p:stCondLst>
                                        </p:cTn>
                                        <p:tgtEl>
                                          <p:spTgt spid="870"/>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872"/>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865"/>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864"/>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874"/>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4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84" name="Shape 884"/>
        <p:cNvGrpSpPr/>
        <p:nvPr/>
      </p:nvGrpSpPr>
      <p:grpSpPr>
        <a:xfrm>
          <a:off x="0" y="0"/>
          <a:ext cx="0" cy="0"/>
          <a:chOff x="0" y="0"/>
          <a:chExt cx="0" cy="0"/>
        </a:xfrm>
      </p:grpSpPr>
      <p:sp>
        <p:nvSpPr>
          <p:cNvPr id="885" name="Google Shape;885;p44"/>
          <p:cNvSpPr txBox="1"/>
          <p:nvPr>
            <p:ph idx="4294967295" type="title"/>
          </p:nvPr>
        </p:nvSpPr>
        <p:spPr>
          <a:xfrm>
            <a:off x="722375" y="384050"/>
            <a:ext cx="5052900" cy="5760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3000"/>
              <a:buNone/>
            </a:pPr>
            <a:r>
              <a:rPr lang="pt-BR"/>
              <a:t>REVISÃO DE MATEMÁTICA</a:t>
            </a:r>
            <a:endParaRPr/>
          </a:p>
        </p:txBody>
      </p:sp>
      <p:sp>
        <p:nvSpPr>
          <p:cNvPr id="886" name="Google Shape;886;p44"/>
          <p:cNvSpPr txBox="1"/>
          <p:nvPr/>
        </p:nvSpPr>
        <p:spPr>
          <a:xfrm>
            <a:off x="4281900" y="4825425"/>
            <a:ext cx="4862100" cy="276900"/>
          </a:xfrm>
          <a:prstGeom prst="rect">
            <a:avLst/>
          </a:prstGeom>
          <a:noFill/>
          <a:ln>
            <a:noFill/>
          </a:ln>
        </p:spPr>
        <p:txBody>
          <a:bodyPr anchorCtr="0" anchor="t" bIns="68550" lIns="137125" spcFirstLastPara="1" rIns="137125" wrap="square" tIns="68550">
            <a:spAutoFit/>
          </a:bodyPr>
          <a:lstStyle/>
          <a:p>
            <a:pPr indent="0" lvl="0" marL="0" marR="0" rtl="0" algn="r">
              <a:lnSpc>
                <a:spcPct val="100000"/>
              </a:lnSpc>
              <a:spcBef>
                <a:spcPts val="0"/>
              </a:spcBef>
              <a:spcAft>
                <a:spcPts val="0"/>
              </a:spcAft>
              <a:buClr>
                <a:srgbClr val="000000"/>
              </a:buClr>
              <a:buSzPts val="900"/>
              <a:buFont typeface="Arial"/>
              <a:buNone/>
            </a:pPr>
            <a:r>
              <a:rPr b="0" i="0" lang="pt-BR" sz="900" u="none" cap="none" strike="noStrike">
                <a:solidFill>
                  <a:srgbClr val="000000"/>
                </a:solidFill>
                <a:latin typeface="Arial"/>
                <a:ea typeface="Arial"/>
                <a:cs typeface="Arial"/>
                <a:sym typeface="Arial"/>
              </a:rPr>
              <a:t>Copyright © 2026 Clube de Consultoria Universitário. All rights reserved.</a:t>
            </a:r>
            <a:endParaRPr b="0" i="0" sz="900" u="none" cap="none" strike="noStrike">
              <a:solidFill>
                <a:srgbClr val="000000"/>
              </a:solidFill>
              <a:latin typeface="Arial"/>
              <a:ea typeface="Arial"/>
              <a:cs typeface="Arial"/>
              <a:sym typeface="Arial"/>
            </a:endParaRPr>
          </a:p>
        </p:txBody>
      </p:sp>
      <p:grpSp>
        <p:nvGrpSpPr>
          <p:cNvPr id="887" name="Google Shape;887;p44"/>
          <p:cNvGrpSpPr/>
          <p:nvPr/>
        </p:nvGrpSpPr>
        <p:grpSpPr>
          <a:xfrm>
            <a:off x="339712" y="888243"/>
            <a:ext cx="3874148" cy="397001"/>
            <a:chOff x="938974" y="1053283"/>
            <a:chExt cx="5761641" cy="575247"/>
          </a:xfrm>
        </p:grpSpPr>
        <p:sp>
          <p:nvSpPr>
            <p:cNvPr id="888" name="Google Shape;888;p44"/>
            <p:cNvSpPr txBox="1"/>
            <p:nvPr/>
          </p:nvSpPr>
          <p:spPr>
            <a:xfrm>
              <a:off x="1526530" y="1053283"/>
              <a:ext cx="5174085" cy="575247"/>
            </a:xfrm>
            <a:prstGeom prst="rect">
              <a:avLst/>
            </a:prstGeom>
            <a:noFill/>
            <a:ln>
              <a:noFill/>
            </a:ln>
          </p:spPr>
          <p:txBody>
            <a:bodyPr anchorCtr="0" anchor="t" bIns="91425" lIns="91425" spcFirstLastPara="1" rIns="91425" wrap="square" tIns="91425">
              <a:spAutoFit/>
            </a:bodyPr>
            <a:lstStyle/>
            <a:p>
              <a:pPr indent="0" lvl="0" marL="0" marR="0" rtl="0" algn="l">
                <a:lnSpc>
                  <a:spcPct val="115000"/>
                </a:lnSpc>
                <a:spcBef>
                  <a:spcPts val="0"/>
                </a:spcBef>
                <a:spcAft>
                  <a:spcPts val="0"/>
                </a:spcAft>
                <a:buClr>
                  <a:srgbClr val="000000"/>
                </a:buClr>
                <a:buSzPts val="2000"/>
                <a:buFont typeface="Arial"/>
                <a:buNone/>
              </a:pPr>
              <a:r>
                <a:rPr b="1" i="0" lang="pt-BR" sz="1200" u="none" cap="none" strike="noStrike">
                  <a:solidFill>
                    <a:schemeClr val="lt1"/>
                  </a:solidFill>
                  <a:latin typeface="Work Sans"/>
                  <a:ea typeface="Work Sans"/>
                  <a:cs typeface="Work Sans"/>
                  <a:sym typeface="Work Sans"/>
                </a:rPr>
                <a:t>Probabilidade discreta/conjuntos</a:t>
              </a:r>
              <a:endParaRPr b="1" i="0" sz="1200" u="none" cap="none" strike="noStrike">
                <a:solidFill>
                  <a:schemeClr val="lt1"/>
                </a:solidFill>
                <a:latin typeface="Work Sans"/>
                <a:ea typeface="Work Sans"/>
                <a:cs typeface="Work Sans"/>
                <a:sym typeface="Work Sans"/>
              </a:endParaRPr>
            </a:p>
          </p:txBody>
        </p:sp>
        <p:pic>
          <p:nvPicPr>
            <p:cNvPr descr="Tally outline" id="889" name="Google Shape;889;p44"/>
            <p:cNvPicPr preferRelativeResize="0"/>
            <p:nvPr/>
          </p:nvPicPr>
          <p:blipFill rotWithShape="1">
            <a:blip r:embed="rId3">
              <a:alphaModFix/>
            </a:blip>
            <a:srcRect b="0" l="0" r="0" t="0"/>
            <a:stretch/>
          </p:blipFill>
          <p:spPr>
            <a:xfrm>
              <a:off x="938974" y="1126471"/>
              <a:ext cx="432397" cy="432397"/>
            </a:xfrm>
            <a:prstGeom prst="rect">
              <a:avLst/>
            </a:prstGeom>
            <a:noFill/>
            <a:ln>
              <a:noFill/>
            </a:ln>
          </p:spPr>
        </p:pic>
      </p:grpSp>
      <p:sp>
        <p:nvSpPr>
          <p:cNvPr id="890" name="Google Shape;890;p44"/>
          <p:cNvSpPr txBox="1"/>
          <p:nvPr/>
        </p:nvSpPr>
        <p:spPr>
          <a:xfrm>
            <a:off x="384968" y="2666635"/>
            <a:ext cx="8507572" cy="492382"/>
          </a:xfrm>
          <a:prstGeom prst="rect">
            <a:avLst/>
          </a:prstGeom>
          <a:noFill/>
          <a:ln>
            <a:noFill/>
          </a:ln>
        </p:spPr>
        <p:txBody>
          <a:bodyPr anchorCtr="0" anchor="ctr" bIns="68550" lIns="137125" spcFirstLastPara="1" rIns="137125" wrap="square" tIns="68550">
            <a:spAutoFit/>
          </a:bodyPr>
          <a:lstStyle/>
          <a:p>
            <a:pPr indent="0" lvl="0" marL="0" marR="0" rtl="0" algn="l">
              <a:lnSpc>
                <a:spcPct val="115000"/>
              </a:lnSpc>
              <a:spcBef>
                <a:spcPts val="0"/>
              </a:spcBef>
              <a:spcAft>
                <a:spcPts val="0"/>
              </a:spcAft>
              <a:buClr>
                <a:srgbClr val="000000"/>
              </a:buClr>
              <a:buSzPts val="2400"/>
              <a:buFont typeface="Arial"/>
              <a:buNone/>
            </a:pPr>
            <a:r>
              <a:rPr b="1" i="0" lang="pt-BR" sz="1000" u="none" cap="none" strike="noStrike">
                <a:solidFill>
                  <a:schemeClr val="lt1"/>
                </a:solidFill>
                <a:latin typeface="Work Sans"/>
                <a:ea typeface="Work Sans"/>
                <a:cs typeface="Work Sans"/>
                <a:sym typeface="Work Sans"/>
              </a:rPr>
              <a:t>Probabilidade Condicional:</a:t>
            </a:r>
            <a:r>
              <a:rPr b="0" i="0" lang="pt-BR" sz="1000" u="none" cap="none" strike="noStrike">
                <a:solidFill>
                  <a:schemeClr val="lt1"/>
                </a:solidFill>
                <a:latin typeface="Work Sans"/>
                <a:ea typeface="Work Sans"/>
                <a:cs typeface="Work Sans"/>
                <a:sym typeface="Work Sans"/>
              </a:rPr>
              <a:t> um evento de probabilidade anterior causa a modificação do espaço amostral, tornando os eventos </a:t>
            </a:r>
            <a:r>
              <a:rPr b="1" i="0" lang="pt-BR" sz="1000" u="none" cap="none" strike="noStrike">
                <a:solidFill>
                  <a:schemeClr val="lt1"/>
                </a:solidFill>
                <a:latin typeface="Work Sans"/>
                <a:ea typeface="Work Sans"/>
                <a:cs typeface="Work Sans"/>
                <a:sym typeface="Work Sans"/>
              </a:rPr>
              <a:t>dependentes</a:t>
            </a:r>
            <a:r>
              <a:rPr b="0" i="0" lang="pt-BR" sz="1000" u="none" cap="none" strike="noStrike">
                <a:solidFill>
                  <a:schemeClr val="lt1"/>
                </a:solidFill>
                <a:latin typeface="Work Sans"/>
                <a:ea typeface="Work Sans"/>
                <a:cs typeface="Work Sans"/>
                <a:sym typeface="Work Sans"/>
              </a:rPr>
              <a:t>.</a:t>
            </a:r>
            <a:endParaRPr b="0" i="0" sz="1000" u="none" cap="none" strike="noStrike">
              <a:solidFill>
                <a:schemeClr val="lt1"/>
              </a:solidFill>
              <a:latin typeface="Work Sans"/>
              <a:ea typeface="Work Sans"/>
              <a:cs typeface="Work Sans"/>
              <a:sym typeface="Work Sans"/>
            </a:endParaRPr>
          </a:p>
        </p:txBody>
      </p:sp>
      <p:sp>
        <p:nvSpPr>
          <p:cNvPr id="891" name="Google Shape;891;p44"/>
          <p:cNvSpPr txBox="1"/>
          <p:nvPr/>
        </p:nvSpPr>
        <p:spPr>
          <a:xfrm>
            <a:off x="407288" y="3160546"/>
            <a:ext cx="8237602" cy="538579"/>
          </a:xfrm>
          <a:prstGeom prst="rect">
            <a:avLst/>
          </a:prstGeom>
          <a:noFill/>
          <a:ln>
            <a:noFill/>
          </a:ln>
        </p:spPr>
        <p:txBody>
          <a:bodyPr anchorCtr="0" anchor="t" bIns="91425" lIns="91425" spcFirstLastPara="1" rIns="91425" wrap="square" tIns="91425">
            <a:spAutoFit/>
          </a:bodyPr>
          <a:lstStyle/>
          <a:p>
            <a:pPr indent="0" lvl="0" marL="0" marR="0" rtl="0" algn="l">
              <a:lnSpc>
                <a:spcPct val="115000"/>
              </a:lnSpc>
              <a:spcBef>
                <a:spcPts val="0"/>
              </a:spcBef>
              <a:spcAft>
                <a:spcPts val="0"/>
              </a:spcAft>
              <a:buClr>
                <a:srgbClr val="BA0E02"/>
              </a:buClr>
              <a:buSzPts val="1300"/>
              <a:buFont typeface="Arial"/>
              <a:buNone/>
            </a:pPr>
            <a:r>
              <a:rPr b="1" i="0" lang="pt-BR" sz="1000" u="none" cap="none" strike="noStrike">
                <a:solidFill>
                  <a:schemeClr val="lt1"/>
                </a:solidFill>
                <a:latin typeface="Work Sans"/>
                <a:ea typeface="Work Sans"/>
                <a:cs typeface="Work Sans"/>
                <a:sym typeface="Work Sans"/>
              </a:rPr>
              <a:t>Exemplo de exercício:</a:t>
            </a:r>
            <a:r>
              <a:rPr b="0" i="0" lang="pt-BR" sz="1000" u="none" cap="none" strike="noStrike">
                <a:solidFill>
                  <a:schemeClr val="lt1"/>
                </a:solidFill>
                <a:latin typeface="Work Sans"/>
                <a:ea typeface="Work Sans"/>
                <a:cs typeface="Work Sans"/>
                <a:sym typeface="Work Sans"/>
              </a:rPr>
              <a:t> Uma urna tem 30 bolas, sendo 10 vermelhas e 20 azuis. Se ocorrer um sorteio de 2 bolas, uma de cada vez e sem reposição, qual será a probabilidade de a primeira ser vermelha e a segunda ser azul?</a:t>
            </a:r>
            <a:endParaRPr b="0" i="0" sz="1000" u="none" cap="none" strike="noStrike">
              <a:solidFill>
                <a:schemeClr val="lt1"/>
              </a:solidFill>
              <a:latin typeface="Work Sans"/>
              <a:ea typeface="Work Sans"/>
              <a:cs typeface="Work Sans"/>
              <a:sym typeface="Work Sans"/>
            </a:endParaRPr>
          </a:p>
        </p:txBody>
      </p:sp>
      <p:sp>
        <p:nvSpPr>
          <p:cNvPr id="892" name="Google Shape;892;p44"/>
          <p:cNvSpPr txBox="1"/>
          <p:nvPr/>
        </p:nvSpPr>
        <p:spPr>
          <a:xfrm>
            <a:off x="3084968" y="3614563"/>
            <a:ext cx="4500000" cy="646300"/>
          </a:xfrm>
          <a:prstGeom prst="rect">
            <a:avLst/>
          </a:prstGeom>
          <a:noFill/>
          <a:ln>
            <a:noFill/>
          </a:ln>
        </p:spPr>
        <p:txBody>
          <a:bodyPr anchorCtr="0" anchor="t" bIns="91425" lIns="91425" spcFirstLastPara="1" rIns="91425" wrap="square" tIns="91425">
            <a:spAutoFit/>
          </a:bodyPr>
          <a:lstStyle/>
          <a:p>
            <a:pPr indent="0" lvl="0" marL="0" marR="0" rtl="0" algn="l">
              <a:lnSpc>
                <a:spcPct val="150000"/>
              </a:lnSpc>
              <a:spcBef>
                <a:spcPts val="0"/>
              </a:spcBef>
              <a:spcAft>
                <a:spcPts val="0"/>
              </a:spcAft>
              <a:buClr>
                <a:schemeClr val="dk1"/>
              </a:buClr>
              <a:buSzPts val="1300"/>
              <a:buFont typeface="Arial"/>
              <a:buNone/>
            </a:pPr>
            <a:r>
              <a:rPr b="1" i="0" lang="pt-BR" sz="1000" u="none" cap="none" strike="noStrike">
                <a:solidFill>
                  <a:schemeClr val="lt1"/>
                </a:solidFill>
                <a:latin typeface="Work Sans"/>
                <a:ea typeface="Work Sans"/>
                <a:cs typeface="Work Sans"/>
                <a:sym typeface="Work Sans"/>
              </a:rPr>
              <a:t>E</a:t>
            </a:r>
            <a:r>
              <a:rPr b="1" baseline="-25000" i="0" lang="pt-BR" sz="1000" u="none" cap="none" strike="noStrike">
                <a:solidFill>
                  <a:schemeClr val="lt1"/>
                </a:solidFill>
                <a:latin typeface="Work Sans"/>
                <a:ea typeface="Work Sans"/>
                <a:cs typeface="Work Sans"/>
                <a:sym typeface="Work Sans"/>
              </a:rPr>
              <a:t>1</a:t>
            </a:r>
            <a:r>
              <a:rPr b="1" i="0" lang="pt-BR" sz="1000" u="none" cap="none" strike="noStrike">
                <a:solidFill>
                  <a:schemeClr val="lt1"/>
                </a:solidFill>
                <a:latin typeface="Work Sans"/>
                <a:ea typeface="Work Sans"/>
                <a:cs typeface="Work Sans"/>
                <a:sym typeface="Work Sans"/>
              </a:rPr>
              <a:t> = </a:t>
            </a:r>
            <a:r>
              <a:rPr b="0" i="0" lang="pt-BR" sz="1000" u="none" cap="none" strike="noStrike">
                <a:solidFill>
                  <a:schemeClr val="lt1"/>
                </a:solidFill>
                <a:latin typeface="Work Sans"/>
                <a:ea typeface="Work Sans"/>
                <a:cs typeface="Work Sans"/>
                <a:sym typeface="Work Sans"/>
              </a:rPr>
              <a:t>evento de sorteio da </a:t>
            </a:r>
            <a:r>
              <a:rPr b="1" i="0" lang="pt-BR" sz="1000" u="none" cap="none" strike="noStrike">
                <a:solidFill>
                  <a:schemeClr val="lt1"/>
                </a:solidFill>
                <a:latin typeface="Work Sans"/>
                <a:ea typeface="Work Sans"/>
                <a:cs typeface="Work Sans"/>
                <a:sym typeface="Work Sans"/>
              </a:rPr>
              <a:t>primeira </a:t>
            </a:r>
            <a:r>
              <a:rPr b="0" i="0" lang="pt-BR" sz="1000" u="none" cap="none" strike="noStrike">
                <a:solidFill>
                  <a:schemeClr val="lt1"/>
                </a:solidFill>
                <a:latin typeface="Work Sans"/>
                <a:ea typeface="Work Sans"/>
                <a:cs typeface="Work Sans"/>
                <a:sym typeface="Work Sans"/>
              </a:rPr>
              <a:t>bola (</a:t>
            </a:r>
            <a:r>
              <a:rPr b="1" i="0" lang="pt-BR" sz="1000" u="none" cap="none" strike="noStrike">
                <a:solidFill>
                  <a:schemeClr val="lt1"/>
                </a:solidFill>
                <a:latin typeface="Work Sans"/>
                <a:ea typeface="Work Sans"/>
                <a:cs typeface="Work Sans"/>
                <a:sym typeface="Work Sans"/>
              </a:rPr>
              <a:t>vermelha</a:t>
            </a:r>
            <a:r>
              <a:rPr b="0" i="0" lang="pt-BR" sz="1000" u="none" cap="none" strike="noStrike">
                <a:solidFill>
                  <a:schemeClr val="lt1"/>
                </a:solidFill>
                <a:latin typeface="Work Sans"/>
                <a:ea typeface="Work Sans"/>
                <a:cs typeface="Work Sans"/>
                <a:sym typeface="Work Sans"/>
              </a:rPr>
              <a:t>)</a:t>
            </a:r>
            <a:endParaRPr b="0" i="0" sz="1000" u="none" cap="none" strike="noStrike">
              <a:solidFill>
                <a:schemeClr val="lt1"/>
              </a:solidFill>
              <a:latin typeface="Work Sans"/>
              <a:ea typeface="Work Sans"/>
              <a:cs typeface="Work Sans"/>
              <a:sym typeface="Work Sans"/>
            </a:endParaRPr>
          </a:p>
          <a:p>
            <a:pPr indent="0" lvl="0" marL="0" marR="0" rtl="0" algn="l">
              <a:lnSpc>
                <a:spcPct val="150000"/>
              </a:lnSpc>
              <a:spcBef>
                <a:spcPts val="0"/>
              </a:spcBef>
              <a:spcAft>
                <a:spcPts val="0"/>
              </a:spcAft>
              <a:buClr>
                <a:schemeClr val="dk1"/>
              </a:buClr>
              <a:buSzPts val="1100"/>
              <a:buFont typeface="Arial"/>
              <a:buNone/>
            </a:pPr>
            <a:r>
              <a:rPr b="1" i="0" lang="pt-BR" sz="1000" u="none" cap="none" strike="noStrike">
                <a:solidFill>
                  <a:schemeClr val="lt1"/>
                </a:solidFill>
                <a:latin typeface="Work Sans"/>
                <a:ea typeface="Work Sans"/>
                <a:cs typeface="Work Sans"/>
                <a:sym typeface="Work Sans"/>
              </a:rPr>
              <a:t>E</a:t>
            </a:r>
            <a:r>
              <a:rPr b="1" baseline="-25000" i="0" lang="pt-BR" sz="1000" u="none" cap="none" strike="noStrike">
                <a:solidFill>
                  <a:schemeClr val="lt1"/>
                </a:solidFill>
                <a:latin typeface="Work Sans"/>
                <a:ea typeface="Work Sans"/>
                <a:cs typeface="Work Sans"/>
                <a:sym typeface="Work Sans"/>
              </a:rPr>
              <a:t>2</a:t>
            </a:r>
            <a:r>
              <a:rPr b="1" i="0" lang="pt-BR" sz="1000" u="none" cap="none" strike="noStrike">
                <a:solidFill>
                  <a:schemeClr val="lt1"/>
                </a:solidFill>
                <a:latin typeface="Work Sans"/>
                <a:ea typeface="Work Sans"/>
                <a:cs typeface="Work Sans"/>
                <a:sym typeface="Work Sans"/>
              </a:rPr>
              <a:t> = </a:t>
            </a:r>
            <a:r>
              <a:rPr b="0" i="0" lang="pt-BR" sz="1000" u="none" cap="none" strike="noStrike">
                <a:solidFill>
                  <a:schemeClr val="lt1"/>
                </a:solidFill>
                <a:latin typeface="Work Sans"/>
                <a:ea typeface="Work Sans"/>
                <a:cs typeface="Work Sans"/>
                <a:sym typeface="Work Sans"/>
              </a:rPr>
              <a:t>evento de sorteio da </a:t>
            </a:r>
            <a:r>
              <a:rPr b="1" i="0" lang="pt-BR" sz="1000" u="none" cap="none" strike="noStrike">
                <a:solidFill>
                  <a:schemeClr val="lt1"/>
                </a:solidFill>
                <a:latin typeface="Work Sans"/>
                <a:ea typeface="Work Sans"/>
                <a:cs typeface="Work Sans"/>
                <a:sym typeface="Work Sans"/>
              </a:rPr>
              <a:t>segunda </a:t>
            </a:r>
            <a:r>
              <a:rPr b="0" i="0" lang="pt-BR" sz="1000" u="none" cap="none" strike="noStrike">
                <a:solidFill>
                  <a:schemeClr val="lt1"/>
                </a:solidFill>
                <a:latin typeface="Work Sans"/>
                <a:ea typeface="Work Sans"/>
                <a:cs typeface="Work Sans"/>
                <a:sym typeface="Work Sans"/>
              </a:rPr>
              <a:t>bola (</a:t>
            </a:r>
            <a:r>
              <a:rPr b="1" i="0" lang="pt-BR" sz="1000" u="none" cap="none" strike="noStrike">
                <a:solidFill>
                  <a:schemeClr val="lt1"/>
                </a:solidFill>
                <a:latin typeface="Work Sans"/>
                <a:ea typeface="Work Sans"/>
                <a:cs typeface="Work Sans"/>
                <a:sym typeface="Work Sans"/>
              </a:rPr>
              <a:t>azul</a:t>
            </a:r>
            <a:r>
              <a:rPr b="0" i="0" lang="pt-BR" sz="1000" u="none" cap="none" strike="noStrike">
                <a:solidFill>
                  <a:schemeClr val="lt1"/>
                </a:solidFill>
                <a:latin typeface="Work Sans"/>
                <a:ea typeface="Work Sans"/>
                <a:cs typeface="Work Sans"/>
                <a:sym typeface="Work Sans"/>
              </a:rPr>
              <a:t>)</a:t>
            </a:r>
            <a:endParaRPr b="0" i="0" sz="1000" u="none" cap="none" strike="noStrike">
              <a:solidFill>
                <a:schemeClr val="lt1"/>
              </a:solidFill>
              <a:latin typeface="Work Sans"/>
              <a:ea typeface="Work Sans"/>
              <a:cs typeface="Work Sans"/>
              <a:sym typeface="Work Sans"/>
            </a:endParaRPr>
          </a:p>
        </p:txBody>
      </p:sp>
      <p:pic>
        <p:nvPicPr>
          <p:cNvPr id="893" name="Google Shape;893;p44"/>
          <p:cNvPicPr preferRelativeResize="0"/>
          <p:nvPr/>
        </p:nvPicPr>
        <p:blipFill rotWithShape="1">
          <a:blip r:embed="rId4">
            <a:alphaModFix/>
          </a:blip>
          <a:srcRect b="0" l="0" r="0" t="0"/>
          <a:stretch/>
        </p:blipFill>
        <p:spPr>
          <a:xfrm>
            <a:off x="1097280" y="4370082"/>
            <a:ext cx="2395500" cy="189757"/>
          </a:xfrm>
          <a:prstGeom prst="rect">
            <a:avLst/>
          </a:prstGeom>
          <a:noFill/>
          <a:ln>
            <a:noFill/>
          </a:ln>
        </p:spPr>
      </p:pic>
      <p:cxnSp>
        <p:nvCxnSpPr>
          <p:cNvPr id="894" name="Google Shape;894;p44"/>
          <p:cNvCxnSpPr>
            <a:endCxn id="895" idx="1"/>
          </p:cNvCxnSpPr>
          <p:nvPr/>
        </p:nvCxnSpPr>
        <p:spPr>
          <a:xfrm flipH="1" rot="10800000">
            <a:off x="2726460" y="4458050"/>
            <a:ext cx="1284000" cy="160200"/>
          </a:xfrm>
          <a:prstGeom prst="bentConnector3">
            <a:avLst>
              <a:gd fmla="val 69589" name="adj1"/>
            </a:avLst>
          </a:prstGeom>
          <a:noFill/>
          <a:ln cap="flat" cmpd="sng" w="19050">
            <a:solidFill>
              <a:srgbClr val="BA0E02"/>
            </a:solidFill>
            <a:prstDash val="solid"/>
            <a:round/>
            <a:headEnd len="sm" w="sm" type="none"/>
            <a:tailEnd len="med" w="med" type="stealth"/>
          </a:ln>
        </p:spPr>
      </p:cxnSp>
      <p:sp>
        <p:nvSpPr>
          <p:cNvPr id="895" name="Google Shape;895;p44"/>
          <p:cNvSpPr txBox="1"/>
          <p:nvPr/>
        </p:nvSpPr>
        <p:spPr>
          <a:xfrm>
            <a:off x="4010460" y="4250316"/>
            <a:ext cx="4320000" cy="415468"/>
          </a:xfrm>
          <a:prstGeom prst="rect">
            <a:avLst/>
          </a:prstGeom>
          <a:noFill/>
          <a:ln>
            <a:noFill/>
          </a:ln>
        </p:spPr>
        <p:txBody>
          <a:bodyPr anchorCtr="0" anchor="t" bIns="91425" lIns="91425" spcFirstLastPara="1" rIns="91425" wrap="square" tIns="91425">
            <a:spAutoFit/>
          </a:bodyPr>
          <a:lstStyle/>
          <a:p>
            <a:pPr indent="0" lvl="0" marL="0" marR="0" rtl="0" algn="l">
              <a:lnSpc>
                <a:spcPct val="150000"/>
              </a:lnSpc>
              <a:spcBef>
                <a:spcPts val="0"/>
              </a:spcBef>
              <a:spcAft>
                <a:spcPts val="0"/>
              </a:spcAft>
              <a:buClr>
                <a:schemeClr val="dk1"/>
              </a:buClr>
              <a:buSzPts val="1300"/>
              <a:buFont typeface="Arial"/>
              <a:buNone/>
            </a:pPr>
            <a:r>
              <a:rPr b="0" i="0" lang="pt-BR" sz="1000" u="none" cap="none" strike="noStrike">
                <a:solidFill>
                  <a:schemeClr val="lt1"/>
                </a:solidFill>
                <a:latin typeface="Work Sans"/>
                <a:ea typeface="Work Sans"/>
                <a:cs typeface="Work Sans"/>
                <a:sym typeface="Work Sans"/>
              </a:rPr>
              <a:t>Probabilidade do evento 2 após o evento 1 ocorrer</a:t>
            </a:r>
            <a:endParaRPr b="0" i="0" sz="1000" u="none" cap="none" strike="noStrike">
              <a:solidFill>
                <a:schemeClr val="lt1"/>
              </a:solidFill>
              <a:latin typeface="Work Sans"/>
              <a:ea typeface="Work Sans"/>
              <a:cs typeface="Work Sans"/>
              <a:sym typeface="Work Sans"/>
            </a:endParaRPr>
          </a:p>
        </p:txBody>
      </p:sp>
      <p:sp>
        <p:nvSpPr>
          <p:cNvPr id="896" name="Google Shape;896;p44"/>
          <p:cNvSpPr txBox="1"/>
          <p:nvPr/>
        </p:nvSpPr>
        <p:spPr>
          <a:xfrm>
            <a:off x="384968" y="1327425"/>
            <a:ext cx="5112000" cy="292327"/>
          </a:xfrm>
          <a:prstGeom prst="rect">
            <a:avLst/>
          </a:prstGeom>
          <a:noFill/>
          <a:ln>
            <a:noFill/>
          </a:ln>
        </p:spPr>
        <p:txBody>
          <a:bodyPr anchorCtr="0" anchor="t" bIns="68550" lIns="137125" spcFirstLastPara="1" rIns="137125" wrap="square" tIns="68550">
            <a:spAutoFit/>
          </a:bodyPr>
          <a:lstStyle/>
          <a:p>
            <a:pPr indent="0" lvl="0" marL="0" marR="0" rtl="0" algn="l">
              <a:lnSpc>
                <a:spcPct val="100000"/>
              </a:lnSpc>
              <a:spcBef>
                <a:spcPts val="0"/>
              </a:spcBef>
              <a:spcAft>
                <a:spcPts val="0"/>
              </a:spcAft>
              <a:buClr>
                <a:srgbClr val="000000"/>
              </a:buClr>
              <a:buSzPts val="2400"/>
              <a:buFont typeface="Arial"/>
              <a:buNone/>
            </a:pPr>
            <a:r>
              <a:rPr b="0" i="0" lang="pt-BR" sz="1000" u="none" cap="none" strike="noStrike">
                <a:solidFill>
                  <a:schemeClr val="lt1"/>
                </a:solidFill>
                <a:latin typeface="Work Sans"/>
                <a:ea typeface="Work Sans"/>
                <a:cs typeface="Work Sans"/>
                <a:sym typeface="Work Sans"/>
              </a:rPr>
              <a:t>A probabilidade de um evento acontecer é definida como:  </a:t>
            </a:r>
            <a:endParaRPr b="0" i="0" sz="1000" u="none" cap="none" strike="noStrike">
              <a:solidFill>
                <a:schemeClr val="lt1"/>
              </a:solidFill>
              <a:latin typeface="Work Sans"/>
              <a:ea typeface="Work Sans"/>
              <a:cs typeface="Work Sans"/>
              <a:sym typeface="Work Sans"/>
            </a:endParaRPr>
          </a:p>
        </p:txBody>
      </p:sp>
      <p:pic>
        <p:nvPicPr>
          <p:cNvPr id="897" name="Google Shape;897;p44"/>
          <p:cNvPicPr preferRelativeResize="0"/>
          <p:nvPr/>
        </p:nvPicPr>
        <p:blipFill rotWithShape="1">
          <a:blip r:embed="rId5">
            <a:alphaModFix/>
          </a:blip>
          <a:srcRect b="0" l="0" r="0" t="0"/>
          <a:stretch/>
        </p:blipFill>
        <p:spPr>
          <a:xfrm>
            <a:off x="4318190" y="1231690"/>
            <a:ext cx="1777809" cy="452155"/>
          </a:xfrm>
          <a:prstGeom prst="rect">
            <a:avLst/>
          </a:prstGeom>
          <a:noFill/>
          <a:ln>
            <a:noFill/>
          </a:ln>
        </p:spPr>
      </p:pic>
      <p:sp>
        <p:nvSpPr>
          <p:cNvPr id="898" name="Google Shape;898;p44"/>
          <p:cNvSpPr txBox="1"/>
          <p:nvPr/>
        </p:nvSpPr>
        <p:spPr>
          <a:xfrm>
            <a:off x="384968" y="1694800"/>
            <a:ext cx="9900000" cy="292327"/>
          </a:xfrm>
          <a:prstGeom prst="rect">
            <a:avLst/>
          </a:prstGeom>
          <a:noFill/>
          <a:ln>
            <a:noFill/>
          </a:ln>
        </p:spPr>
        <p:txBody>
          <a:bodyPr anchorCtr="0" anchor="ctr" bIns="68550" lIns="137125" spcFirstLastPara="1" rIns="137125" wrap="square" tIns="68550">
            <a:spAutoFit/>
          </a:bodyPr>
          <a:lstStyle/>
          <a:p>
            <a:pPr indent="0" lvl="0" marL="0" marR="0" rtl="0" algn="l">
              <a:lnSpc>
                <a:spcPct val="100000"/>
              </a:lnSpc>
              <a:spcBef>
                <a:spcPts val="0"/>
              </a:spcBef>
              <a:spcAft>
                <a:spcPts val="0"/>
              </a:spcAft>
              <a:buClr>
                <a:srgbClr val="000000"/>
              </a:buClr>
              <a:buSzPts val="2400"/>
              <a:buFont typeface="Arial"/>
              <a:buNone/>
            </a:pPr>
            <a:r>
              <a:rPr b="1" i="0" lang="pt-BR" sz="1000" u="none" cap="none" strike="noStrike">
                <a:solidFill>
                  <a:schemeClr val="lt1"/>
                </a:solidFill>
                <a:latin typeface="Work Sans"/>
                <a:ea typeface="Work Sans"/>
                <a:cs typeface="Work Sans"/>
                <a:sym typeface="Work Sans"/>
              </a:rPr>
              <a:t>Espaço amostral:</a:t>
            </a:r>
            <a:r>
              <a:rPr b="0" i="0" lang="pt-BR" sz="1000" u="none" cap="none" strike="noStrike">
                <a:solidFill>
                  <a:schemeClr val="lt1"/>
                </a:solidFill>
                <a:latin typeface="Work Sans"/>
                <a:ea typeface="Work Sans"/>
                <a:cs typeface="Work Sans"/>
                <a:sym typeface="Work Sans"/>
              </a:rPr>
              <a:t> conjunto de todos os resultados possíveis de um experimento aleatório.</a:t>
            </a:r>
            <a:endParaRPr b="0" i="0" sz="1000" u="none" cap="none" strike="noStrike">
              <a:solidFill>
                <a:schemeClr val="lt1"/>
              </a:solidFill>
              <a:latin typeface="Work Sans"/>
              <a:ea typeface="Work Sans"/>
              <a:cs typeface="Work Sans"/>
              <a:sym typeface="Work Sans"/>
            </a:endParaRPr>
          </a:p>
        </p:txBody>
      </p:sp>
      <p:sp>
        <p:nvSpPr>
          <p:cNvPr id="899" name="Google Shape;899;p44"/>
          <p:cNvSpPr txBox="1"/>
          <p:nvPr/>
        </p:nvSpPr>
        <p:spPr>
          <a:xfrm>
            <a:off x="384968" y="2048057"/>
            <a:ext cx="9900000" cy="315410"/>
          </a:xfrm>
          <a:prstGeom prst="rect">
            <a:avLst/>
          </a:prstGeom>
          <a:noFill/>
          <a:ln>
            <a:noFill/>
          </a:ln>
        </p:spPr>
        <p:txBody>
          <a:bodyPr anchorCtr="0" anchor="ctr" bIns="68550" lIns="137125" spcFirstLastPara="1" rIns="137125" wrap="square" tIns="68550">
            <a:spAutoFit/>
          </a:bodyPr>
          <a:lstStyle/>
          <a:p>
            <a:pPr indent="0" lvl="0" marL="0" marR="0" rtl="0" algn="l">
              <a:lnSpc>
                <a:spcPct val="115000"/>
              </a:lnSpc>
              <a:spcBef>
                <a:spcPts val="0"/>
              </a:spcBef>
              <a:spcAft>
                <a:spcPts val="0"/>
              </a:spcAft>
              <a:buClr>
                <a:srgbClr val="000000"/>
              </a:buClr>
              <a:buSzPts val="2400"/>
              <a:buFont typeface="Arial"/>
              <a:buNone/>
            </a:pPr>
            <a:r>
              <a:rPr b="1" i="0" lang="pt-BR" sz="1000" u="none" cap="none" strike="noStrike">
                <a:solidFill>
                  <a:schemeClr val="lt1"/>
                </a:solidFill>
                <a:latin typeface="Work Sans"/>
                <a:ea typeface="Work Sans"/>
                <a:cs typeface="Work Sans"/>
                <a:sym typeface="Work Sans"/>
              </a:rPr>
              <a:t>Evento da probabilidade:</a:t>
            </a:r>
            <a:r>
              <a:rPr b="0" i="0" lang="pt-BR" sz="1000" u="none" cap="none" strike="noStrike">
                <a:solidFill>
                  <a:schemeClr val="lt1"/>
                </a:solidFill>
                <a:latin typeface="Work Sans"/>
                <a:ea typeface="Work Sans"/>
                <a:cs typeface="Work Sans"/>
                <a:sym typeface="Work Sans"/>
              </a:rPr>
              <a:t> conjunto qualquer de resultados de um experimento aleatório, sendo um subconjunto do espaço amostral.</a:t>
            </a:r>
            <a:endParaRPr b="0" i="0" sz="1000" u="none" cap="none" strike="noStrike">
              <a:solidFill>
                <a:schemeClr val="lt1"/>
              </a:solidFill>
              <a:latin typeface="Work Sans"/>
              <a:ea typeface="Work Sans"/>
              <a:cs typeface="Work Sans"/>
              <a:sym typeface="Work Sans"/>
            </a:endParaRPr>
          </a:p>
        </p:txBody>
      </p:sp>
      <p:cxnSp>
        <p:nvCxnSpPr>
          <p:cNvPr id="900" name="Google Shape;900;p44"/>
          <p:cNvCxnSpPr/>
          <p:nvPr/>
        </p:nvCxnSpPr>
        <p:spPr>
          <a:xfrm>
            <a:off x="499110" y="2517482"/>
            <a:ext cx="8145780" cy="0"/>
          </a:xfrm>
          <a:prstGeom prst="straightConnector1">
            <a:avLst/>
          </a:prstGeom>
          <a:noFill/>
          <a:ln cap="flat" cmpd="sng" w="19050">
            <a:solidFill>
              <a:srgbClr val="C72D33"/>
            </a:solidFill>
            <a:prstDash val="dash"/>
            <a:round/>
            <a:headEnd len="sm" w="sm" type="none"/>
            <a:tailEnd len="sm" w="sm" type="none"/>
          </a:ln>
        </p:spPr>
      </p:cxnSp>
      <p:sp>
        <p:nvSpPr>
          <p:cNvPr id="901" name="Google Shape;901;p44"/>
          <p:cNvSpPr txBox="1"/>
          <p:nvPr/>
        </p:nvSpPr>
        <p:spPr>
          <a:xfrm>
            <a:off x="4167592" y="4458050"/>
            <a:ext cx="3240000" cy="415468"/>
          </a:xfrm>
          <a:prstGeom prst="rect">
            <a:avLst/>
          </a:prstGeom>
          <a:noFill/>
          <a:ln>
            <a:noFill/>
          </a:ln>
        </p:spPr>
        <p:txBody>
          <a:bodyPr anchorCtr="0" anchor="t" bIns="91425" lIns="91425" spcFirstLastPara="1" rIns="91425" wrap="square" tIns="91425">
            <a:spAutoFit/>
          </a:bodyPr>
          <a:lstStyle/>
          <a:p>
            <a:pPr indent="0" lvl="0" marL="0" marR="0" rtl="0" algn="ctr">
              <a:lnSpc>
                <a:spcPct val="150000"/>
              </a:lnSpc>
              <a:spcBef>
                <a:spcPts val="0"/>
              </a:spcBef>
              <a:spcAft>
                <a:spcPts val="0"/>
              </a:spcAft>
              <a:buClr>
                <a:schemeClr val="dk1"/>
              </a:buClr>
              <a:buSzPts val="1300"/>
              <a:buFont typeface="Arial"/>
              <a:buNone/>
            </a:pPr>
            <a:r>
              <a:rPr b="0" i="0" lang="pt-BR" sz="1000" u="none" cap="none" strike="noStrike">
                <a:solidFill>
                  <a:schemeClr val="lt1"/>
                </a:solidFill>
                <a:latin typeface="Work Sans"/>
                <a:ea typeface="Work Sans"/>
                <a:cs typeface="Work Sans"/>
                <a:sym typeface="Work Sans"/>
              </a:rPr>
              <a:t>P(E</a:t>
            </a:r>
            <a:r>
              <a:rPr b="0" baseline="-25000" i="0" lang="pt-BR" sz="1000" u="none" cap="none" strike="noStrike">
                <a:solidFill>
                  <a:schemeClr val="lt1"/>
                </a:solidFill>
                <a:latin typeface="Work Sans"/>
                <a:ea typeface="Work Sans"/>
                <a:cs typeface="Work Sans"/>
                <a:sym typeface="Work Sans"/>
              </a:rPr>
              <a:t>1</a:t>
            </a:r>
            <a:r>
              <a:rPr b="0" i="0" lang="pt-BR" sz="1000" u="none" cap="none" strike="noStrike">
                <a:solidFill>
                  <a:schemeClr val="lt1"/>
                </a:solidFill>
                <a:latin typeface="Work Sans"/>
                <a:ea typeface="Work Sans"/>
                <a:cs typeface="Work Sans"/>
                <a:sym typeface="Work Sans"/>
              </a:rPr>
              <a:t> e E</a:t>
            </a:r>
            <a:r>
              <a:rPr b="0" baseline="-25000" i="0" lang="pt-BR" sz="1000" u="none" cap="none" strike="noStrike">
                <a:solidFill>
                  <a:schemeClr val="lt1"/>
                </a:solidFill>
                <a:latin typeface="Work Sans"/>
                <a:ea typeface="Work Sans"/>
                <a:cs typeface="Work Sans"/>
                <a:sym typeface="Work Sans"/>
              </a:rPr>
              <a:t>2</a:t>
            </a:r>
            <a:r>
              <a:rPr b="0" i="0" lang="pt-BR" sz="1000" u="none" cap="none" strike="noStrike">
                <a:solidFill>
                  <a:schemeClr val="lt1"/>
                </a:solidFill>
                <a:latin typeface="Work Sans"/>
                <a:ea typeface="Work Sans"/>
                <a:cs typeface="Work Sans"/>
                <a:sym typeface="Work Sans"/>
              </a:rPr>
              <a:t> ) = ( 10/30 ) x ( 20/29 ) = 20/87</a:t>
            </a:r>
            <a:endParaRPr b="0" i="0" sz="1000" u="none" cap="none" strike="noStrike">
              <a:solidFill>
                <a:schemeClr val="lt1"/>
              </a:solidFill>
              <a:latin typeface="Work Sans"/>
              <a:ea typeface="Work Sans"/>
              <a:cs typeface="Work Sans"/>
              <a:sym typeface="Work Sans"/>
            </a:endParaRPr>
          </a:p>
        </p:txBody>
      </p:sp>
      <p:sp>
        <p:nvSpPr>
          <p:cNvPr id="902" name="Google Shape;902;p44"/>
          <p:cNvSpPr txBox="1"/>
          <p:nvPr/>
        </p:nvSpPr>
        <p:spPr>
          <a:xfrm>
            <a:off x="0" y="4825425"/>
            <a:ext cx="4862100" cy="276900"/>
          </a:xfrm>
          <a:prstGeom prst="rect">
            <a:avLst/>
          </a:prstGeom>
          <a:noFill/>
          <a:ln>
            <a:noFill/>
          </a:ln>
        </p:spPr>
        <p:txBody>
          <a:bodyPr anchorCtr="0" anchor="t" bIns="68550" lIns="137125" spcFirstLastPara="1" rIns="137125" wrap="square" tIns="68550">
            <a:spAutoFit/>
          </a:bodyPr>
          <a:lstStyle/>
          <a:p>
            <a:pPr indent="0" lvl="0" marL="0" marR="0" rtl="0" algn="l">
              <a:lnSpc>
                <a:spcPct val="100000"/>
              </a:lnSpc>
              <a:spcBef>
                <a:spcPts val="0"/>
              </a:spcBef>
              <a:spcAft>
                <a:spcPts val="0"/>
              </a:spcAft>
              <a:buClr>
                <a:srgbClr val="000000"/>
              </a:buClr>
              <a:buSzPts val="900"/>
              <a:buFont typeface="Arial"/>
              <a:buNone/>
            </a:pPr>
            <a:r>
              <a:rPr b="1" i="0" lang="pt-BR" sz="900" u="none" cap="none" strike="noStrike">
                <a:solidFill>
                  <a:srgbClr val="000000"/>
                </a:solidFill>
                <a:latin typeface="Arial"/>
                <a:ea typeface="Arial"/>
                <a:cs typeface="Arial"/>
                <a:sym typeface="Arial"/>
              </a:rPr>
              <a:t>Prep4Consulting 2026.2 </a:t>
            </a:r>
            <a:r>
              <a:rPr b="0" i="0" lang="pt-BR" sz="900" u="none" cap="none" strike="noStrike">
                <a:solidFill>
                  <a:srgbClr val="000000"/>
                </a:solidFill>
                <a:latin typeface="Arial"/>
                <a:ea typeface="Arial"/>
                <a:cs typeface="Arial"/>
                <a:sym typeface="Arial"/>
              </a:rPr>
              <a:t>| GMAT: Estrutura da Prova</a:t>
            </a:r>
            <a:endParaRPr b="0" i="0" sz="900" u="none" cap="none" strike="noStrike">
              <a:solidFill>
                <a:srgbClr val="000000"/>
              </a:solidFill>
              <a:latin typeface="Arial"/>
              <a:ea typeface="Arial"/>
              <a:cs typeface="Arial"/>
              <a:sym typeface="Arial"/>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890"/>
                                        </p:tgtEl>
                                        <p:attrNameLst>
                                          <p:attrName>style.visibility</p:attrName>
                                        </p:attrNameLst>
                                      </p:cBhvr>
                                      <p:to>
                                        <p:strVal val="visible"/>
                                      </p:to>
                                    </p:set>
                                    <p:animEffect filter="fade" transition="in">
                                      <p:cBhvr>
                                        <p:cTn dur="1000"/>
                                        <p:tgtEl>
                                          <p:spTgt spid="890"/>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891"/>
                                        </p:tgtEl>
                                        <p:attrNameLst>
                                          <p:attrName>style.visibility</p:attrName>
                                        </p:attrNameLst>
                                      </p:cBhvr>
                                      <p:to>
                                        <p:strVal val="visible"/>
                                      </p:to>
                                    </p:set>
                                    <p:animEffect filter="fade" transition="in">
                                      <p:cBhvr>
                                        <p:cTn dur="1000"/>
                                        <p:tgtEl>
                                          <p:spTgt spid="891"/>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892"/>
                                        </p:tgtEl>
                                        <p:attrNameLst>
                                          <p:attrName>style.visibility</p:attrName>
                                        </p:attrNameLst>
                                      </p:cBhvr>
                                      <p:to>
                                        <p:strVal val="visible"/>
                                      </p:to>
                                    </p:set>
                                    <p:animEffect filter="fade" transition="in">
                                      <p:cBhvr>
                                        <p:cTn dur="1000"/>
                                        <p:tgtEl>
                                          <p:spTgt spid="892"/>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893"/>
                                        </p:tgtEl>
                                        <p:attrNameLst>
                                          <p:attrName>style.visibility</p:attrName>
                                        </p:attrNameLst>
                                      </p:cBhvr>
                                      <p:to>
                                        <p:strVal val="visible"/>
                                      </p:to>
                                    </p:set>
                                    <p:animEffect filter="fade" transition="in">
                                      <p:cBhvr>
                                        <p:cTn dur="1000"/>
                                        <p:tgtEl>
                                          <p:spTgt spid="893"/>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894"/>
                                        </p:tgtEl>
                                        <p:attrNameLst>
                                          <p:attrName>style.visibility</p:attrName>
                                        </p:attrNameLst>
                                      </p:cBhvr>
                                      <p:to>
                                        <p:strVal val="visible"/>
                                      </p:to>
                                    </p:set>
                                    <p:animEffect filter="fade" transition="in">
                                      <p:cBhvr>
                                        <p:cTn dur="1000"/>
                                        <p:tgtEl>
                                          <p:spTgt spid="894"/>
                                        </p:tgtEl>
                                      </p:cBhvr>
                                    </p:animEffect>
                                  </p:childTnLst>
                                </p:cTn>
                              </p:par>
                              <p:par>
                                <p:cTn fill="hold" nodeType="withEffect" presetClass="entr" presetID="10" presetSubtype="0">
                                  <p:stCondLst>
                                    <p:cond delay="0"/>
                                  </p:stCondLst>
                                  <p:childTnLst>
                                    <p:set>
                                      <p:cBhvr>
                                        <p:cTn dur="1" fill="hold">
                                          <p:stCondLst>
                                            <p:cond delay="0"/>
                                          </p:stCondLst>
                                        </p:cTn>
                                        <p:tgtEl>
                                          <p:spTgt spid="895"/>
                                        </p:tgtEl>
                                        <p:attrNameLst>
                                          <p:attrName>style.visibility</p:attrName>
                                        </p:attrNameLst>
                                      </p:cBhvr>
                                      <p:to>
                                        <p:strVal val="visible"/>
                                      </p:to>
                                    </p:set>
                                    <p:animEffect filter="fade" transition="in">
                                      <p:cBhvr>
                                        <p:cTn dur="1000"/>
                                        <p:tgtEl>
                                          <p:spTgt spid="895"/>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901"/>
                                        </p:tgtEl>
                                        <p:attrNameLst>
                                          <p:attrName>style.visibility</p:attrName>
                                        </p:attrNameLst>
                                      </p:cBhvr>
                                      <p:to>
                                        <p:strVal val="visible"/>
                                      </p:to>
                                    </p:set>
                                    <p:animEffect filter="fade" transition="in">
                                      <p:cBhvr>
                                        <p:cTn dur="1000"/>
                                        <p:tgtEl>
                                          <p:spTgt spid="901"/>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4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06" name="Shape 906"/>
        <p:cNvGrpSpPr/>
        <p:nvPr/>
      </p:nvGrpSpPr>
      <p:grpSpPr>
        <a:xfrm>
          <a:off x="0" y="0"/>
          <a:ext cx="0" cy="0"/>
          <a:chOff x="0" y="0"/>
          <a:chExt cx="0" cy="0"/>
        </a:xfrm>
      </p:grpSpPr>
      <p:sp>
        <p:nvSpPr>
          <p:cNvPr id="907" name="Google Shape;907;p45"/>
          <p:cNvSpPr txBox="1"/>
          <p:nvPr>
            <p:ph idx="4294967295" type="title"/>
          </p:nvPr>
        </p:nvSpPr>
        <p:spPr>
          <a:xfrm>
            <a:off x="722375" y="384050"/>
            <a:ext cx="5052900" cy="5760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3000"/>
              <a:buNone/>
            </a:pPr>
            <a:r>
              <a:rPr lang="pt-BR"/>
              <a:t>REVISÃO DE MATEMÁTICA</a:t>
            </a:r>
            <a:endParaRPr/>
          </a:p>
        </p:txBody>
      </p:sp>
      <p:sp>
        <p:nvSpPr>
          <p:cNvPr id="908" name="Google Shape;908;p45"/>
          <p:cNvSpPr txBox="1"/>
          <p:nvPr/>
        </p:nvSpPr>
        <p:spPr>
          <a:xfrm>
            <a:off x="4281900" y="4825425"/>
            <a:ext cx="4862100" cy="276900"/>
          </a:xfrm>
          <a:prstGeom prst="rect">
            <a:avLst/>
          </a:prstGeom>
          <a:noFill/>
          <a:ln>
            <a:noFill/>
          </a:ln>
        </p:spPr>
        <p:txBody>
          <a:bodyPr anchorCtr="0" anchor="t" bIns="68550" lIns="137125" spcFirstLastPara="1" rIns="137125" wrap="square" tIns="68550">
            <a:spAutoFit/>
          </a:bodyPr>
          <a:lstStyle/>
          <a:p>
            <a:pPr indent="0" lvl="0" marL="0" marR="0" rtl="0" algn="r">
              <a:lnSpc>
                <a:spcPct val="100000"/>
              </a:lnSpc>
              <a:spcBef>
                <a:spcPts val="0"/>
              </a:spcBef>
              <a:spcAft>
                <a:spcPts val="0"/>
              </a:spcAft>
              <a:buClr>
                <a:srgbClr val="000000"/>
              </a:buClr>
              <a:buSzPts val="900"/>
              <a:buFont typeface="Arial"/>
              <a:buNone/>
            </a:pPr>
            <a:r>
              <a:rPr b="0" i="0" lang="pt-BR" sz="900" u="none" cap="none" strike="noStrike">
                <a:solidFill>
                  <a:srgbClr val="000000"/>
                </a:solidFill>
                <a:latin typeface="Arial"/>
                <a:ea typeface="Arial"/>
                <a:cs typeface="Arial"/>
                <a:sym typeface="Arial"/>
              </a:rPr>
              <a:t>Copyright © 2026 Clube de Consultoria Universitário. All rights reserved.</a:t>
            </a:r>
            <a:endParaRPr b="0" i="0" sz="900" u="none" cap="none" strike="noStrike">
              <a:solidFill>
                <a:srgbClr val="000000"/>
              </a:solidFill>
              <a:latin typeface="Arial"/>
              <a:ea typeface="Arial"/>
              <a:cs typeface="Arial"/>
              <a:sym typeface="Arial"/>
            </a:endParaRPr>
          </a:p>
        </p:txBody>
      </p:sp>
      <p:grpSp>
        <p:nvGrpSpPr>
          <p:cNvPr id="909" name="Google Shape;909;p45"/>
          <p:cNvGrpSpPr/>
          <p:nvPr/>
        </p:nvGrpSpPr>
        <p:grpSpPr>
          <a:xfrm>
            <a:off x="339712" y="888243"/>
            <a:ext cx="3874148" cy="397001"/>
            <a:chOff x="938974" y="1053283"/>
            <a:chExt cx="5761641" cy="575247"/>
          </a:xfrm>
        </p:grpSpPr>
        <p:sp>
          <p:nvSpPr>
            <p:cNvPr id="910" name="Google Shape;910;p45"/>
            <p:cNvSpPr txBox="1"/>
            <p:nvPr/>
          </p:nvSpPr>
          <p:spPr>
            <a:xfrm>
              <a:off x="1526530" y="1053283"/>
              <a:ext cx="5174085" cy="575247"/>
            </a:xfrm>
            <a:prstGeom prst="rect">
              <a:avLst/>
            </a:prstGeom>
            <a:noFill/>
            <a:ln>
              <a:noFill/>
            </a:ln>
          </p:spPr>
          <p:txBody>
            <a:bodyPr anchorCtr="0" anchor="t" bIns="91425" lIns="91425" spcFirstLastPara="1" rIns="91425" wrap="square" tIns="91425">
              <a:spAutoFit/>
            </a:bodyPr>
            <a:lstStyle/>
            <a:p>
              <a:pPr indent="0" lvl="0" marL="0" marR="0" rtl="0" algn="l">
                <a:lnSpc>
                  <a:spcPct val="115000"/>
                </a:lnSpc>
                <a:spcBef>
                  <a:spcPts val="0"/>
                </a:spcBef>
                <a:spcAft>
                  <a:spcPts val="0"/>
                </a:spcAft>
                <a:buClr>
                  <a:srgbClr val="000000"/>
                </a:buClr>
                <a:buSzPts val="2000"/>
                <a:buFont typeface="Arial"/>
                <a:buNone/>
              </a:pPr>
              <a:r>
                <a:rPr b="1" i="0" lang="pt-BR" sz="1200" u="none" cap="none" strike="noStrike">
                  <a:solidFill>
                    <a:schemeClr val="lt1"/>
                  </a:solidFill>
                  <a:latin typeface="Work Sans"/>
                  <a:ea typeface="Work Sans"/>
                  <a:cs typeface="Work Sans"/>
                  <a:sym typeface="Work Sans"/>
                </a:rPr>
                <a:t>Probabilidade discreta/conjuntos</a:t>
              </a:r>
              <a:endParaRPr b="1" i="0" sz="1200" u="none" cap="none" strike="noStrike">
                <a:solidFill>
                  <a:schemeClr val="lt1"/>
                </a:solidFill>
                <a:latin typeface="Work Sans"/>
                <a:ea typeface="Work Sans"/>
                <a:cs typeface="Work Sans"/>
                <a:sym typeface="Work Sans"/>
              </a:endParaRPr>
            </a:p>
          </p:txBody>
        </p:sp>
        <p:pic>
          <p:nvPicPr>
            <p:cNvPr descr="Tally outline" id="911" name="Google Shape;911;p45"/>
            <p:cNvPicPr preferRelativeResize="0"/>
            <p:nvPr/>
          </p:nvPicPr>
          <p:blipFill rotWithShape="1">
            <a:blip r:embed="rId3">
              <a:alphaModFix/>
            </a:blip>
            <a:srcRect b="0" l="0" r="0" t="0"/>
            <a:stretch/>
          </p:blipFill>
          <p:spPr>
            <a:xfrm>
              <a:off x="938974" y="1126471"/>
              <a:ext cx="432397" cy="432397"/>
            </a:xfrm>
            <a:prstGeom prst="rect">
              <a:avLst/>
            </a:prstGeom>
            <a:noFill/>
            <a:ln>
              <a:noFill/>
            </a:ln>
          </p:spPr>
        </p:pic>
      </p:grpSp>
      <p:sp>
        <p:nvSpPr>
          <p:cNvPr id="912" name="Google Shape;912;p45"/>
          <p:cNvSpPr txBox="1"/>
          <p:nvPr/>
        </p:nvSpPr>
        <p:spPr>
          <a:xfrm>
            <a:off x="384968" y="1327425"/>
            <a:ext cx="5112000" cy="292327"/>
          </a:xfrm>
          <a:prstGeom prst="rect">
            <a:avLst/>
          </a:prstGeom>
          <a:noFill/>
          <a:ln>
            <a:noFill/>
          </a:ln>
        </p:spPr>
        <p:txBody>
          <a:bodyPr anchorCtr="0" anchor="t" bIns="68550" lIns="137125" spcFirstLastPara="1" rIns="137125" wrap="square" tIns="68550">
            <a:spAutoFit/>
          </a:bodyPr>
          <a:lstStyle/>
          <a:p>
            <a:pPr indent="0" lvl="0" marL="0" marR="0" rtl="0" algn="l">
              <a:lnSpc>
                <a:spcPct val="100000"/>
              </a:lnSpc>
              <a:spcBef>
                <a:spcPts val="0"/>
              </a:spcBef>
              <a:spcAft>
                <a:spcPts val="0"/>
              </a:spcAft>
              <a:buClr>
                <a:srgbClr val="000000"/>
              </a:buClr>
              <a:buSzPts val="2400"/>
              <a:buFont typeface="Arial"/>
              <a:buNone/>
            </a:pPr>
            <a:r>
              <a:rPr b="0" i="0" lang="pt-BR" sz="1000" u="none" cap="none" strike="noStrike">
                <a:solidFill>
                  <a:schemeClr val="lt1"/>
                </a:solidFill>
                <a:latin typeface="Work Sans"/>
                <a:ea typeface="Work Sans"/>
                <a:cs typeface="Work Sans"/>
                <a:sym typeface="Work Sans"/>
              </a:rPr>
              <a:t>A probabilidade de um evento acontecer é definida como:  </a:t>
            </a:r>
            <a:endParaRPr b="0" i="0" sz="1000" u="none" cap="none" strike="noStrike">
              <a:solidFill>
                <a:schemeClr val="lt1"/>
              </a:solidFill>
              <a:latin typeface="Work Sans"/>
              <a:ea typeface="Work Sans"/>
              <a:cs typeface="Work Sans"/>
              <a:sym typeface="Work Sans"/>
            </a:endParaRPr>
          </a:p>
        </p:txBody>
      </p:sp>
      <p:pic>
        <p:nvPicPr>
          <p:cNvPr id="913" name="Google Shape;913;p45"/>
          <p:cNvPicPr preferRelativeResize="0"/>
          <p:nvPr/>
        </p:nvPicPr>
        <p:blipFill rotWithShape="1">
          <a:blip r:embed="rId4">
            <a:alphaModFix/>
          </a:blip>
          <a:srcRect b="0" l="0" r="0" t="0"/>
          <a:stretch/>
        </p:blipFill>
        <p:spPr>
          <a:xfrm>
            <a:off x="4318190" y="1231690"/>
            <a:ext cx="1777809" cy="452155"/>
          </a:xfrm>
          <a:prstGeom prst="rect">
            <a:avLst/>
          </a:prstGeom>
          <a:noFill/>
          <a:ln>
            <a:noFill/>
          </a:ln>
        </p:spPr>
      </p:pic>
      <p:sp>
        <p:nvSpPr>
          <p:cNvPr id="914" name="Google Shape;914;p45"/>
          <p:cNvSpPr txBox="1"/>
          <p:nvPr/>
        </p:nvSpPr>
        <p:spPr>
          <a:xfrm>
            <a:off x="384968" y="1694800"/>
            <a:ext cx="9900000" cy="292327"/>
          </a:xfrm>
          <a:prstGeom prst="rect">
            <a:avLst/>
          </a:prstGeom>
          <a:noFill/>
          <a:ln>
            <a:noFill/>
          </a:ln>
        </p:spPr>
        <p:txBody>
          <a:bodyPr anchorCtr="0" anchor="ctr" bIns="68550" lIns="137125" spcFirstLastPara="1" rIns="137125" wrap="square" tIns="68550">
            <a:spAutoFit/>
          </a:bodyPr>
          <a:lstStyle/>
          <a:p>
            <a:pPr indent="0" lvl="0" marL="0" marR="0" rtl="0" algn="l">
              <a:lnSpc>
                <a:spcPct val="100000"/>
              </a:lnSpc>
              <a:spcBef>
                <a:spcPts val="0"/>
              </a:spcBef>
              <a:spcAft>
                <a:spcPts val="0"/>
              </a:spcAft>
              <a:buClr>
                <a:srgbClr val="000000"/>
              </a:buClr>
              <a:buSzPts val="2400"/>
              <a:buFont typeface="Arial"/>
              <a:buNone/>
            </a:pPr>
            <a:r>
              <a:rPr b="1" i="0" lang="pt-BR" sz="1000" u="none" cap="none" strike="noStrike">
                <a:solidFill>
                  <a:schemeClr val="lt1"/>
                </a:solidFill>
                <a:latin typeface="Work Sans"/>
                <a:ea typeface="Work Sans"/>
                <a:cs typeface="Work Sans"/>
                <a:sym typeface="Work Sans"/>
              </a:rPr>
              <a:t>Espaço amostral:</a:t>
            </a:r>
            <a:r>
              <a:rPr b="0" i="0" lang="pt-BR" sz="1000" u="none" cap="none" strike="noStrike">
                <a:solidFill>
                  <a:schemeClr val="lt1"/>
                </a:solidFill>
                <a:latin typeface="Work Sans"/>
                <a:ea typeface="Work Sans"/>
                <a:cs typeface="Work Sans"/>
                <a:sym typeface="Work Sans"/>
              </a:rPr>
              <a:t> conjunto de todos os resultados possíveis de um experimento aleatório.</a:t>
            </a:r>
            <a:endParaRPr b="0" i="0" sz="1000" u="none" cap="none" strike="noStrike">
              <a:solidFill>
                <a:schemeClr val="lt1"/>
              </a:solidFill>
              <a:latin typeface="Work Sans"/>
              <a:ea typeface="Work Sans"/>
              <a:cs typeface="Work Sans"/>
              <a:sym typeface="Work Sans"/>
            </a:endParaRPr>
          </a:p>
        </p:txBody>
      </p:sp>
      <p:sp>
        <p:nvSpPr>
          <p:cNvPr id="915" name="Google Shape;915;p45"/>
          <p:cNvSpPr txBox="1"/>
          <p:nvPr/>
        </p:nvSpPr>
        <p:spPr>
          <a:xfrm>
            <a:off x="384968" y="2048057"/>
            <a:ext cx="9900000" cy="315410"/>
          </a:xfrm>
          <a:prstGeom prst="rect">
            <a:avLst/>
          </a:prstGeom>
          <a:noFill/>
          <a:ln>
            <a:noFill/>
          </a:ln>
        </p:spPr>
        <p:txBody>
          <a:bodyPr anchorCtr="0" anchor="ctr" bIns="68550" lIns="137125" spcFirstLastPara="1" rIns="137125" wrap="square" tIns="68550">
            <a:spAutoFit/>
          </a:bodyPr>
          <a:lstStyle/>
          <a:p>
            <a:pPr indent="0" lvl="0" marL="0" marR="0" rtl="0" algn="l">
              <a:lnSpc>
                <a:spcPct val="115000"/>
              </a:lnSpc>
              <a:spcBef>
                <a:spcPts val="0"/>
              </a:spcBef>
              <a:spcAft>
                <a:spcPts val="0"/>
              </a:spcAft>
              <a:buClr>
                <a:srgbClr val="000000"/>
              </a:buClr>
              <a:buSzPts val="2400"/>
              <a:buFont typeface="Arial"/>
              <a:buNone/>
            </a:pPr>
            <a:r>
              <a:rPr b="1" i="0" lang="pt-BR" sz="1000" u="none" cap="none" strike="noStrike">
                <a:solidFill>
                  <a:schemeClr val="lt1"/>
                </a:solidFill>
                <a:latin typeface="Work Sans"/>
                <a:ea typeface="Work Sans"/>
                <a:cs typeface="Work Sans"/>
                <a:sym typeface="Work Sans"/>
              </a:rPr>
              <a:t>Evento da probabilidade:</a:t>
            </a:r>
            <a:r>
              <a:rPr b="0" i="0" lang="pt-BR" sz="1000" u="none" cap="none" strike="noStrike">
                <a:solidFill>
                  <a:schemeClr val="lt1"/>
                </a:solidFill>
                <a:latin typeface="Work Sans"/>
                <a:ea typeface="Work Sans"/>
                <a:cs typeface="Work Sans"/>
                <a:sym typeface="Work Sans"/>
              </a:rPr>
              <a:t> conjunto qualquer de resultados de um experimento aleatório, sendo um subconjunto do espaço amostral.</a:t>
            </a:r>
            <a:endParaRPr b="0" i="0" sz="1000" u="none" cap="none" strike="noStrike">
              <a:solidFill>
                <a:schemeClr val="lt1"/>
              </a:solidFill>
              <a:latin typeface="Work Sans"/>
              <a:ea typeface="Work Sans"/>
              <a:cs typeface="Work Sans"/>
              <a:sym typeface="Work Sans"/>
            </a:endParaRPr>
          </a:p>
        </p:txBody>
      </p:sp>
      <p:cxnSp>
        <p:nvCxnSpPr>
          <p:cNvPr id="916" name="Google Shape;916;p45"/>
          <p:cNvCxnSpPr/>
          <p:nvPr/>
        </p:nvCxnSpPr>
        <p:spPr>
          <a:xfrm>
            <a:off x="499110" y="2517482"/>
            <a:ext cx="8111490" cy="0"/>
          </a:xfrm>
          <a:prstGeom prst="straightConnector1">
            <a:avLst/>
          </a:prstGeom>
          <a:noFill/>
          <a:ln cap="flat" cmpd="sng" w="19050">
            <a:solidFill>
              <a:srgbClr val="C72D33"/>
            </a:solidFill>
            <a:prstDash val="dash"/>
            <a:round/>
            <a:headEnd len="sm" w="sm" type="none"/>
            <a:tailEnd len="sm" w="sm" type="none"/>
          </a:ln>
        </p:spPr>
      </p:cxnSp>
      <p:sp>
        <p:nvSpPr>
          <p:cNvPr id="917" name="Google Shape;917;p45"/>
          <p:cNvSpPr txBox="1"/>
          <p:nvPr/>
        </p:nvSpPr>
        <p:spPr>
          <a:xfrm>
            <a:off x="430350" y="3636716"/>
            <a:ext cx="3362017" cy="1177185"/>
          </a:xfrm>
          <a:prstGeom prst="rect">
            <a:avLst/>
          </a:prstGeom>
          <a:noFill/>
          <a:ln>
            <a:noFill/>
          </a:ln>
        </p:spPr>
        <p:txBody>
          <a:bodyPr anchorCtr="0" anchor="ctr" bIns="68550" lIns="137125" spcFirstLastPara="1" rIns="137125" wrap="square" tIns="68550">
            <a:spAutoFit/>
          </a:bodyPr>
          <a:lstStyle/>
          <a:p>
            <a:pPr indent="0" lvl="0" marL="0" marR="0" rtl="0" algn="l">
              <a:lnSpc>
                <a:spcPct val="150000"/>
              </a:lnSpc>
              <a:spcBef>
                <a:spcPts val="0"/>
              </a:spcBef>
              <a:spcAft>
                <a:spcPts val="0"/>
              </a:spcAft>
              <a:buClr>
                <a:schemeClr val="dk1"/>
              </a:buClr>
              <a:buSzPts val="2400"/>
              <a:buFont typeface="Arial"/>
              <a:buNone/>
            </a:pPr>
            <a:r>
              <a:rPr b="0" i="0" lang="pt-BR" sz="900" u="none" cap="none" strike="noStrike">
                <a:solidFill>
                  <a:schemeClr val="lt1"/>
                </a:solidFill>
                <a:latin typeface="Work Sans"/>
                <a:ea typeface="Work Sans"/>
                <a:cs typeface="Work Sans"/>
                <a:sym typeface="Work Sans"/>
              </a:rPr>
              <a:t>Espaço amostral = 10</a:t>
            </a:r>
            <a:endParaRPr b="0" i="0" sz="900" u="none" cap="none" strike="noStrike">
              <a:solidFill>
                <a:schemeClr val="lt1"/>
              </a:solidFill>
              <a:latin typeface="Work Sans"/>
              <a:ea typeface="Work Sans"/>
              <a:cs typeface="Work Sans"/>
              <a:sym typeface="Work Sans"/>
            </a:endParaRPr>
          </a:p>
          <a:p>
            <a:pPr indent="0" lvl="0" marL="0" marR="0" rtl="0" algn="l">
              <a:lnSpc>
                <a:spcPct val="150000"/>
              </a:lnSpc>
              <a:spcBef>
                <a:spcPts val="0"/>
              </a:spcBef>
              <a:spcAft>
                <a:spcPts val="0"/>
              </a:spcAft>
              <a:buClr>
                <a:schemeClr val="dk1"/>
              </a:buClr>
              <a:buSzPts val="2400"/>
              <a:buFont typeface="Arial"/>
              <a:buNone/>
            </a:pPr>
            <a:r>
              <a:rPr b="0" i="0" lang="pt-BR" sz="900" u="none" cap="none" strike="noStrike">
                <a:solidFill>
                  <a:schemeClr val="lt1"/>
                </a:solidFill>
                <a:latin typeface="Work Sans"/>
                <a:ea typeface="Work Sans"/>
                <a:cs typeface="Work Sans"/>
                <a:sym typeface="Work Sans"/>
              </a:rPr>
              <a:t>Números múltiplos de 2 = 5 (2, 4, 6, 8, 10)</a:t>
            </a:r>
            <a:endParaRPr b="0" i="0" sz="900" u="none" cap="none" strike="noStrike">
              <a:solidFill>
                <a:schemeClr val="lt1"/>
              </a:solidFill>
              <a:latin typeface="Work Sans"/>
              <a:ea typeface="Work Sans"/>
              <a:cs typeface="Work Sans"/>
              <a:sym typeface="Work Sans"/>
            </a:endParaRPr>
          </a:p>
          <a:p>
            <a:pPr indent="0" lvl="0" marL="0" marR="0" rtl="0" algn="l">
              <a:lnSpc>
                <a:spcPct val="150000"/>
              </a:lnSpc>
              <a:spcBef>
                <a:spcPts val="0"/>
              </a:spcBef>
              <a:spcAft>
                <a:spcPts val="0"/>
              </a:spcAft>
              <a:buClr>
                <a:schemeClr val="dk1"/>
              </a:buClr>
              <a:buSzPts val="2400"/>
              <a:buFont typeface="Arial"/>
              <a:buNone/>
            </a:pPr>
            <a:r>
              <a:rPr b="0" i="0" lang="pt-BR" sz="900" u="none" cap="none" strike="noStrike">
                <a:solidFill>
                  <a:schemeClr val="lt1"/>
                </a:solidFill>
                <a:latin typeface="Work Sans"/>
                <a:ea typeface="Work Sans"/>
                <a:cs typeface="Work Sans"/>
                <a:sym typeface="Work Sans"/>
              </a:rPr>
              <a:t>Números múltiplos de 3 = 3 (3, 6, 9)</a:t>
            </a:r>
            <a:endParaRPr b="0" i="0" sz="900" u="none" cap="none" strike="noStrike">
              <a:solidFill>
                <a:schemeClr val="lt1"/>
              </a:solidFill>
              <a:latin typeface="Work Sans"/>
              <a:ea typeface="Work Sans"/>
              <a:cs typeface="Work Sans"/>
              <a:sym typeface="Work Sans"/>
            </a:endParaRPr>
          </a:p>
          <a:p>
            <a:pPr indent="0" lvl="0" marL="0" marR="0" rtl="0" algn="l">
              <a:lnSpc>
                <a:spcPct val="150000"/>
              </a:lnSpc>
              <a:spcBef>
                <a:spcPts val="0"/>
              </a:spcBef>
              <a:spcAft>
                <a:spcPts val="0"/>
              </a:spcAft>
              <a:buClr>
                <a:schemeClr val="dk1"/>
              </a:buClr>
              <a:buSzPts val="2400"/>
              <a:buFont typeface="Arial"/>
              <a:buNone/>
            </a:pPr>
            <a:r>
              <a:rPr b="0" i="0" lang="pt-BR" sz="900" u="none" cap="none" strike="noStrike">
                <a:solidFill>
                  <a:schemeClr val="lt1"/>
                </a:solidFill>
                <a:latin typeface="Work Sans"/>
                <a:ea typeface="Work Sans"/>
                <a:cs typeface="Work Sans"/>
                <a:sym typeface="Work Sans"/>
              </a:rPr>
              <a:t>Números múltiplos de 2 e 3 = 1 (6)</a:t>
            </a:r>
            <a:endParaRPr b="0" i="0" sz="900" u="none" cap="none" strike="noStrike">
              <a:solidFill>
                <a:schemeClr val="lt1"/>
              </a:solidFill>
              <a:latin typeface="Work Sans"/>
              <a:ea typeface="Work Sans"/>
              <a:cs typeface="Work Sans"/>
              <a:sym typeface="Work Sans"/>
            </a:endParaRPr>
          </a:p>
          <a:p>
            <a:pPr indent="0" lvl="0" marL="0" marR="0" rtl="0" algn="l">
              <a:lnSpc>
                <a:spcPct val="150000"/>
              </a:lnSpc>
              <a:spcBef>
                <a:spcPts val="0"/>
              </a:spcBef>
              <a:spcAft>
                <a:spcPts val="0"/>
              </a:spcAft>
              <a:buClr>
                <a:schemeClr val="dk1"/>
              </a:buClr>
              <a:buSzPts val="2400"/>
              <a:buFont typeface="Arial"/>
              <a:buNone/>
            </a:pPr>
            <a:r>
              <a:rPr b="0" i="0" lang="pt-BR" sz="900" u="none" cap="none" strike="noStrike">
                <a:solidFill>
                  <a:schemeClr val="lt1"/>
                </a:solidFill>
                <a:latin typeface="Work Sans"/>
                <a:ea typeface="Work Sans"/>
                <a:cs typeface="Work Sans"/>
                <a:sym typeface="Work Sans"/>
              </a:rPr>
              <a:t>Números não múltiplos de 2 ou 3 = 3 (1, 5, 7)</a:t>
            </a:r>
            <a:endParaRPr b="0" i="0" sz="900" u="none" cap="none" strike="noStrike">
              <a:solidFill>
                <a:schemeClr val="lt1"/>
              </a:solidFill>
              <a:latin typeface="Work Sans"/>
              <a:ea typeface="Work Sans"/>
              <a:cs typeface="Work Sans"/>
              <a:sym typeface="Work Sans"/>
            </a:endParaRPr>
          </a:p>
        </p:txBody>
      </p:sp>
      <p:sp>
        <p:nvSpPr>
          <p:cNvPr id="918" name="Google Shape;918;p45"/>
          <p:cNvSpPr txBox="1"/>
          <p:nvPr/>
        </p:nvSpPr>
        <p:spPr>
          <a:xfrm>
            <a:off x="430350" y="2626018"/>
            <a:ext cx="8279310" cy="538579"/>
          </a:xfrm>
          <a:prstGeom prst="rect">
            <a:avLst/>
          </a:prstGeom>
          <a:noFill/>
          <a:ln>
            <a:noFill/>
          </a:ln>
        </p:spPr>
        <p:txBody>
          <a:bodyPr anchorCtr="0" anchor="t" bIns="91425" lIns="91425" spcFirstLastPara="1" rIns="91425" wrap="square" tIns="91425">
            <a:spAutoFit/>
          </a:bodyPr>
          <a:lstStyle/>
          <a:p>
            <a:pPr indent="0" lvl="0" marL="0" marR="0" rtl="0" algn="l">
              <a:lnSpc>
                <a:spcPct val="115000"/>
              </a:lnSpc>
              <a:spcBef>
                <a:spcPts val="0"/>
              </a:spcBef>
              <a:spcAft>
                <a:spcPts val="0"/>
              </a:spcAft>
              <a:buClr>
                <a:srgbClr val="BA0E02"/>
              </a:buClr>
              <a:buSzPts val="1300"/>
              <a:buFont typeface="Arial"/>
              <a:buNone/>
            </a:pPr>
            <a:r>
              <a:rPr b="1" i="0" lang="pt-BR" sz="1000" u="none" cap="none" strike="noStrike">
                <a:solidFill>
                  <a:schemeClr val="lt1"/>
                </a:solidFill>
                <a:latin typeface="Work Sans"/>
                <a:ea typeface="Work Sans"/>
                <a:cs typeface="Work Sans"/>
                <a:sym typeface="Work Sans"/>
              </a:rPr>
              <a:t>Exemplo de exercício:</a:t>
            </a:r>
            <a:r>
              <a:rPr b="0" i="0" lang="pt-BR" sz="1000" u="none" cap="none" strike="noStrike">
                <a:solidFill>
                  <a:schemeClr val="lt1"/>
                </a:solidFill>
                <a:latin typeface="Work Sans"/>
                <a:ea typeface="Work Sans"/>
                <a:cs typeface="Work Sans"/>
                <a:sym typeface="Work Sans"/>
              </a:rPr>
              <a:t> Numa urna existem 10 bolas numeradas de 1 a 10. Retirando uma bola ao acaso, qual a probabilidade de ocorrer múltiplos de 2 ou múltiplos de 3?</a:t>
            </a:r>
            <a:endParaRPr b="0" i="0" sz="1000" u="none" cap="none" strike="noStrike">
              <a:solidFill>
                <a:schemeClr val="lt1"/>
              </a:solidFill>
              <a:latin typeface="Work Sans"/>
              <a:ea typeface="Work Sans"/>
              <a:cs typeface="Work Sans"/>
              <a:sym typeface="Work Sans"/>
            </a:endParaRPr>
          </a:p>
        </p:txBody>
      </p:sp>
      <p:sp>
        <p:nvSpPr>
          <p:cNvPr id="919" name="Google Shape;919;p45"/>
          <p:cNvSpPr txBox="1"/>
          <p:nvPr/>
        </p:nvSpPr>
        <p:spPr>
          <a:xfrm>
            <a:off x="398173" y="3098137"/>
            <a:ext cx="3056379" cy="600104"/>
          </a:xfrm>
          <a:prstGeom prst="rect">
            <a:avLst/>
          </a:prstGeom>
          <a:noFill/>
          <a:ln>
            <a:noFill/>
          </a:ln>
        </p:spPr>
        <p:txBody>
          <a:bodyPr anchorCtr="0" anchor="ctr" bIns="68550" lIns="137125" spcFirstLastPara="1" rIns="137125" wrap="square" tIns="68550">
            <a:spAutoFit/>
          </a:bodyPr>
          <a:lstStyle/>
          <a:p>
            <a:pPr indent="0" lvl="0" marL="0" marR="0" rtl="0" algn="l">
              <a:lnSpc>
                <a:spcPct val="150000"/>
              </a:lnSpc>
              <a:spcBef>
                <a:spcPts val="0"/>
              </a:spcBef>
              <a:spcAft>
                <a:spcPts val="0"/>
              </a:spcAft>
              <a:buClr>
                <a:schemeClr val="dk1"/>
              </a:buClr>
              <a:buSzPts val="2400"/>
              <a:buFont typeface="Arial"/>
              <a:buNone/>
            </a:pPr>
            <a:r>
              <a:rPr b="1" i="0" lang="pt-BR" sz="1000" u="none" cap="none" strike="noStrike">
                <a:solidFill>
                  <a:schemeClr val="lt1"/>
                </a:solidFill>
                <a:latin typeface="Work Sans"/>
                <a:ea typeface="Work Sans"/>
                <a:cs typeface="Work Sans"/>
                <a:sym typeface="Work Sans"/>
              </a:rPr>
              <a:t>EVENTO A = </a:t>
            </a:r>
            <a:r>
              <a:rPr b="0" i="0" lang="pt-BR" sz="1000" u="none" cap="none" strike="noStrike">
                <a:solidFill>
                  <a:schemeClr val="lt1"/>
                </a:solidFill>
                <a:latin typeface="Work Sans"/>
                <a:ea typeface="Work Sans"/>
                <a:cs typeface="Work Sans"/>
                <a:sym typeface="Work Sans"/>
              </a:rPr>
              <a:t>retirar bola múltiplo de </a:t>
            </a:r>
            <a:r>
              <a:rPr b="1" i="0" lang="pt-BR" sz="1000" u="none" cap="none" strike="noStrike">
                <a:solidFill>
                  <a:schemeClr val="lt1"/>
                </a:solidFill>
                <a:latin typeface="Work Sans"/>
                <a:ea typeface="Work Sans"/>
                <a:cs typeface="Work Sans"/>
                <a:sym typeface="Work Sans"/>
              </a:rPr>
              <a:t>2</a:t>
            </a:r>
            <a:endParaRPr b="1" i="0" sz="1000" u="none" cap="none" strike="noStrike">
              <a:solidFill>
                <a:schemeClr val="lt1"/>
              </a:solidFill>
              <a:latin typeface="Work Sans"/>
              <a:ea typeface="Work Sans"/>
              <a:cs typeface="Work Sans"/>
              <a:sym typeface="Work Sans"/>
            </a:endParaRPr>
          </a:p>
          <a:p>
            <a:pPr indent="0" lvl="0" marL="0" marR="0" rtl="0" algn="l">
              <a:lnSpc>
                <a:spcPct val="150000"/>
              </a:lnSpc>
              <a:spcBef>
                <a:spcPts val="0"/>
              </a:spcBef>
              <a:spcAft>
                <a:spcPts val="0"/>
              </a:spcAft>
              <a:buClr>
                <a:schemeClr val="dk1"/>
              </a:buClr>
              <a:buSzPts val="2400"/>
              <a:buFont typeface="Arial"/>
              <a:buNone/>
            </a:pPr>
            <a:r>
              <a:rPr b="1" i="0" lang="pt-BR" sz="1000" u="none" cap="none" strike="noStrike">
                <a:solidFill>
                  <a:schemeClr val="lt1"/>
                </a:solidFill>
                <a:latin typeface="Work Sans"/>
                <a:ea typeface="Work Sans"/>
                <a:cs typeface="Work Sans"/>
                <a:sym typeface="Work Sans"/>
              </a:rPr>
              <a:t>EVENTO B = </a:t>
            </a:r>
            <a:r>
              <a:rPr b="0" i="0" lang="pt-BR" sz="1000" u="none" cap="none" strike="noStrike">
                <a:solidFill>
                  <a:schemeClr val="lt1"/>
                </a:solidFill>
                <a:latin typeface="Work Sans"/>
                <a:ea typeface="Work Sans"/>
                <a:cs typeface="Work Sans"/>
                <a:sym typeface="Work Sans"/>
              </a:rPr>
              <a:t>retirar bola múltiplo de </a:t>
            </a:r>
            <a:r>
              <a:rPr b="1" i="0" lang="pt-BR" sz="1000" u="none" cap="none" strike="noStrike">
                <a:solidFill>
                  <a:schemeClr val="lt1"/>
                </a:solidFill>
                <a:latin typeface="Work Sans"/>
                <a:ea typeface="Work Sans"/>
                <a:cs typeface="Work Sans"/>
                <a:sym typeface="Work Sans"/>
              </a:rPr>
              <a:t>3</a:t>
            </a:r>
            <a:endParaRPr b="1" i="0" sz="1000" u="none" cap="none" strike="noStrike">
              <a:solidFill>
                <a:schemeClr val="lt1"/>
              </a:solidFill>
              <a:latin typeface="Work Sans"/>
              <a:ea typeface="Work Sans"/>
              <a:cs typeface="Work Sans"/>
              <a:sym typeface="Work Sans"/>
            </a:endParaRPr>
          </a:p>
        </p:txBody>
      </p:sp>
      <p:pic>
        <p:nvPicPr>
          <p:cNvPr id="920" name="Google Shape;920;p45"/>
          <p:cNvPicPr preferRelativeResize="0"/>
          <p:nvPr/>
        </p:nvPicPr>
        <p:blipFill rotWithShape="1">
          <a:blip r:embed="rId5">
            <a:alphaModFix/>
          </a:blip>
          <a:srcRect b="0" l="0" r="0" t="0"/>
          <a:stretch/>
        </p:blipFill>
        <p:spPr>
          <a:xfrm>
            <a:off x="4159157" y="3312613"/>
            <a:ext cx="2019984" cy="1357809"/>
          </a:xfrm>
          <a:prstGeom prst="rect">
            <a:avLst/>
          </a:prstGeom>
          <a:noFill/>
          <a:ln>
            <a:noFill/>
          </a:ln>
        </p:spPr>
      </p:pic>
      <p:sp>
        <p:nvSpPr>
          <p:cNvPr id="921" name="Google Shape;921;p45"/>
          <p:cNvSpPr txBox="1"/>
          <p:nvPr/>
        </p:nvSpPr>
        <p:spPr>
          <a:xfrm>
            <a:off x="6478754" y="2979439"/>
            <a:ext cx="2139466" cy="830936"/>
          </a:xfrm>
          <a:prstGeom prst="rect">
            <a:avLst/>
          </a:prstGeom>
          <a:noFill/>
          <a:ln>
            <a:noFill/>
          </a:ln>
        </p:spPr>
        <p:txBody>
          <a:bodyPr anchorCtr="0" anchor="ctr" bIns="68550" lIns="137125" spcFirstLastPara="1" rIns="137125" wrap="square" tIns="68550">
            <a:spAutoFit/>
          </a:bodyPr>
          <a:lstStyle/>
          <a:p>
            <a:pPr indent="0" lvl="0" marL="0" marR="0" rtl="0" algn="ctr">
              <a:lnSpc>
                <a:spcPct val="150000"/>
              </a:lnSpc>
              <a:spcBef>
                <a:spcPts val="0"/>
              </a:spcBef>
              <a:spcAft>
                <a:spcPts val="0"/>
              </a:spcAft>
              <a:buClr>
                <a:schemeClr val="dk1"/>
              </a:buClr>
              <a:buSzPts val="2400"/>
              <a:buFont typeface="Arial"/>
              <a:buNone/>
            </a:pPr>
            <a:r>
              <a:rPr b="0" i="0" lang="pt-BR" sz="1000" u="none" cap="none" strike="noStrike">
                <a:solidFill>
                  <a:schemeClr val="lt1"/>
                </a:solidFill>
                <a:latin typeface="Work Sans"/>
                <a:ea typeface="Work Sans"/>
                <a:cs typeface="Work Sans"/>
                <a:sym typeface="Work Sans"/>
              </a:rPr>
              <a:t>P(A) = 5/10</a:t>
            </a:r>
            <a:endParaRPr b="0" i="0" sz="1000" u="none" cap="none" strike="noStrike">
              <a:solidFill>
                <a:schemeClr val="lt1"/>
              </a:solidFill>
              <a:latin typeface="Work Sans"/>
              <a:ea typeface="Work Sans"/>
              <a:cs typeface="Work Sans"/>
              <a:sym typeface="Work Sans"/>
            </a:endParaRPr>
          </a:p>
          <a:p>
            <a:pPr indent="0" lvl="0" marL="0" marR="0" rtl="0" algn="ctr">
              <a:lnSpc>
                <a:spcPct val="150000"/>
              </a:lnSpc>
              <a:spcBef>
                <a:spcPts val="0"/>
              </a:spcBef>
              <a:spcAft>
                <a:spcPts val="0"/>
              </a:spcAft>
              <a:buClr>
                <a:schemeClr val="dk1"/>
              </a:buClr>
              <a:buSzPts val="2400"/>
              <a:buFont typeface="Arial"/>
              <a:buNone/>
            </a:pPr>
            <a:r>
              <a:rPr b="0" i="0" lang="pt-BR" sz="1000" u="none" cap="none" strike="noStrike">
                <a:solidFill>
                  <a:schemeClr val="lt1"/>
                </a:solidFill>
                <a:latin typeface="Work Sans"/>
                <a:ea typeface="Work Sans"/>
                <a:cs typeface="Work Sans"/>
                <a:sym typeface="Work Sans"/>
              </a:rPr>
              <a:t>P(B) = 3/10</a:t>
            </a:r>
            <a:endParaRPr b="0" i="0" sz="1000" u="none" cap="none" strike="noStrike">
              <a:solidFill>
                <a:schemeClr val="lt1"/>
              </a:solidFill>
              <a:latin typeface="Work Sans"/>
              <a:ea typeface="Work Sans"/>
              <a:cs typeface="Work Sans"/>
              <a:sym typeface="Work Sans"/>
            </a:endParaRPr>
          </a:p>
          <a:p>
            <a:pPr indent="0" lvl="0" marL="0" marR="0" rtl="0" algn="ctr">
              <a:lnSpc>
                <a:spcPct val="150000"/>
              </a:lnSpc>
              <a:spcBef>
                <a:spcPts val="0"/>
              </a:spcBef>
              <a:spcAft>
                <a:spcPts val="0"/>
              </a:spcAft>
              <a:buClr>
                <a:schemeClr val="dk1"/>
              </a:buClr>
              <a:buSzPts val="2400"/>
              <a:buFont typeface="Arial"/>
              <a:buNone/>
            </a:pPr>
            <a:r>
              <a:rPr b="0" i="0" lang="pt-BR" sz="1000" u="none" cap="none" strike="noStrike">
                <a:solidFill>
                  <a:schemeClr val="lt1"/>
                </a:solidFill>
                <a:latin typeface="Work Sans"/>
                <a:ea typeface="Work Sans"/>
                <a:cs typeface="Work Sans"/>
                <a:sym typeface="Work Sans"/>
              </a:rPr>
              <a:t>P(A e B) = 1/10 (intersecção)</a:t>
            </a:r>
            <a:endParaRPr b="0" i="0" sz="1000" u="none" cap="none" strike="noStrike">
              <a:solidFill>
                <a:schemeClr val="lt1"/>
              </a:solidFill>
              <a:latin typeface="Work Sans"/>
              <a:ea typeface="Work Sans"/>
              <a:cs typeface="Work Sans"/>
              <a:sym typeface="Work Sans"/>
            </a:endParaRPr>
          </a:p>
        </p:txBody>
      </p:sp>
      <p:sp>
        <p:nvSpPr>
          <p:cNvPr id="922" name="Google Shape;922;p45"/>
          <p:cNvSpPr txBox="1"/>
          <p:nvPr/>
        </p:nvSpPr>
        <p:spPr>
          <a:xfrm>
            <a:off x="6471134" y="3991517"/>
            <a:ext cx="2139466" cy="600104"/>
          </a:xfrm>
          <a:prstGeom prst="rect">
            <a:avLst/>
          </a:prstGeom>
          <a:noFill/>
          <a:ln cap="flat" cmpd="sng" w="19050">
            <a:solidFill>
              <a:schemeClr val="dk1"/>
            </a:solidFill>
            <a:prstDash val="solid"/>
            <a:round/>
            <a:headEnd len="sm" w="sm" type="none"/>
            <a:tailEnd len="sm" w="sm" type="none"/>
          </a:ln>
        </p:spPr>
        <p:txBody>
          <a:bodyPr anchorCtr="0" anchor="ctr" bIns="68550" lIns="137125" spcFirstLastPara="1" rIns="137125" wrap="square" tIns="68550">
            <a:spAutoFit/>
          </a:bodyPr>
          <a:lstStyle/>
          <a:p>
            <a:pPr indent="0" lvl="0" marL="0" marR="0" rtl="0" algn="ctr">
              <a:lnSpc>
                <a:spcPct val="150000"/>
              </a:lnSpc>
              <a:spcBef>
                <a:spcPts val="0"/>
              </a:spcBef>
              <a:spcAft>
                <a:spcPts val="0"/>
              </a:spcAft>
              <a:buClr>
                <a:schemeClr val="dk1"/>
              </a:buClr>
              <a:buSzPts val="2400"/>
              <a:buFont typeface="Arial"/>
              <a:buNone/>
            </a:pPr>
            <a:r>
              <a:rPr b="0" i="0" lang="pt-BR" sz="1000" u="none" cap="none" strike="noStrike">
                <a:solidFill>
                  <a:schemeClr val="lt1"/>
                </a:solidFill>
                <a:latin typeface="Work Sans"/>
                <a:ea typeface="Work Sans"/>
                <a:cs typeface="Work Sans"/>
                <a:sym typeface="Work Sans"/>
              </a:rPr>
              <a:t>P(A ou B) = (5 + 3 - 1) / 10 = 7/10 = 70%</a:t>
            </a:r>
            <a:endParaRPr b="0" i="0" sz="1000" u="none" cap="none" strike="noStrike">
              <a:solidFill>
                <a:schemeClr val="lt1"/>
              </a:solidFill>
              <a:latin typeface="Work Sans"/>
              <a:ea typeface="Work Sans"/>
              <a:cs typeface="Work Sans"/>
              <a:sym typeface="Work Sans"/>
            </a:endParaRPr>
          </a:p>
        </p:txBody>
      </p:sp>
      <p:pic>
        <p:nvPicPr>
          <p:cNvPr id="923" name="Google Shape;923;p45"/>
          <p:cNvPicPr preferRelativeResize="0"/>
          <p:nvPr/>
        </p:nvPicPr>
        <p:blipFill rotWithShape="1">
          <a:blip r:embed="rId6">
            <a:alphaModFix/>
          </a:blip>
          <a:srcRect b="0" l="0" r="0" t="0"/>
          <a:stretch/>
        </p:blipFill>
        <p:spPr>
          <a:xfrm>
            <a:off x="4040206" y="3024692"/>
            <a:ext cx="2139467" cy="146891"/>
          </a:xfrm>
          <a:prstGeom prst="rect">
            <a:avLst/>
          </a:prstGeom>
          <a:noFill/>
          <a:ln>
            <a:noFill/>
          </a:ln>
        </p:spPr>
      </p:pic>
      <p:sp>
        <p:nvSpPr>
          <p:cNvPr id="924" name="Google Shape;924;p45"/>
          <p:cNvSpPr txBox="1"/>
          <p:nvPr/>
        </p:nvSpPr>
        <p:spPr>
          <a:xfrm>
            <a:off x="0" y="4825425"/>
            <a:ext cx="4862100" cy="276900"/>
          </a:xfrm>
          <a:prstGeom prst="rect">
            <a:avLst/>
          </a:prstGeom>
          <a:noFill/>
          <a:ln>
            <a:noFill/>
          </a:ln>
        </p:spPr>
        <p:txBody>
          <a:bodyPr anchorCtr="0" anchor="t" bIns="68550" lIns="137125" spcFirstLastPara="1" rIns="137125" wrap="square" tIns="68550">
            <a:spAutoFit/>
          </a:bodyPr>
          <a:lstStyle/>
          <a:p>
            <a:pPr indent="0" lvl="0" marL="0" marR="0" rtl="0" algn="l">
              <a:lnSpc>
                <a:spcPct val="100000"/>
              </a:lnSpc>
              <a:spcBef>
                <a:spcPts val="0"/>
              </a:spcBef>
              <a:spcAft>
                <a:spcPts val="0"/>
              </a:spcAft>
              <a:buClr>
                <a:srgbClr val="000000"/>
              </a:buClr>
              <a:buSzPts val="900"/>
              <a:buFont typeface="Arial"/>
              <a:buNone/>
            </a:pPr>
            <a:r>
              <a:rPr b="1" i="0" lang="pt-BR" sz="900" u="none" cap="none" strike="noStrike">
                <a:solidFill>
                  <a:srgbClr val="000000"/>
                </a:solidFill>
                <a:latin typeface="Arial"/>
                <a:ea typeface="Arial"/>
                <a:cs typeface="Arial"/>
                <a:sym typeface="Arial"/>
              </a:rPr>
              <a:t>Prep4Consulting 2026.2 </a:t>
            </a:r>
            <a:r>
              <a:rPr b="0" i="0" lang="pt-BR" sz="900" u="none" cap="none" strike="noStrike">
                <a:solidFill>
                  <a:srgbClr val="000000"/>
                </a:solidFill>
                <a:latin typeface="Arial"/>
                <a:ea typeface="Arial"/>
                <a:cs typeface="Arial"/>
                <a:sym typeface="Arial"/>
              </a:rPr>
              <a:t>| GMAT: Estrutura da Prova</a:t>
            </a:r>
            <a:endParaRPr b="0" i="0" sz="900" u="none" cap="none" strike="noStrike">
              <a:solidFill>
                <a:srgbClr val="000000"/>
              </a:solidFill>
              <a:latin typeface="Arial"/>
              <a:ea typeface="Arial"/>
              <a:cs typeface="Arial"/>
              <a:sym typeface="Arial"/>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919"/>
                                        </p:tgtEl>
                                        <p:attrNameLst>
                                          <p:attrName>style.visibility</p:attrName>
                                        </p:attrNameLst>
                                      </p:cBhvr>
                                      <p:to>
                                        <p:strVal val="visible"/>
                                      </p:to>
                                    </p:set>
                                    <p:animEffect filter="fade" transition="in">
                                      <p:cBhvr>
                                        <p:cTn dur="1000"/>
                                        <p:tgtEl>
                                          <p:spTgt spid="919"/>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917"/>
                                        </p:tgtEl>
                                        <p:attrNameLst>
                                          <p:attrName>style.visibility</p:attrName>
                                        </p:attrNameLst>
                                      </p:cBhvr>
                                      <p:to>
                                        <p:strVal val="visible"/>
                                      </p:to>
                                    </p:set>
                                    <p:animEffect filter="fade" transition="in">
                                      <p:cBhvr>
                                        <p:cTn dur="1000"/>
                                        <p:tgtEl>
                                          <p:spTgt spid="917"/>
                                        </p:tgtEl>
                                      </p:cBhvr>
                                    </p:animEffect>
                                  </p:childTnLst>
                                </p:cTn>
                              </p:par>
                              <p:par>
                                <p:cTn fill="hold" nodeType="withEffect" presetClass="entr" presetID="10" presetSubtype="0">
                                  <p:stCondLst>
                                    <p:cond delay="0"/>
                                  </p:stCondLst>
                                  <p:childTnLst>
                                    <p:set>
                                      <p:cBhvr>
                                        <p:cTn dur="1" fill="hold">
                                          <p:stCondLst>
                                            <p:cond delay="0"/>
                                          </p:stCondLst>
                                        </p:cTn>
                                        <p:tgtEl>
                                          <p:spTgt spid="920"/>
                                        </p:tgtEl>
                                        <p:attrNameLst>
                                          <p:attrName>style.visibility</p:attrName>
                                        </p:attrNameLst>
                                      </p:cBhvr>
                                      <p:to>
                                        <p:strVal val="visible"/>
                                      </p:to>
                                    </p:set>
                                    <p:animEffect filter="fade" transition="in">
                                      <p:cBhvr>
                                        <p:cTn dur="1000"/>
                                        <p:tgtEl>
                                          <p:spTgt spid="920"/>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921"/>
                                        </p:tgtEl>
                                        <p:attrNameLst>
                                          <p:attrName>style.visibility</p:attrName>
                                        </p:attrNameLst>
                                      </p:cBhvr>
                                      <p:to>
                                        <p:strVal val="visible"/>
                                      </p:to>
                                    </p:set>
                                    <p:animEffect filter="fade" transition="in">
                                      <p:cBhvr>
                                        <p:cTn dur="1000"/>
                                        <p:tgtEl>
                                          <p:spTgt spid="921"/>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922"/>
                                        </p:tgtEl>
                                        <p:attrNameLst>
                                          <p:attrName>style.visibility</p:attrName>
                                        </p:attrNameLst>
                                      </p:cBhvr>
                                      <p:to>
                                        <p:strVal val="visible"/>
                                      </p:to>
                                    </p:set>
                                    <p:animEffect filter="fade" transition="in">
                                      <p:cBhvr>
                                        <p:cTn dur="1000"/>
                                        <p:tgtEl>
                                          <p:spTgt spid="922"/>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4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28" name="Shape 928"/>
        <p:cNvGrpSpPr/>
        <p:nvPr/>
      </p:nvGrpSpPr>
      <p:grpSpPr>
        <a:xfrm>
          <a:off x="0" y="0"/>
          <a:ext cx="0" cy="0"/>
          <a:chOff x="0" y="0"/>
          <a:chExt cx="0" cy="0"/>
        </a:xfrm>
      </p:grpSpPr>
      <p:sp>
        <p:nvSpPr>
          <p:cNvPr id="929" name="Google Shape;929;p46"/>
          <p:cNvSpPr txBox="1"/>
          <p:nvPr>
            <p:ph idx="4294967295" type="title"/>
          </p:nvPr>
        </p:nvSpPr>
        <p:spPr>
          <a:xfrm>
            <a:off x="722375" y="384050"/>
            <a:ext cx="5052900" cy="5760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3000"/>
              <a:buNone/>
            </a:pPr>
            <a:r>
              <a:rPr lang="pt-BR"/>
              <a:t>REVISÃO DE MATEMÁTICA</a:t>
            </a:r>
            <a:endParaRPr/>
          </a:p>
        </p:txBody>
      </p:sp>
      <p:sp>
        <p:nvSpPr>
          <p:cNvPr id="930" name="Google Shape;930;p46"/>
          <p:cNvSpPr txBox="1"/>
          <p:nvPr/>
        </p:nvSpPr>
        <p:spPr>
          <a:xfrm>
            <a:off x="4281900" y="4825425"/>
            <a:ext cx="4862100" cy="276900"/>
          </a:xfrm>
          <a:prstGeom prst="rect">
            <a:avLst/>
          </a:prstGeom>
          <a:noFill/>
          <a:ln>
            <a:noFill/>
          </a:ln>
        </p:spPr>
        <p:txBody>
          <a:bodyPr anchorCtr="0" anchor="t" bIns="68550" lIns="137125" spcFirstLastPara="1" rIns="137125" wrap="square" tIns="68550">
            <a:spAutoFit/>
          </a:bodyPr>
          <a:lstStyle/>
          <a:p>
            <a:pPr indent="0" lvl="0" marL="0" marR="0" rtl="0" algn="r">
              <a:lnSpc>
                <a:spcPct val="100000"/>
              </a:lnSpc>
              <a:spcBef>
                <a:spcPts val="0"/>
              </a:spcBef>
              <a:spcAft>
                <a:spcPts val="0"/>
              </a:spcAft>
              <a:buClr>
                <a:srgbClr val="000000"/>
              </a:buClr>
              <a:buSzPts val="900"/>
              <a:buFont typeface="Arial"/>
              <a:buNone/>
            </a:pPr>
            <a:r>
              <a:rPr b="0" i="0" lang="pt-BR" sz="900" u="none" cap="none" strike="noStrike">
                <a:solidFill>
                  <a:srgbClr val="000000"/>
                </a:solidFill>
                <a:latin typeface="Arial"/>
                <a:ea typeface="Arial"/>
                <a:cs typeface="Arial"/>
                <a:sym typeface="Arial"/>
              </a:rPr>
              <a:t>Copyright © 2026 Clube de Consultoria Universitário. All rights reserved.</a:t>
            </a:r>
            <a:endParaRPr b="0" i="0" sz="900" u="none" cap="none" strike="noStrike">
              <a:solidFill>
                <a:srgbClr val="000000"/>
              </a:solidFill>
              <a:latin typeface="Arial"/>
              <a:ea typeface="Arial"/>
              <a:cs typeface="Arial"/>
              <a:sym typeface="Arial"/>
            </a:endParaRPr>
          </a:p>
        </p:txBody>
      </p:sp>
      <p:pic>
        <p:nvPicPr>
          <p:cNvPr descr="Abacus outline" id="931" name="Google Shape;931;p46"/>
          <p:cNvPicPr preferRelativeResize="0"/>
          <p:nvPr/>
        </p:nvPicPr>
        <p:blipFill rotWithShape="1">
          <a:blip r:embed="rId3">
            <a:alphaModFix/>
          </a:blip>
          <a:srcRect b="0" l="0" r="0" t="0"/>
          <a:stretch/>
        </p:blipFill>
        <p:spPr>
          <a:xfrm>
            <a:off x="3557840" y="1188424"/>
            <a:ext cx="524922" cy="524922"/>
          </a:xfrm>
          <a:prstGeom prst="rect">
            <a:avLst/>
          </a:prstGeom>
          <a:noFill/>
          <a:ln>
            <a:noFill/>
          </a:ln>
        </p:spPr>
      </p:pic>
      <p:pic>
        <p:nvPicPr>
          <p:cNvPr descr="Puzzle outline" id="932" name="Google Shape;932;p46"/>
          <p:cNvPicPr preferRelativeResize="0"/>
          <p:nvPr/>
        </p:nvPicPr>
        <p:blipFill rotWithShape="1">
          <a:blip r:embed="rId4">
            <a:alphaModFix/>
          </a:blip>
          <a:srcRect b="0" l="0" r="0" t="0"/>
          <a:stretch/>
        </p:blipFill>
        <p:spPr>
          <a:xfrm>
            <a:off x="2682995" y="4128681"/>
            <a:ext cx="587556" cy="587556"/>
          </a:xfrm>
          <a:prstGeom prst="rect">
            <a:avLst/>
          </a:prstGeom>
          <a:noFill/>
          <a:ln>
            <a:noFill/>
          </a:ln>
        </p:spPr>
      </p:pic>
      <p:sp>
        <p:nvSpPr>
          <p:cNvPr id="933" name="Google Shape;933;p46"/>
          <p:cNvSpPr txBox="1"/>
          <p:nvPr/>
        </p:nvSpPr>
        <p:spPr>
          <a:xfrm>
            <a:off x="1710004" y="2134184"/>
            <a:ext cx="2880000" cy="432396"/>
          </a:xfrm>
          <a:prstGeom prst="rect">
            <a:avLst/>
          </a:prstGeom>
          <a:noFill/>
          <a:ln>
            <a:noFill/>
          </a:ln>
        </p:spPr>
        <p:txBody>
          <a:bodyPr anchorCtr="0" anchor="t" bIns="91425" lIns="91425" spcFirstLastPara="1" rIns="91425" wrap="square" tIns="91425">
            <a:spAutoFit/>
          </a:bodyPr>
          <a:lstStyle/>
          <a:p>
            <a:pPr indent="0" lvl="0" marL="0" marR="0" rtl="0" algn="l">
              <a:lnSpc>
                <a:spcPct val="115000"/>
              </a:lnSpc>
              <a:spcBef>
                <a:spcPts val="0"/>
              </a:spcBef>
              <a:spcAft>
                <a:spcPts val="0"/>
              </a:spcAft>
              <a:buClr>
                <a:srgbClr val="000000"/>
              </a:buClr>
              <a:buSzPts val="2000"/>
              <a:buFont typeface="Arial"/>
              <a:buNone/>
            </a:pPr>
            <a:r>
              <a:rPr b="0" i="0" lang="pt-BR" sz="1400" u="none" cap="none" strike="noStrike">
                <a:solidFill>
                  <a:schemeClr val="lt1"/>
                </a:solidFill>
                <a:latin typeface="Work Sans"/>
                <a:ea typeface="Work Sans"/>
                <a:cs typeface="Work Sans"/>
                <a:sym typeface="Work Sans"/>
              </a:rPr>
              <a:t>Expoentes</a:t>
            </a:r>
            <a:endParaRPr b="0" i="0" sz="1400" u="none" cap="none" strike="noStrike">
              <a:solidFill>
                <a:schemeClr val="lt1"/>
              </a:solidFill>
              <a:latin typeface="Work Sans"/>
              <a:ea typeface="Work Sans"/>
              <a:cs typeface="Work Sans"/>
              <a:sym typeface="Work Sans"/>
            </a:endParaRPr>
          </a:p>
        </p:txBody>
      </p:sp>
      <p:sp>
        <p:nvSpPr>
          <p:cNvPr id="934" name="Google Shape;934;p46"/>
          <p:cNvSpPr txBox="1"/>
          <p:nvPr/>
        </p:nvSpPr>
        <p:spPr>
          <a:xfrm>
            <a:off x="1710004" y="4154261"/>
            <a:ext cx="2880000" cy="432396"/>
          </a:xfrm>
          <a:prstGeom prst="rect">
            <a:avLst/>
          </a:prstGeom>
          <a:noFill/>
          <a:ln>
            <a:noFill/>
          </a:ln>
        </p:spPr>
        <p:txBody>
          <a:bodyPr anchorCtr="0" anchor="t" bIns="91425" lIns="91425" spcFirstLastPara="1" rIns="91425" wrap="square" tIns="91425">
            <a:spAutoFit/>
          </a:bodyPr>
          <a:lstStyle/>
          <a:p>
            <a:pPr indent="0" lvl="0" marL="0" marR="0" rtl="0" algn="l">
              <a:lnSpc>
                <a:spcPct val="115000"/>
              </a:lnSpc>
              <a:spcBef>
                <a:spcPts val="0"/>
              </a:spcBef>
              <a:spcAft>
                <a:spcPts val="0"/>
              </a:spcAft>
              <a:buClr>
                <a:srgbClr val="000000"/>
              </a:buClr>
              <a:buSzPts val="2000"/>
              <a:buFont typeface="Arial"/>
              <a:buNone/>
            </a:pPr>
            <a:r>
              <a:rPr b="0" i="0" lang="pt-BR" sz="1400" u="none" cap="none" strike="noStrike">
                <a:solidFill>
                  <a:schemeClr val="lt1"/>
                </a:solidFill>
                <a:latin typeface="Work Sans"/>
                <a:ea typeface="Work Sans"/>
                <a:cs typeface="Work Sans"/>
                <a:sym typeface="Work Sans"/>
              </a:rPr>
              <a:t>Funções</a:t>
            </a:r>
            <a:endParaRPr b="0" i="0" sz="1400" u="none" cap="none" strike="noStrike">
              <a:solidFill>
                <a:schemeClr val="lt1"/>
              </a:solidFill>
              <a:latin typeface="Work Sans"/>
              <a:ea typeface="Work Sans"/>
              <a:cs typeface="Work Sans"/>
              <a:sym typeface="Work Sans"/>
            </a:endParaRPr>
          </a:p>
        </p:txBody>
      </p:sp>
      <p:sp>
        <p:nvSpPr>
          <p:cNvPr id="935" name="Google Shape;935;p46"/>
          <p:cNvSpPr txBox="1"/>
          <p:nvPr/>
        </p:nvSpPr>
        <p:spPr>
          <a:xfrm>
            <a:off x="5628236" y="2126790"/>
            <a:ext cx="2880000" cy="432396"/>
          </a:xfrm>
          <a:prstGeom prst="rect">
            <a:avLst/>
          </a:prstGeom>
          <a:noFill/>
          <a:ln>
            <a:noFill/>
          </a:ln>
        </p:spPr>
        <p:txBody>
          <a:bodyPr anchorCtr="0" anchor="t" bIns="91425" lIns="91425" spcFirstLastPara="1" rIns="91425" wrap="square" tIns="91425">
            <a:spAutoFit/>
          </a:bodyPr>
          <a:lstStyle/>
          <a:p>
            <a:pPr indent="0" lvl="0" marL="0" marR="0" rtl="0" algn="l">
              <a:lnSpc>
                <a:spcPct val="115000"/>
              </a:lnSpc>
              <a:spcBef>
                <a:spcPts val="0"/>
              </a:spcBef>
              <a:spcAft>
                <a:spcPts val="0"/>
              </a:spcAft>
              <a:buClr>
                <a:srgbClr val="000000"/>
              </a:buClr>
              <a:buSzPts val="2000"/>
              <a:buFont typeface="Arial"/>
              <a:buNone/>
            </a:pPr>
            <a:r>
              <a:rPr b="0" i="0" lang="pt-BR" sz="1400" u="none" cap="none" strike="noStrike">
                <a:solidFill>
                  <a:schemeClr val="lt1"/>
                </a:solidFill>
                <a:latin typeface="Work Sans"/>
                <a:ea typeface="Work Sans"/>
                <a:cs typeface="Work Sans"/>
                <a:sym typeface="Work Sans"/>
              </a:rPr>
              <a:t>Valor absoluto</a:t>
            </a:r>
            <a:endParaRPr b="0" i="0" sz="1400" u="none" cap="none" strike="noStrike">
              <a:solidFill>
                <a:schemeClr val="lt1"/>
              </a:solidFill>
              <a:latin typeface="Work Sans"/>
              <a:ea typeface="Work Sans"/>
              <a:cs typeface="Work Sans"/>
              <a:sym typeface="Work Sans"/>
            </a:endParaRPr>
          </a:p>
        </p:txBody>
      </p:sp>
      <p:sp>
        <p:nvSpPr>
          <p:cNvPr id="936" name="Google Shape;936;p46"/>
          <p:cNvSpPr txBox="1"/>
          <p:nvPr/>
        </p:nvSpPr>
        <p:spPr>
          <a:xfrm>
            <a:off x="5628236" y="3117087"/>
            <a:ext cx="3476894" cy="432396"/>
          </a:xfrm>
          <a:prstGeom prst="rect">
            <a:avLst/>
          </a:prstGeom>
          <a:noFill/>
          <a:ln>
            <a:noFill/>
          </a:ln>
        </p:spPr>
        <p:txBody>
          <a:bodyPr anchorCtr="0" anchor="t" bIns="91425" lIns="91425" spcFirstLastPara="1" rIns="91425" wrap="square" tIns="91425">
            <a:spAutoFit/>
          </a:bodyPr>
          <a:lstStyle/>
          <a:p>
            <a:pPr indent="0" lvl="0" marL="0" marR="0" rtl="0" algn="l">
              <a:lnSpc>
                <a:spcPct val="115000"/>
              </a:lnSpc>
              <a:spcBef>
                <a:spcPts val="0"/>
              </a:spcBef>
              <a:spcAft>
                <a:spcPts val="0"/>
              </a:spcAft>
              <a:buClr>
                <a:srgbClr val="000000"/>
              </a:buClr>
              <a:buSzPts val="2000"/>
              <a:buFont typeface="Arial"/>
              <a:buNone/>
            </a:pPr>
            <a:r>
              <a:rPr b="0" i="0" lang="pt-BR" sz="1400" u="none" cap="none" strike="noStrike">
                <a:solidFill>
                  <a:schemeClr val="lt1"/>
                </a:solidFill>
                <a:latin typeface="Work Sans"/>
                <a:ea typeface="Work Sans"/>
                <a:cs typeface="Work Sans"/>
                <a:sym typeface="Work Sans"/>
              </a:rPr>
              <a:t>Desigualdades</a:t>
            </a:r>
            <a:endParaRPr b="0" i="0" sz="1400" u="none" cap="none" strike="noStrike">
              <a:solidFill>
                <a:schemeClr val="lt1"/>
              </a:solidFill>
              <a:latin typeface="Work Sans"/>
              <a:ea typeface="Work Sans"/>
              <a:cs typeface="Work Sans"/>
              <a:sym typeface="Work Sans"/>
            </a:endParaRPr>
          </a:p>
        </p:txBody>
      </p:sp>
      <p:sp>
        <p:nvSpPr>
          <p:cNvPr id="937" name="Google Shape;937;p46"/>
          <p:cNvSpPr txBox="1"/>
          <p:nvPr/>
        </p:nvSpPr>
        <p:spPr>
          <a:xfrm>
            <a:off x="1710004" y="3145235"/>
            <a:ext cx="2880000" cy="432396"/>
          </a:xfrm>
          <a:prstGeom prst="rect">
            <a:avLst/>
          </a:prstGeom>
          <a:noFill/>
          <a:ln>
            <a:noFill/>
          </a:ln>
        </p:spPr>
        <p:txBody>
          <a:bodyPr anchorCtr="0" anchor="t" bIns="91425" lIns="91425" spcFirstLastPara="1" rIns="91425" wrap="square" tIns="91425">
            <a:spAutoFit/>
          </a:bodyPr>
          <a:lstStyle/>
          <a:p>
            <a:pPr indent="0" lvl="0" marL="0" marR="0" rtl="0" algn="l">
              <a:lnSpc>
                <a:spcPct val="115000"/>
              </a:lnSpc>
              <a:spcBef>
                <a:spcPts val="0"/>
              </a:spcBef>
              <a:spcAft>
                <a:spcPts val="0"/>
              </a:spcAft>
              <a:buClr>
                <a:srgbClr val="000000"/>
              </a:buClr>
              <a:buSzPts val="2000"/>
              <a:buFont typeface="Arial"/>
              <a:buNone/>
            </a:pPr>
            <a:r>
              <a:rPr b="0" i="0" lang="pt-BR" sz="1400" u="none" cap="none" strike="noStrike">
                <a:solidFill>
                  <a:schemeClr val="lt1"/>
                </a:solidFill>
                <a:latin typeface="Work Sans"/>
                <a:ea typeface="Work Sans"/>
                <a:cs typeface="Work Sans"/>
                <a:sym typeface="Work Sans"/>
              </a:rPr>
              <a:t>Equações</a:t>
            </a:r>
            <a:endParaRPr b="0" i="0" sz="1400" u="none" cap="none" strike="noStrike">
              <a:solidFill>
                <a:schemeClr val="lt1"/>
              </a:solidFill>
              <a:latin typeface="Work Sans"/>
              <a:ea typeface="Work Sans"/>
              <a:cs typeface="Work Sans"/>
              <a:sym typeface="Work Sans"/>
            </a:endParaRPr>
          </a:p>
        </p:txBody>
      </p:sp>
      <p:grpSp>
        <p:nvGrpSpPr>
          <p:cNvPr id="938" name="Google Shape;938;p46"/>
          <p:cNvGrpSpPr/>
          <p:nvPr/>
        </p:nvGrpSpPr>
        <p:grpSpPr>
          <a:xfrm>
            <a:off x="4449395" y="1009233"/>
            <a:ext cx="1620000" cy="720000"/>
            <a:chOff x="5220000" y="5040000"/>
            <a:chExt cx="1620000" cy="720000"/>
          </a:xfrm>
        </p:grpSpPr>
        <p:sp>
          <p:nvSpPr>
            <p:cNvPr id="939" name="Google Shape;939;p46"/>
            <p:cNvSpPr txBox="1"/>
            <p:nvPr/>
          </p:nvSpPr>
          <p:spPr>
            <a:xfrm>
              <a:off x="5220000" y="5040000"/>
              <a:ext cx="1620000" cy="467790"/>
            </a:xfrm>
            <a:prstGeom prst="rect">
              <a:avLst/>
            </a:prstGeom>
            <a:noFill/>
            <a:ln>
              <a:noFill/>
            </a:ln>
          </p:spPr>
          <p:txBody>
            <a:bodyPr anchorCtr="0" anchor="t" bIns="91425" lIns="91425" spcFirstLastPara="1" rIns="91425" wrap="square" tIns="91425">
              <a:spAutoFit/>
            </a:bodyPr>
            <a:lstStyle/>
            <a:p>
              <a:pPr indent="0" lvl="0" marL="0" marR="0" rtl="0" algn="l">
                <a:lnSpc>
                  <a:spcPct val="115000"/>
                </a:lnSpc>
                <a:spcBef>
                  <a:spcPts val="0"/>
                </a:spcBef>
                <a:spcAft>
                  <a:spcPts val="0"/>
                </a:spcAft>
                <a:buClr>
                  <a:srgbClr val="000000"/>
                </a:buClr>
                <a:buSzPts val="2000"/>
                <a:buFont typeface="Arial"/>
                <a:buNone/>
              </a:pPr>
              <a:r>
                <a:rPr b="1" i="0" lang="pt-BR" sz="1600" u="none" cap="none" strike="noStrike">
                  <a:solidFill>
                    <a:schemeClr val="lt1"/>
                  </a:solidFill>
                  <a:latin typeface="Arial"/>
                  <a:ea typeface="Arial"/>
                  <a:cs typeface="Arial"/>
                  <a:sym typeface="Arial"/>
                </a:rPr>
                <a:t>ÁLGEBRA</a:t>
              </a:r>
              <a:endParaRPr b="0" i="0" sz="1600" u="none" cap="none" strike="noStrike">
                <a:solidFill>
                  <a:schemeClr val="lt1"/>
                </a:solidFill>
                <a:latin typeface="Arial"/>
                <a:ea typeface="Arial"/>
                <a:cs typeface="Arial"/>
                <a:sym typeface="Arial"/>
              </a:endParaRPr>
            </a:p>
          </p:txBody>
        </p:sp>
        <p:sp>
          <p:nvSpPr>
            <p:cNvPr id="940" name="Google Shape;940;p46"/>
            <p:cNvSpPr txBox="1"/>
            <p:nvPr/>
          </p:nvSpPr>
          <p:spPr>
            <a:xfrm>
              <a:off x="5220000" y="5400000"/>
              <a:ext cx="1620000" cy="360000"/>
            </a:xfrm>
            <a:prstGeom prst="rect">
              <a:avLst/>
            </a:prstGeom>
            <a:noFill/>
            <a:ln>
              <a:noFill/>
            </a:ln>
          </p:spPr>
          <p:txBody>
            <a:bodyPr anchorCtr="0" anchor="ctr" bIns="91425" lIns="91425" spcFirstLastPara="1" rIns="91425" wrap="square" tIns="91425">
              <a:noAutofit/>
            </a:bodyPr>
            <a:lstStyle/>
            <a:p>
              <a:pPr indent="0" lvl="0" marL="0" marR="0" rtl="0" algn="l">
                <a:lnSpc>
                  <a:spcPct val="115000"/>
                </a:lnSpc>
                <a:spcBef>
                  <a:spcPts val="0"/>
                </a:spcBef>
                <a:spcAft>
                  <a:spcPts val="0"/>
                </a:spcAft>
                <a:buClr>
                  <a:srgbClr val="000000"/>
                </a:buClr>
                <a:buSzPts val="2000"/>
                <a:buFont typeface="Arial"/>
                <a:buNone/>
              </a:pPr>
              <a:r>
                <a:rPr b="1" i="1" lang="pt-BR" sz="1800" u="none" cap="none" strike="noStrike">
                  <a:solidFill>
                    <a:schemeClr val="dk1"/>
                  </a:solidFill>
                  <a:latin typeface="Arial"/>
                  <a:ea typeface="Arial"/>
                  <a:cs typeface="Arial"/>
                  <a:sym typeface="Arial"/>
                </a:rPr>
                <a:t>algebra</a:t>
              </a:r>
              <a:endParaRPr b="0" i="1" sz="1800" u="none" cap="none" strike="noStrike">
                <a:solidFill>
                  <a:srgbClr val="000000"/>
                </a:solidFill>
                <a:latin typeface="Arial"/>
                <a:ea typeface="Arial"/>
                <a:cs typeface="Arial"/>
                <a:sym typeface="Arial"/>
              </a:endParaRPr>
            </a:p>
          </p:txBody>
        </p:sp>
      </p:grpSp>
      <p:sp>
        <p:nvSpPr>
          <p:cNvPr id="941" name="Google Shape;941;p46"/>
          <p:cNvSpPr txBox="1"/>
          <p:nvPr/>
        </p:nvSpPr>
        <p:spPr>
          <a:xfrm>
            <a:off x="3816804" y="1143519"/>
            <a:ext cx="587556" cy="576001"/>
          </a:xfrm>
          <a:prstGeom prst="rect">
            <a:avLst/>
          </a:prstGeom>
          <a:solidFill>
            <a:schemeClr val="dk1"/>
          </a:solidFill>
          <a:ln>
            <a:noFill/>
          </a:ln>
        </p:spPr>
        <p:txBody>
          <a:bodyPr anchorCtr="0" anchor="ctr" bIns="91425" lIns="0" spcFirstLastPara="1" rIns="0" wrap="square" tIns="91425">
            <a:noAutofit/>
          </a:bodyPr>
          <a:lstStyle/>
          <a:p>
            <a:pPr indent="0" lvl="0" marL="0" marR="0" rtl="0" algn="ctr">
              <a:lnSpc>
                <a:spcPct val="100000"/>
              </a:lnSpc>
              <a:spcBef>
                <a:spcPts val="0"/>
              </a:spcBef>
              <a:spcAft>
                <a:spcPts val="0"/>
              </a:spcAft>
              <a:buClr>
                <a:srgbClr val="000000"/>
              </a:buClr>
              <a:buSzPts val="3000"/>
              <a:buFont typeface="Arial"/>
              <a:buNone/>
            </a:pPr>
            <a:r>
              <a:t/>
            </a:r>
            <a:endParaRPr b="0" i="0" sz="3000" u="none" cap="none" strike="noStrike">
              <a:solidFill>
                <a:srgbClr val="F3F3F3"/>
              </a:solidFill>
              <a:latin typeface="Kanit"/>
              <a:ea typeface="Kanit"/>
              <a:cs typeface="Kanit"/>
              <a:sym typeface="Kanit"/>
            </a:endParaRPr>
          </a:p>
        </p:txBody>
      </p:sp>
      <p:pic>
        <p:nvPicPr>
          <p:cNvPr descr="Mathematics outline" id="942" name="Google Shape;942;p46"/>
          <p:cNvPicPr preferRelativeResize="0"/>
          <p:nvPr/>
        </p:nvPicPr>
        <p:blipFill rotWithShape="1">
          <a:blip r:embed="rId5">
            <a:alphaModFix/>
          </a:blip>
          <a:srcRect b="0" l="0" r="0" t="0"/>
          <a:stretch/>
        </p:blipFill>
        <p:spPr>
          <a:xfrm>
            <a:off x="3816804" y="1144620"/>
            <a:ext cx="587556" cy="587556"/>
          </a:xfrm>
          <a:prstGeom prst="rect">
            <a:avLst/>
          </a:prstGeom>
          <a:noFill/>
          <a:ln>
            <a:noFill/>
          </a:ln>
        </p:spPr>
      </p:pic>
      <p:sp>
        <p:nvSpPr>
          <p:cNvPr id="943" name="Google Shape;943;p46"/>
          <p:cNvSpPr txBox="1"/>
          <p:nvPr/>
        </p:nvSpPr>
        <p:spPr>
          <a:xfrm>
            <a:off x="5628236" y="4165552"/>
            <a:ext cx="3476894" cy="432396"/>
          </a:xfrm>
          <a:prstGeom prst="rect">
            <a:avLst/>
          </a:prstGeom>
          <a:noFill/>
          <a:ln>
            <a:noFill/>
          </a:ln>
        </p:spPr>
        <p:txBody>
          <a:bodyPr anchorCtr="0" anchor="t" bIns="91425" lIns="91425" spcFirstLastPara="1" rIns="91425" wrap="square" tIns="91425">
            <a:spAutoFit/>
          </a:bodyPr>
          <a:lstStyle/>
          <a:p>
            <a:pPr indent="0" lvl="0" marL="0" marR="0" rtl="0" algn="l">
              <a:lnSpc>
                <a:spcPct val="115000"/>
              </a:lnSpc>
              <a:spcBef>
                <a:spcPts val="0"/>
              </a:spcBef>
              <a:spcAft>
                <a:spcPts val="0"/>
              </a:spcAft>
              <a:buClr>
                <a:srgbClr val="000000"/>
              </a:buClr>
              <a:buSzPts val="2000"/>
              <a:buFont typeface="Arial"/>
              <a:buNone/>
            </a:pPr>
            <a:r>
              <a:rPr b="0" i="0" lang="pt-BR" sz="1400" u="none" cap="none" strike="noStrike">
                <a:solidFill>
                  <a:schemeClr val="lt1"/>
                </a:solidFill>
                <a:latin typeface="Work Sans"/>
                <a:ea typeface="Work Sans"/>
                <a:cs typeface="Work Sans"/>
                <a:sym typeface="Work Sans"/>
              </a:rPr>
              <a:t>Simplificar Expressões Algébricas</a:t>
            </a:r>
            <a:endParaRPr b="0" i="0" sz="1400" u="none" cap="none" strike="noStrike">
              <a:solidFill>
                <a:schemeClr val="lt1"/>
              </a:solidFill>
              <a:latin typeface="Work Sans"/>
              <a:ea typeface="Work Sans"/>
              <a:cs typeface="Work Sans"/>
              <a:sym typeface="Work Sans"/>
            </a:endParaRPr>
          </a:p>
        </p:txBody>
      </p:sp>
      <p:pic>
        <p:nvPicPr>
          <p:cNvPr descr="Golden Ratio outline" id="944" name="Google Shape;944;p46"/>
          <p:cNvPicPr preferRelativeResize="0"/>
          <p:nvPr/>
        </p:nvPicPr>
        <p:blipFill rotWithShape="1">
          <a:blip r:embed="rId6">
            <a:alphaModFix/>
          </a:blip>
          <a:srcRect b="0" l="0" r="0" t="0"/>
          <a:stretch/>
        </p:blipFill>
        <p:spPr>
          <a:xfrm>
            <a:off x="1009938" y="4056242"/>
            <a:ext cx="524922" cy="524922"/>
          </a:xfrm>
          <a:prstGeom prst="rect">
            <a:avLst/>
          </a:prstGeom>
          <a:noFill/>
          <a:ln>
            <a:noFill/>
          </a:ln>
        </p:spPr>
      </p:pic>
      <p:pic>
        <p:nvPicPr>
          <p:cNvPr descr="Ruler outline" id="945" name="Google Shape;945;p46"/>
          <p:cNvPicPr preferRelativeResize="0"/>
          <p:nvPr/>
        </p:nvPicPr>
        <p:blipFill rotWithShape="1">
          <a:blip r:embed="rId7">
            <a:alphaModFix/>
          </a:blip>
          <a:srcRect b="0" l="0" r="0" t="0"/>
          <a:stretch/>
        </p:blipFill>
        <p:spPr>
          <a:xfrm>
            <a:off x="4992339" y="2107873"/>
            <a:ext cx="490094" cy="490094"/>
          </a:xfrm>
          <a:prstGeom prst="rect">
            <a:avLst/>
          </a:prstGeom>
          <a:noFill/>
          <a:ln>
            <a:noFill/>
          </a:ln>
        </p:spPr>
      </p:pic>
      <p:sp>
        <p:nvSpPr>
          <p:cNvPr id="946" name="Google Shape;946;p46"/>
          <p:cNvSpPr txBox="1"/>
          <p:nvPr/>
        </p:nvSpPr>
        <p:spPr>
          <a:xfrm>
            <a:off x="996448" y="2060995"/>
            <a:ext cx="587556" cy="576001"/>
          </a:xfrm>
          <a:prstGeom prst="rect">
            <a:avLst/>
          </a:prstGeom>
          <a:solidFill>
            <a:srgbClr val="FFFFFF"/>
          </a:solidFill>
          <a:ln cap="flat" cmpd="sng" w="38100">
            <a:solidFill>
              <a:schemeClr val="dk1"/>
            </a:solidFill>
            <a:prstDash val="solid"/>
            <a:round/>
            <a:headEnd len="sm" w="sm" type="none"/>
            <a:tailEnd len="sm" w="sm" type="none"/>
          </a:ln>
        </p:spPr>
        <p:txBody>
          <a:bodyPr anchorCtr="0" anchor="ctr" bIns="91425" lIns="0" spcFirstLastPara="1" rIns="0" wrap="square" tIns="91425">
            <a:noAutofit/>
          </a:bodyPr>
          <a:lstStyle/>
          <a:p>
            <a:pPr indent="0" lvl="0" marL="0" marR="0" rtl="0" algn="ctr">
              <a:lnSpc>
                <a:spcPct val="100000"/>
              </a:lnSpc>
              <a:spcBef>
                <a:spcPts val="0"/>
              </a:spcBef>
              <a:spcAft>
                <a:spcPts val="0"/>
              </a:spcAft>
              <a:buClr>
                <a:srgbClr val="000000"/>
              </a:buClr>
              <a:buSzPts val="3000"/>
              <a:buFont typeface="Arial"/>
              <a:buNone/>
            </a:pPr>
            <a:r>
              <a:t/>
            </a:r>
            <a:endParaRPr b="0" i="0" sz="3000" u="none" cap="none" strike="noStrike">
              <a:solidFill>
                <a:srgbClr val="F3F3F3"/>
              </a:solidFill>
              <a:latin typeface="Kanit"/>
              <a:ea typeface="Kanit"/>
              <a:cs typeface="Kanit"/>
              <a:sym typeface="Kanit"/>
            </a:endParaRPr>
          </a:p>
        </p:txBody>
      </p:sp>
      <p:sp>
        <p:nvSpPr>
          <p:cNvPr id="947" name="Google Shape;947;p46"/>
          <p:cNvSpPr txBox="1"/>
          <p:nvPr/>
        </p:nvSpPr>
        <p:spPr>
          <a:xfrm>
            <a:off x="996448" y="3070110"/>
            <a:ext cx="587556" cy="576001"/>
          </a:xfrm>
          <a:prstGeom prst="rect">
            <a:avLst/>
          </a:prstGeom>
          <a:solidFill>
            <a:srgbClr val="FFFFFF"/>
          </a:solidFill>
          <a:ln cap="flat" cmpd="sng" w="38100">
            <a:solidFill>
              <a:schemeClr val="dk1"/>
            </a:solidFill>
            <a:prstDash val="solid"/>
            <a:round/>
            <a:headEnd len="sm" w="sm" type="none"/>
            <a:tailEnd len="sm" w="sm" type="none"/>
          </a:ln>
        </p:spPr>
        <p:txBody>
          <a:bodyPr anchorCtr="0" anchor="ctr" bIns="91425" lIns="0" spcFirstLastPara="1" rIns="0" wrap="square" tIns="91425">
            <a:noAutofit/>
          </a:bodyPr>
          <a:lstStyle/>
          <a:p>
            <a:pPr indent="0" lvl="0" marL="0" marR="0" rtl="0" algn="ctr">
              <a:lnSpc>
                <a:spcPct val="100000"/>
              </a:lnSpc>
              <a:spcBef>
                <a:spcPts val="0"/>
              </a:spcBef>
              <a:spcAft>
                <a:spcPts val="0"/>
              </a:spcAft>
              <a:buClr>
                <a:srgbClr val="000000"/>
              </a:buClr>
              <a:buSzPts val="3000"/>
              <a:buFont typeface="Arial"/>
              <a:buNone/>
            </a:pPr>
            <a:r>
              <a:t/>
            </a:r>
            <a:endParaRPr b="0" i="0" sz="3000" u="none" cap="none" strike="noStrike">
              <a:solidFill>
                <a:srgbClr val="F3F3F3"/>
              </a:solidFill>
              <a:latin typeface="Kanit"/>
              <a:ea typeface="Kanit"/>
              <a:cs typeface="Kanit"/>
              <a:sym typeface="Kanit"/>
            </a:endParaRPr>
          </a:p>
        </p:txBody>
      </p:sp>
      <p:sp>
        <p:nvSpPr>
          <p:cNvPr id="948" name="Google Shape;948;p46"/>
          <p:cNvSpPr txBox="1"/>
          <p:nvPr/>
        </p:nvSpPr>
        <p:spPr>
          <a:xfrm>
            <a:off x="996448" y="4079225"/>
            <a:ext cx="587556" cy="576001"/>
          </a:xfrm>
          <a:prstGeom prst="rect">
            <a:avLst/>
          </a:prstGeom>
          <a:solidFill>
            <a:srgbClr val="FFFFFF"/>
          </a:solidFill>
          <a:ln cap="flat" cmpd="sng" w="38100">
            <a:solidFill>
              <a:schemeClr val="dk1"/>
            </a:solidFill>
            <a:prstDash val="solid"/>
            <a:round/>
            <a:headEnd len="sm" w="sm" type="none"/>
            <a:tailEnd len="sm" w="sm" type="none"/>
          </a:ln>
        </p:spPr>
        <p:txBody>
          <a:bodyPr anchorCtr="0" anchor="ctr" bIns="91425" lIns="0" spcFirstLastPara="1" rIns="0" wrap="square" tIns="91425">
            <a:noAutofit/>
          </a:bodyPr>
          <a:lstStyle/>
          <a:p>
            <a:pPr indent="0" lvl="0" marL="0" marR="0" rtl="0" algn="ctr">
              <a:lnSpc>
                <a:spcPct val="100000"/>
              </a:lnSpc>
              <a:spcBef>
                <a:spcPts val="0"/>
              </a:spcBef>
              <a:spcAft>
                <a:spcPts val="0"/>
              </a:spcAft>
              <a:buClr>
                <a:srgbClr val="000000"/>
              </a:buClr>
              <a:buSzPts val="3000"/>
              <a:buFont typeface="Arial"/>
              <a:buNone/>
            </a:pPr>
            <a:r>
              <a:t/>
            </a:r>
            <a:endParaRPr b="0" i="0" sz="3000" u="none" cap="none" strike="noStrike">
              <a:solidFill>
                <a:srgbClr val="F3F3F3"/>
              </a:solidFill>
              <a:latin typeface="Kanit"/>
              <a:ea typeface="Kanit"/>
              <a:cs typeface="Kanit"/>
              <a:sym typeface="Kanit"/>
            </a:endParaRPr>
          </a:p>
        </p:txBody>
      </p:sp>
      <p:sp>
        <p:nvSpPr>
          <p:cNvPr id="949" name="Google Shape;949;p46"/>
          <p:cNvSpPr txBox="1"/>
          <p:nvPr/>
        </p:nvSpPr>
        <p:spPr>
          <a:xfrm>
            <a:off x="4894877" y="2060995"/>
            <a:ext cx="587556" cy="576001"/>
          </a:xfrm>
          <a:prstGeom prst="rect">
            <a:avLst/>
          </a:prstGeom>
          <a:solidFill>
            <a:srgbClr val="FFFFFF"/>
          </a:solidFill>
          <a:ln cap="flat" cmpd="sng" w="38100">
            <a:solidFill>
              <a:schemeClr val="dk1"/>
            </a:solidFill>
            <a:prstDash val="solid"/>
            <a:round/>
            <a:headEnd len="sm" w="sm" type="none"/>
            <a:tailEnd len="sm" w="sm" type="none"/>
          </a:ln>
        </p:spPr>
        <p:txBody>
          <a:bodyPr anchorCtr="0" anchor="ctr" bIns="91425" lIns="0" spcFirstLastPara="1" rIns="0" wrap="square" tIns="91425">
            <a:noAutofit/>
          </a:bodyPr>
          <a:lstStyle/>
          <a:p>
            <a:pPr indent="0" lvl="0" marL="0" marR="0" rtl="0" algn="ctr">
              <a:lnSpc>
                <a:spcPct val="100000"/>
              </a:lnSpc>
              <a:spcBef>
                <a:spcPts val="0"/>
              </a:spcBef>
              <a:spcAft>
                <a:spcPts val="0"/>
              </a:spcAft>
              <a:buClr>
                <a:srgbClr val="000000"/>
              </a:buClr>
              <a:buSzPts val="3000"/>
              <a:buFont typeface="Arial"/>
              <a:buNone/>
            </a:pPr>
            <a:r>
              <a:t/>
            </a:r>
            <a:endParaRPr b="0" i="0" sz="3000" u="none" cap="none" strike="noStrike">
              <a:solidFill>
                <a:srgbClr val="F3F3F3"/>
              </a:solidFill>
              <a:latin typeface="Kanit"/>
              <a:ea typeface="Kanit"/>
              <a:cs typeface="Kanit"/>
              <a:sym typeface="Kanit"/>
            </a:endParaRPr>
          </a:p>
        </p:txBody>
      </p:sp>
      <p:sp>
        <p:nvSpPr>
          <p:cNvPr id="950" name="Google Shape;950;p46"/>
          <p:cNvSpPr txBox="1"/>
          <p:nvPr/>
        </p:nvSpPr>
        <p:spPr>
          <a:xfrm>
            <a:off x="4894877" y="3070109"/>
            <a:ext cx="587556" cy="576001"/>
          </a:xfrm>
          <a:prstGeom prst="rect">
            <a:avLst/>
          </a:prstGeom>
          <a:solidFill>
            <a:srgbClr val="FFFFFF"/>
          </a:solidFill>
          <a:ln cap="flat" cmpd="sng" w="38100">
            <a:solidFill>
              <a:schemeClr val="dk1"/>
            </a:solidFill>
            <a:prstDash val="solid"/>
            <a:round/>
            <a:headEnd len="sm" w="sm" type="none"/>
            <a:tailEnd len="sm" w="sm" type="none"/>
          </a:ln>
        </p:spPr>
        <p:txBody>
          <a:bodyPr anchorCtr="0" anchor="ctr" bIns="91425" lIns="0" spcFirstLastPara="1" rIns="0" wrap="square" tIns="91425">
            <a:noAutofit/>
          </a:bodyPr>
          <a:lstStyle/>
          <a:p>
            <a:pPr indent="0" lvl="0" marL="0" marR="0" rtl="0" algn="ctr">
              <a:lnSpc>
                <a:spcPct val="100000"/>
              </a:lnSpc>
              <a:spcBef>
                <a:spcPts val="0"/>
              </a:spcBef>
              <a:spcAft>
                <a:spcPts val="0"/>
              </a:spcAft>
              <a:buClr>
                <a:srgbClr val="000000"/>
              </a:buClr>
              <a:buSzPts val="3000"/>
              <a:buFont typeface="Arial"/>
              <a:buNone/>
            </a:pPr>
            <a:r>
              <a:t/>
            </a:r>
            <a:endParaRPr b="0" i="0" sz="3000" u="none" cap="none" strike="noStrike">
              <a:solidFill>
                <a:srgbClr val="F3F3F3"/>
              </a:solidFill>
              <a:latin typeface="Kanit"/>
              <a:ea typeface="Kanit"/>
              <a:cs typeface="Kanit"/>
              <a:sym typeface="Kanit"/>
            </a:endParaRPr>
          </a:p>
        </p:txBody>
      </p:sp>
      <p:sp>
        <p:nvSpPr>
          <p:cNvPr id="951" name="Google Shape;951;p46"/>
          <p:cNvSpPr txBox="1"/>
          <p:nvPr/>
        </p:nvSpPr>
        <p:spPr>
          <a:xfrm>
            <a:off x="4887512" y="4077968"/>
            <a:ext cx="587556" cy="576001"/>
          </a:xfrm>
          <a:prstGeom prst="rect">
            <a:avLst/>
          </a:prstGeom>
          <a:solidFill>
            <a:srgbClr val="FFFFFF"/>
          </a:solidFill>
          <a:ln cap="flat" cmpd="sng" w="38100">
            <a:solidFill>
              <a:schemeClr val="dk1"/>
            </a:solidFill>
            <a:prstDash val="solid"/>
            <a:round/>
            <a:headEnd len="sm" w="sm" type="none"/>
            <a:tailEnd len="sm" w="sm" type="none"/>
          </a:ln>
        </p:spPr>
        <p:txBody>
          <a:bodyPr anchorCtr="0" anchor="ctr" bIns="91425" lIns="0" spcFirstLastPara="1" rIns="0" wrap="square" tIns="91425">
            <a:noAutofit/>
          </a:bodyPr>
          <a:lstStyle/>
          <a:p>
            <a:pPr indent="0" lvl="0" marL="0" marR="0" rtl="0" algn="ctr">
              <a:lnSpc>
                <a:spcPct val="100000"/>
              </a:lnSpc>
              <a:spcBef>
                <a:spcPts val="0"/>
              </a:spcBef>
              <a:spcAft>
                <a:spcPts val="0"/>
              </a:spcAft>
              <a:buClr>
                <a:srgbClr val="000000"/>
              </a:buClr>
              <a:buSzPts val="3000"/>
              <a:buFont typeface="Arial"/>
              <a:buNone/>
            </a:pPr>
            <a:r>
              <a:t/>
            </a:r>
            <a:endParaRPr b="0" i="0" sz="3000" u="none" cap="none" strike="noStrike">
              <a:solidFill>
                <a:srgbClr val="F3F3F3"/>
              </a:solidFill>
              <a:latin typeface="Kanit"/>
              <a:ea typeface="Kanit"/>
              <a:cs typeface="Kanit"/>
              <a:sym typeface="Kanit"/>
            </a:endParaRPr>
          </a:p>
        </p:txBody>
      </p:sp>
      <p:pic>
        <p:nvPicPr>
          <p:cNvPr id="952" name="Google Shape;952;p46"/>
          <p:cNvPicPr preferRelativeResize="0"/>
          <p:nvPr/>
        </p:nvPicPr>
        <p:blipFill rotWithShape="1">
          <a:blip r:embed="rId8">
            <a:alphaModFix/>
          </a:blip>
          <a:srcRect b="0" l="0" r="0" t="0"/>
          <a:stretch/>
        </p:blipFill>
        <p:spPr>
          <a:xfrm>
            <a:off x="1097915" y="2192604"/>
            <a:ext cx="399648" cy="351342"/>
          </a:xfrm>
          <a:prstGeom prst="rect">
            <a:avLst/>
          </a:prstGeom>
          <a:noFill/>
          <a:ln>
            <a:noFill/>
          </a:ln>
        </p:spPr>
      </p:pic>
      <p:pic>
        <p:nvPicPr>
          <p:cNvPr id="953" name="Google Shape;953;p46"/>
          <p:cNvPicPr preferRelativeResize="0"/>
          <p:nvPr/>
        </p:nvPicPr>
        <p:blipFill rotWithShape="1">
          <a:blip r:embed="rId9">
            <a:alphaModFix/>
          </a:blip>
          <a:srcRect b="0" l="0" r="0" t="0"/>
          <a:stretch/>
        </p:blipFill>
        <p:spPr>
          <a:xfrm>
            <a:off x="1097915" y="3190747"/>
            <a:ext cx="384621" cy="358736"/>
          </a:xfrm>
          <a:prstGeom prst="rect">
            <a:avLst/>
          </a:prstGeom>
          <a:noFill/>
          <a:ln>
            <a:noFill/>
          </a:ln>
        </p:spPr>
      </p:pic>
      <p:pic>
        <p:nvPicPr>
          <p:cNvPr id="954" name="Google Shape;954;p46"/>
          <p:cNvPicPr preferRelativeResize="0"/>
          <p:nvPr/>
        </p:nvPicPr>
        <p:blipFill rotWithShape="1">
          <a:blip r:embed="rId10">
            <a:alphaModFix/>
          </a:blip>
          <a:srcRect b="0" l="0" r="0" t="0"/>
          <a:stretch/>
        </p:blipFill>
        <p:spPr>
          <a:xfrm>
            <a:off x="1074598" y="4194679"/>
            <a:ext cx="422965" cy="391978"/>
          </a:xfrm>
          <a:prstGeom prst="rect">
            <a:avLst/>
          </a:prstGeom>
          <a:noFill/>
          <a:ln>
            <a:noFill/>
          </a:ln>
        </p:spPr>
      </p:pic>
      <p:pic>
        <p:nvPicPr>
          <p:cNvPr id="955" name="Google Shape;955;p46"/>
          <p:cNvPicPr preferRelativeResize="0"/>
          <p:nvPr/>
        </p:nvPicPr>
        <p:blipFill rotWithShape="1">
          <a:blip r:embed="rId11">
            <a:alphaModFix/>
          </a:blip>
          <a:srcRect b="0" l="0" r="0" t="0"/>
          <a:stretch/>
        </p:blipFill>
        <p:spPr>
          <a:xfrm>
            <a:off x="5004922" y="3162615"/>
            <a:ext cx="367465" cy="396165"/>
          </a:xfrm>
          <a:prstGeom prst="rect">
            <a:avLst/>
          </a:prstGeom>
          <a:noFill/>
          <a:ln>
            <a:noFill/>
          </a:ln>
        </p:spPr>
      </p:pic>
      <p:pic>
        <p:nvPicPr>
          <p:cNvPr id="956" name="Google Shape;956;p46"/>
          <p:cNvPicPr preferRelativeResize="0"/>
          <p:nvPr/>
        </p:nvPicPr>
        <p:blipFill rotWithShape="1">
          <a:blip r:embed="rId12">
            <a:alphaModFix/>
          </a:blip>
          <a:srcRect b="0" l="0" r="0" t="0"/>
          <a:stretch/>
        </p:blipFill>
        <p:spPr>
          <a:xfrm>
            <a:off x="4954868" y="4141376"/>
            <a:ext cx="443616" cy="480747"/>
          </a:xfrm>
          <a:prstGeom prst="rect">
            <a:avLst/>
          </a:prstGeom>
          <a:noFill/>
          <a:ln>
            <a:noFill/>
          </a:ln>
        </p:spPr>
      </p:pic>
      <p:pic>
        <p:nvPicPr>
          <p:cNvPr id="957" name="Google Shape;957;p46"/>
          <p:cNvPicPr preferRelativeResize="0"/>
          <p:nvPr/>
        </p:nvPicPr>
        <p:blipFill rotWithShape="1">
          <a:blip r:embed="rId13">
            <a:alphaModFix/>
          </a:blip>
          <a:srcRect b="0" l="0" r="0" t="0"/>
          <a:stretch/>
        </p:blipFill>
        <p:spPr>
          <a:xfrm>
            <a:off x="4906676" y="2093600"/>
            <a:ext cx="540000" cy="540000"/>
          </a:xfrm>
          <a:prstGeom prst="rect">
            <a:avLst/>
          </a:prstGeom>
          <a:noFill/>
          <a:ln>
            <a:noFill/>
          </a:ln>
        </p:spPr>
      </p:pic>
      <p:sp>
        <p:nvSpPr>
          <p:cNvPr id="958" name="Google Shape;958;p46"/>
          <p:cNvSpPr txBox="1"/>
          <p:nvPr/>
        </p:nvSpPr>
        <p:spPr>
          <a:xfrm>
            <a:off x="0" y="4825425"/>
            <a:ext cx="4862100" cy="276900"/>
          </a:xfrm>
          <a:prstGeom prst="rect">
            <a:avLst/>
          </a:prstGeom>
          <a:noFill/>
          <a:ln>
            <a:noFill/>
          </a:ln>
        </p:spPr>
        <p:txBody>
          <a:bodyPr anchorCtr="0" anchor="t" bIns="68550" lIns="137125" spcFirstLastPara="1" rIns="137125" wrap="square" tIns="68550">
            <a:spAutoFit/>
          </a:bodyPr>
          <a:lstStyle/>
          <a:p>
            <a:pPr indent="0" lvl="0" marL="0" marR="0" rtl="0" algn="l">
              <a:lnSpc>
                <a:spcPct val="100000"/>
              </a:lnSpc>
              <a:spcBef>
                <a:spcPts val="0"/>
              </a:spcBef>
              <a:spcAft>
                <a:spcPts val="0"/>
              </a:spcAft>
              <a:buClr>
                <a:srgbClr val="000000"/>
              </a:buClr>
              <a:buSzPts val="900"/>
              <a:buFont typeface="Arial"/>
              <a:buNone/>
            </a:pPr>
            <a:r>
              <a:rPr b="1" i="0" lang="pt-BR" sz="900" u="none" cap="none" strike="noStrike">
                <a:solidFill>
                  <a:srgbClr val="000000"/>
                </a:solidFill>
                <a:latin typeface="Arial"/>
                <a:ea typeface="Arial"/>
                <a:cs typeface="Arial"/>
                <a:sym typeface="Arial"/>
              </a:rPr>
              <a:t>Prep4Consulting 2026.2 </a:t>
            </a:r>
            <a:r>
              <a:rPr b="0" i="0" lang="pt-BR" sz="900" u="none" cap="none" strike="noStrike">
                <a:solidFill>
                  <a:srgbClr val="000000"/>
                </a:solidFill>
                <a:latin typeface="Arial"/>
                <a:ea typeface="Arial"/>
                <a:cs typeface="Arial"/>
                <a:sym typeface="Arial"/>
              </a:rPr>
              <a:t>| GMAT: Estrutura da Prova</a:t>
            </a:r>
            <a:endParaRPr b="0" i="0" sz="900" u="none" cap="none" strike="noStrike">
              <a:solidFill>
                <a:srgbClr val="000000"/>
              </a:solidFill>
              <a:latin typeface="Arial"/>
              <a:ea typeface="Arial"/>
              <a:cs typeface="Arial"/>
              <a:sym typeface="Arial"/>
            </a:endParaRPr>
          </a:p>
        </p:txBody>
      </p:sp>
    </p:spTree>
  </p:cSld>
  <p:clrMapOvr>
    <a:masterClrMapping/>
  </p:clrMapOvr>
</p:sld>
</file>

<file path=ppt/slides/slide4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62" name="Shape 962"/>
        <p:cNvGrpSpPr/>
        <p:nvPr/>
      </p:nvGrpSpPr>
      <p:grpSpPr>
        <a:xfrm>
          <a:off x="0" y="0"/>
          <a:ext cx="0" cy="0"/>
          <a:chOff x="0" y="0"/>
          <a:chExt cx="0" cy="0"/>
        </a:xfrm>
      </p:grpSpPr>
      <p:sp>
        <p:nvSpPr>
          <p:cNvPr id="963" name="Google Shape;963;p47"/>
          <p:cNvSpPr txBox="1"/>
          <p:nvPr>
            <p:ph idx="4294967295" type="title"/>
          </p:nvPr>
        </p:nvSpPr>
        <p:spPr>
          <a:xfrm>
            <a:off x="722375" y="384050"/>
            <a:ext cx="5052900" cy="5760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3000"/>
              <a:buNone/>
            </a:pPr>
            <a:r>
              <a:rPr lang="pt-BR"/>
              <a:t>REVISÃO DE MATEMÁTICA</a:t>
            </a:r>
            <a:endParaRPr/>
          </a:p>
        </p:txBody>
      </p:sp>
      <p:sp>
        <p:nvSpPr>
          <p:cNvPr id="964" name="Google Shape;964;p47"/>
          <p:cNvSpPr txBox="1"/>
          <p:nvPr/>
        </p:nvSpPr>
        <p:spPr>
          <a:xfrm>
            <a:off x="4281900" y="4825425"/>
            <a:ext cx="4862100" cy="276900"/>
          </a:xfrm>
          <a:prstGeom prst="rect">
            <a:avLst/>
          </a:prstGeom>
          <a:noFill/>
          <a:ln>
            <a:noFill/>
          </a:ln>
        </p:spPr>
        <p:txBody>
          <a:bodyPr anchorCtr="0" anchor="t" bIns="68550" lIns="137125" spcFirstLastPara="1" rIns="137125" wrap="square" tIns="68550">
            <a:spAutoFit/>
          </a:bodyPr>
          <a:lstStyle/>
          <a:p>
            <a:pPr indent="0" lvl="0" marL="0" marR="0" rtl="0" algn="r">
              <a:lnSpc>
                <a:spcPct val="100000"/>
              </a:lnSpc>
              <a:spcBef>
                <a:spcPts val="0"/>
              </a:spcBef>
              <a:spcAft>
                <a:spcPts val="0"/>
              </a:spcAft>
              <a:buClr>
                <a:srgbClr val="000000"/>
              </a:buClr>
              <a:buSzPts val="900"/>
              <a:buFont typeface="Arial"/>
              <a:buNone/>
            </a:pPr>
            <a:r>
              <a:rPr b="0" i="0" lang="pt-BR" sz="900" u="none" cap="none" strike="noStrike">
                <a:solidFill>
                  <a:srgbClr val="000000"/>
                </a:solidFill>
                <a:latin typeface="Arial"/>
                <a:ea typeface="Arial"/>
                <a:cs typeface="Arial"/>
                <a:sym typeface="Arial"/>
              </a:rPr>
              <a:t>Copyright © 2026 Clube de Consultoria Universitário. All rights reserved.</a:t>
            </a:r>
            <a:endParaRPr b="0" i="0" sz="900" u="none" cap="none" strike="noStrike">
              <a:solidFill>
                <a:srgbClr val="000000"/>
              </a:solidFill>
              <a:latin typeface="Arial"/>
              <a:ea typeface="Arial"/>
              <a:cs typeface="Arial"/>
              <a:sym typeface="Arial"/>
            </a:endParaRPr>
          </a:p>
        </p:txBody>
      </p:sp>
      <p:grpSp>
        <p:nvGrpSpPr>
          <p:cNvPr id="965" name="Google Shape;965;p47"/>
          <p:cNvGrpSpPr/>
          <p:nvPr/>
        </p:nvGrpSpPr>
        <p:grpSpPr>
          <a:xfrm>
            <a:off x="339712" y="888243"/>
            <a:ext cx="3874148" cy="397001"/>
            <a:chOff x="938974" y="1053283"/>
            <a:chExt cx="5761641" cy="575247"/>
          </a:xfrm>
        </p:grpSpPr>
        <p:sp>
          <p:nvSpPr>
            <p:cNvPr id="966" name="Google Shape;966;p47"/>
            <p:cNvSpPr txBox="1"/>
            <p:nvPr/>
          </p:nvSpPr>
          <p:spPr>
            <a:xfrm>
              <a:off x="1526530" y="1053283"/>
              <a:ext cx="5174085" cy="575247"/>
            </a:xfrm>
            <a:prstGeom prst="rect">
              <a:avLst/>
            </a:prstGeom>
            <a:noFill/>
            <a:ln>
              <a:noFill/>
            </a:ln>
          </p:spPr>
          <p:txBody>
            <a:bodyPr anchorCtr="0" anchor="t" bIns="91425" lIns="91425" spcFirstLastPara="1" rIns="91425" wrap="square" tIns="91425">
              <a:spAutoFit/>
            </a:bodyPr>
            <a:lstStyle/>
            <a:p>
              <a:pPr indent="0" lvl="0" marL="0" marR="0" rtl="0" algn="l">
                <a:lnSpc>
                  <a:spcPct val="115000"/>
                </a:lnSpc>
                <a:spcBef>
                  <a:spcPts val="0"/>
                </a:spcBef>
                <a:spcAft>
                  <a:spcPts val="0"/>
                </a:spcAft>
                <a:buClr>
                  <a:srgbClr val="000000"/>
                </a:buClr>
                <a:buSzPts val="2000"/>
                <a:buFont typeface="Arial"/>
                <a:buNone/>
              </a:pPr>
              <a:r>
                <a:rPr b="1" i="0" lang="pt-BR" sz="1200" u="none" cap="none" strike="noStrike">
                  <a:solidFill>
                    <a:schemeClr val="lt1"/>
                  </a:solidFill>
                  <a:latin typeface="Work Sans"/>
                  <a:ea typeface="Work Sans"/>
                  <a:cs typeface="Work Sans"/>
                  <a:sym typeface="Work Sans"/>
                </a:rPr>
                <a:t>Expoente</a:t>
              </a:r>
              <a:endParaRPr b="1" i="0" sz="1200" u="none" cap="none" strike="noStrike">
                <a:solidFill>
                  <a:schemeClr val="lt1"/>
                </a:solidFill>
                <a:latin typeface="Work Sans"/>
                <a:ea typeface="Work Sans"/>
                <a:cs typeface="Work Sans"/>
                <a:sym typeface="Work Sans"/>
              </a:endParaRPr>
            </a:p>
          </p:txBody>
        </p:sp>
        <p:pic>
          <p:nvPicPr>
            <p:cNvPr descr="Tally outline" id="967" name="Google Shape;967;p47"/>
            <p:cNvPicPr preferRelativeResize="0"/>
            <p:nvPr/>
          </p:nvPicPr>
          <p:blipFill rotWithShape="1">
            <a:blip r:embed="rId3">
              <a:alphaModFix/>
            </a:blip>
            <a:srcRect b="0" l="0" r="0" t="0"/>
            <a:stretch/>
          </p:blipFill>
          <p:spPr>
            <a:xfrm>
              <a:off x="938974" y="1126471"/>
              <a:ext cx="432397" cy="432397"/>
            </a:xfrm>
            <a:prstGeom prst="rect">
              <a:avLst/>
            </a:prstGeom>
            <a:noFill/>
            <a:ln>
              <a:noFill/>
            </a:ln>
          </p:spPr>
        </p:pic>
      </p:grpSp>
      <p:pic>
        <p:nvPicPr>
          <p:cNvPr id="968" name="Google Shape;968;p47"/>
          <p:cNvPicPr preferRelativeResize="0"/>
          <p:nvPr/>
        </p:nvPicPr>
        <p:blipFill rotWithShape="1">
          <a:blip r:embed="rId4">
            <a:alphaModFix/>
          </a:blip>
          <a:srcRect b="0" l="0" r="0" t="0"/>
          <a:stretch/>
        </p:blipFill>
        <p:spPr>
          <a:xfrm>
            <a:off x="5267013" y="1683184"/>
            <a:ext cx="971790" cy="238969"/>
          </a:xfrm>
          <a:prstGeom prst="rect">
            <a:avLst/>
          </a:prstGeom>
          <a:noFill/>
          <a:ln>
            <a:noFill/>
          </a:ln>
        </p:spPr>
      </p:pic>
      <p:pic>
        <p:nvPicPr>
          <p:cNvPr id="969" name="Google Shape;969;p47"/>
          <p:cNvPicPr preferRelativeResize="0"/>
          <p:nvPr/>
        </p:nvPicPr>
        <p:blipFill rotWithShape="1">
          <a:blip r:embed="rId5">
            <a:alphaModFix/>
          </a:blip>
          <a:srcRect b="0" l="0" r="0" t="0"/>
          <a:stretch/>
        </p:blipFill>
        <p:spPr>
          <a:xfrm>
            <a:off x="5267013" y="2253540"/>
            <a:ext cx="583074" cy="159470"/>
          </a:xfrm>
          <a:prstGeom prst="rect">
            <a:avLst/>
          </a:prstGeom>
          <a:noFill/>
          <a:ln>
            <a:noFill/>
          </a:ln>
        </p:spPr>
      </p:pic>
      <p:pic>
        <p:nvPicPr>
          <p:cNvPr id="970" name="Google Shape;970;p47"/>
          <p:cNvPicPr preferRelativeResize="0"/>
          <p:nvPr/>
        </p:nvPicPr>
        <p:blipFill rotWithShape="1">
          <a:blip r:embed="rId6">
            <a:alphaModFix/>
          </a:blip>
          <a:srcRect b="0" l="0" r="0" t="0"/>
          <a:stretch/>
        </p:blipFill>
        <p:spPr>
          <a:xfrm>
            <a:off x="5267013" y="2813409"/>
            <a:ext cx="802349" cy="341255"/>
          </a:xfrm>
          <a:prstGeom prst="rect">
            <a:avLst/>
          </a:prstGeom>
          <a:noFill/>
          <a:ln>
            <a:noFill/>
          </a:ln>
        </p:spPr>
      </p:pic>
      <p:pic>
        <p:nvPicPr>
          <p:cNvPr id="971" name="Google Shape;971;p47"/>
          <p:cNvPicPr preferRelativeResize="0"/>
          <p:nvPr/>
        </p:nvPicPr>
        <p:blipFill rotWithShape="1">
          <a:blip r:embed="rId7">
            <a:alphaModFix/>
          </a:blip>
          <a:srcRect b="0" l="0" r="0" t="0"/>
          <a:stretch/>
        </p:blipFill>
        <p:spPr>
          <a:xfrm>
            <a:off x="5267013" y="3458855"/>
            <a:ext cx="777432" cy="345024"/>
          </a:xfrm>
          <a:prstGeom prst="rect">
            <a:avLst/>
          </a:prstGeom>
          <a:noFill/>
          <a:ln>
            <a:noFill/>
          </a:ln>
        </p:spPr>
      </p:pic>
      <p:pic>
        <p:nvPicPr>
          <p:cNvPr id="972" name="Google Shape;972;p47"/>
          <p:cNvPicPr preferRelativeResize="0"/>
          <p:nvPr/>
        </p:nvPicPr>
        <p:blipFill rotWithShape="1">
          <a:blip r:embed="rId8">
            <a:alphaModFix/>
          </a:blip>
          <a:srcRect b="0" l="0" r="0" t="0"/>
          <a:stretch/>
        </p:blipFill>
        <p:spPr>
          <a:xfrm>
            <a:off x="2235528" y="4078212"/>
            <a:ext cx="1328113" cy="169457"/>
          </a:xfrm>
          <a:prstGeom prst="rect">
            <a:avLst/>
          </a:prstGeom>
          <a:noFill/>
          <a:ln>
            <a:noFill/>
          </a:ln>
        </p:spPr>
      </p:pic>
      <p:pic>
        <p:nvPicPr>
          <p:cNvPr id="973" name="Google Shape;973;p47"/>
          <p:cNvPicPr preferRelativeResize="0"/>
          <p:nvPr/>
        </p:nvPicPr>
        <p:blipFill rotWithShape="1">
          <a:blip r:embed="rId9">
            <a:alphaModFix/>
          </a:blip>
          <a:srcRect b="0" l="0" r="0" t="0"/>
          <a:stretch/>
        </p:blipFill>
        <p:spPr>
          <a:xfrm>
            <a:off x="2235528" y="1361341"/>
            <a:ext cx="1457685" cy="240772"/>
          </a:xfrm>
          <a:prstGeom prst="rect">
            <a:avLst/>
          </a:prstGeom>
          <a:noFill/>
          <a:ln>
            <a:noFill/>
          </a:ln>
        </p:spPr>
      </p:pic>
      <p:pic>
        <p:nvPicPr>
          <p:cNvPr id="974" name="Google Shape;974;p47"/>
          <p:cNvPicPr preferRelativeResize="0"/>
          <p:nvPr/>
        </p:nvPicPr>
        <p:blipFill rotWithShape="1">
          <a:blip r:embed="rId10">
            <a:alphaModFix/>
          </a:blip>
          <a:srcRect b="0" l="0" r="0" t="0"/>
          <a:stretch/>
        </p:blipFill>
        <p:spPr>
          <a:xfrm>
            <a:off x="2280925" y="2000982"/>
            <a:ext cx="1295720" cy="178887"/>
          </a:xfrm>
          <a:prstGeom prst="rect">
            <a:avLst/>
          </a:prstGeom>
          <a:noFill/>
          <a:ln>
            <a:noFill/>
          </a:ln>
        </p:spPr>
      </p:pic>
      <p:pic>
        <p:nvPicPr>
          <p:cNvPr id="975" name="Google Shape;975;p47"/>
          <p:cNvPicPr preferRelativeResize="0"/>
          <p:nvPr/>
        </p:nvPicPr>
        <p:blipFill rotWithShape="1">
          <a:blip r:embed="rId11">
            <a:alphaModFix/>
          </a:blip>
          <a:srcRect b="0" l="0" r="0" t="0"/>
          <a:stretch/>
        </p:blipFill>
        <p:spPr>
          <a:xfrm>
            <a:off x="2280925" y="2581987"/>
            <a:ext cx="907004" cy="342904"/>
          </a:xfrm>
          <a:prstGeom prst="rect">
            <a:avLst/>
          </a:prstGeom>
          <a:noFill/>
          <a:ln>
            <a:noFill/>
          </a:ln>
        </p:spPr>
      </p:pic>
      <p:pic>
        <p:nvPicPr>
          <p:cNvPr id="976" name="Google Shape;976;p47"/>
          <p:cNvPicPr preferRelativeResize="0"/>
          <p:nvPr/>
        </p:nvPicPr>
        <p:blipFill rotWithShape="1">
          <a:blip r:embed="rId12">
            <a:alphaModFix/>
          </a:blip>
          <a:srcRect b="0" l="0" r="0" t="0"/>
          <a:stretch/>
        </p:blipFill>
        <p:spPr>
          <a:xfrm>
            <a:off x="2200589" y="3128290"/>
            <a:ext cx="1067676" cy="711099"/>
          </a:xfrm>
          <a:prstGeom prst="rect">
            <a:avLst/>
          </a:prstGeom>
          <a:noFill/>
          <a:ln>
            <a:noFill/>
          </a:ln>
        </p:spPr>
      </p:pic>
      <p:sp>
        <p:nvSpPr>
          <p:cNvPr id="977" name="Google Shape;977;p47"/>
          <p:cNvSpPr txBox="1"/>
          <p:nvPr/>
        </p:nvSpPr>
        <p:spPr>
          <a:xfrm>
            <a:off x="0" y="4825425"/>
            <a:ext cx="4862100" cy="276900"/>
          </a:xfrm>
          <a:prstGeom prst="rect">
            <a:avLst/>
          </a:prstGeom>
          <a:noFill/>
          <a:ln>
            <a:noFill/>
          </a:ln>
        </p:spPr>
        <p:txBody>
          <a:bodyPr anchorCtr="0" anchor="t" bIns="68550" lIns="137125" spcFirstLastPara="1" rIns="137125" wrap="square" tIns="68550">
            <a:spAutoFit/>
          </a:bodyPr>
          <a:lstStyle/>
          <a:p>
            <a:pPr indent="0" lvl="0" marL="0" marR="0" rtl="0" algn="l">
              <a:lnSpc>
                <a:spcPct val="100000"/>
              </a:lnSpc>
              <a:spcBef>
                <a:spcPts val="0"/>
              </a:spcBef>
              <a:spcAft>
                <a:spcPts val="0"/>
              </a:spcAft>
              <a:buClr>
                <a:srgbClr val="000000"/>
              </a:buClr>
              <a:buSzPts val="900"/>
              <a:buFont typeface="Arial"/>
              <a:buNone/>
            </a:pPr>
            <a:r>
              <a:rPr b="1" i="0" lang="pt-BR" sz="900" u="none" cap="none" strike="noStrike">
                <a:solidFill>
                  <a:srgbClr val="000000"/>
                </a:solidFill>
                <a:latin typeface="Arial"/>
                <a:ea typeface="Arial"/>
                <a:cs typeface="Arial"/>
                <a:sym typeface="Arial"/>
              </a:rPr>
              <a:t>Prep4Consulting 2026.2 </a:t>
            </a:r>
            <a:r>
              <a:rPr b="0" i="0" lang="pt-BR" sz="900" u="none" cap="none" strike="noStrike">
                <a:solidFill>
                  <a:srgbClr val="000000"/>
                </a:solidFill>
                <a:latin typeface="Arial"/>
                <a:ea typeface="Arial"/>
                <a:cs typeface="Arial"/>
                <a:sym typeface="Arial"/>
              </a:rPr>
              <a:t>| GMAT: Estrutura da Prova</a:t>
            </a:r>
            <a:endParaRPr b="0" i="0" sz="900" u="none" cap="none" strike="noStrike">
              <a:solidFill>
                <a:srgbClr val="000000"/>
              </a:solidFill>
              <a:latin typeface="Arial"/>
              <a:ea typeface="Arial"/>
              <a:cs typeface="Arial"/>
              <a:sym typeface="Arial"/>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973"/>
                                        </p:tgtEl>
                                        <p:attrNameLst>
                                          <p:attrName>style.visibility</p:attrName>
                                        </p:attrNameLst>
                                      </p:cBhvr>
                                      <p:to>
                                        <p:strVal val="visible"/>
                                      </p:to>
                                    </p:set>
                                    <p:animEffect filter="fade" transition="in">
                                      <p:cBhvr>
                                        <p:cTn dur="1000"/>
                                        <p:tgtEl>
                                          <p:spTgt spid="973"/>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974"/>
                                        </p:tgtEl>
                                        <p:attrNameLst>
                                          <p:attrName>style.visibility</p:attrName>
                                        </p:attrNameLst>
                                      </p:cBhvr>
                                      <p:to>
                                        <p:strVal val="visible"/>
                                      </p:to>
                                    </p:set>
                                    <p:animEffect filter="fade" transition="in">
                                      <p:cBhvr>
                                        <p:cTn dur="1000"/>
                                        <p:tgtEl>
                                          <p:spTgt spid="974"/>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975"/>
                                        </p:tgtEl>
                                        <p:attrNameLst>
                                          <p:attrName>style.visibility</p:attrName>
                                        </p:attrNameLst>
                                      </p:cBhvr>
                                      <p:to>
                                        <p:strVal val="visible"/>
                                      </p:to>
                                    </p:set>
                                    <p:animEffect filter="fade" transition="in">
                                      <p:cBhvr>
                                        <p:cTn dur="1000"/>
                                        <p:tgtEl>
                                          <p:spTgt spid="975"/>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976"/>
                                        </p:tgtEl>
                                        <p:attrNameLst>
                                          <p:attrName>style.visibility</p:attrName>
                                        </p:attrNameLst>
                                      </p:cBhvr>
                                      <p:to>
                                        <p:strVal val="visible"/>
                                      </p:to>
                                    </p:set>
                                    <p:animEffect filter="fade" transition="in">
                                      <p:cBhvr>
                                        <p:cTn dur="500"/>
                                        <p:tgtEl>
                                          <p:spTgt spid="976"/>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972"/>
                                        </p:tgtEl>
                                        <p:attrNameLst>
                                          <p:attrName>style.visibility</p:attrName>
                                        </p:attrNameLst>
                                      </p:cBhvr>
                                      <p:to>
                                        <p:strVal val="visible"/>
                                      </p:to>
                                    </p:set>
                                    <p:animEffect filter="fade" transition="in">
                                      <p:cBhvr>
                                        <p:cTn dur="1000"/>
                                        <p:tgtEl>
                                          <p:spTgt spid="972"/>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968"/>
                                        </p:tgtEl>
                                        <p:attrNameLst>
                                          <p:attrName>style.visibility</p:attrName>
                                        </p:attrNameLst>
                                      </p:cBhvr>
                                      <p:to>
                                        <p:strVal val="visible"/>
                                      </p:to>
                                    </p:set>
                                    <p:animEffect filter="fade" transition="in">
                                      <p:cBhvr>
                                        <p:cTn dur="1000"/>
                                        <p:tgtEl>
                                          <p:spTgt spid="968"/>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969"/>
                                        </p:tgtEl>
                                        <p:attrNameLst>
                                          <p:attrName>style.visibility</p:attrName>
                                        </p:attrNameLst>
                                      </p:cBhvr>
                                      <p:to>
                                        <p:strVal val="visible"/>
                                      </p:to>
                                    </p:set>
                                    <p:animEffect filter="fade" transition="in">
                                      <p:cBhvr>
                                        <p:cTn dur="1000"/>
                                        <p:tgtEl>
                                          <p:spTgt spid="969"/>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970"/>
                                        </p:tgtEl>
                                        <p:attrNameLst>
                                          <p:attrName>style.visibility</p:attrName>
                                        </p:attrNameLst>
                                      </p:cBhvr>
                                      <p:to>
                                        <p:strVal val="visible"/>
                                      </p:to>
                                    </p:set>
                                    <p:animEffect filter="fade" transition="in">
                                      <p:cBhvr>
                                        <p:cTn dur="1000"/>
                                        <p:tgtEl>
                                          <p:spTgt spid="970"/>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971"/>
                                        </p:tgtEl>
                                        <p:attrNameLst>
                                          <p:attrName>style.visibility</p:attrName>
                                        </p:attrNameLst>
                                      </p:cBhvr>
                                      <p:to>
                                        <p:strVal val="visible"/>
                                      </p:to>
                                    </p:set>
                                    <p:animEffect filter="fade" transition="in">
                                      <p:cBhvr>
                                        <p:cTn dur="1000"/>
                                        <p:tgtEl>
                                          <p:spTgt spid="971"/>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4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81" name="Shape 981"/>
        <p:cNvGrpSpPr/>
        <p:nvPr/>
      </p:nvGrpSpPr>
      <p:grpSpPr>
        <a:xfrm>
          <a:off x="0" y="0"/>
          <a:ext cx="0" cy="0"/>
          <a:chOff x="0" y="0"/>
          <a:chExt cx="0" cy="0"/>
        </a:xfrm>
      </p:grpSpPr>
      <p:sp>
        <p:nvSpPr>
          <p:cNvPr id="982" name="Google Shape;982;p48"/>
          <p:cNvSpPr txBox="1"/>
          <p:nvPr>
            <p:ph idx="4294967295" type="title"/>
          </p:nvPr>
        </p:nvSpPr>
        <p:spPr>
          <a:xfrm>
            <a:off x="722375" y="384050"/>
            <a:ext cx="5052900" cy="5760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3000"/>
              <a:buNone/>
            </a:pPr>
            <a:r>
              <a:rPr lang="pt-BR"/>
              <a:t>REVISÃO DE MATEMÁTICA</a:t>
            </a:r>
            <a:endParaRPr/>
          </a:p>
        </p:txBody>
      </p:sp>
      <p:sp>
        <p:nvSpPr>
          <p:cNvPr id="983" name="Google Shape;983;p48"/>
          <p:cNvSpPr txBox="1"/>
          <p:nvPr/>
        </p:nvSpPr>
        <p:spPr>
          <a:xfrm>
            <a:off x="4281900" y="4825425"/>
            <a:ext cx="4862100" cy="276900"/>
          </a:xfrm>
          <a:prstGeom prst="rect">
            <a:avLst/>
          </a:prstGeom>
          <a:noFill/>
          <a:ln>
            <a:noFill/>
          </a:ln>
        </p:spPr>
        <p:txBody>
          <a:bodyPr anchorCtr="0" anchor="t" bIns="68550" lIns="137125" spcFirstLastPara="1" rIns="137125" wrap="square" tIns="68550">
            <a:spAutoFit/>
          </a:bodyPr>
          <a:lstStyle/>
          <a:p>
            <a:pPr indent="0" lvl="0" marL="0" marR="0" rtl="0" algn="r">
              <a:lnSpc>
                <a:spcPct val="100000"/>
              </a:lnSpc>
              <a:spcBef>
                <a:spcPts val="0"/>
              </a:spcBef>
              <a:spcAft>
                <a:spcPts val="0"/>
              </a:spcAft>
              <a:buClr>
                <a:srgbClr val="000000"/>
              </a:buClr>
              <a:buSzPts val="900"/>
              <a:buFont typeface="Arial"/>
              <a:buNone/>
            </a:pPr>
            <a:r>
              <a:rPr b="0" i="0" lang="pt-BR" sz="900" u="none" cap="none" strike="noStrike">
                <a:solidFill>
                  <a:srgbClr val="000000"/>
                </a:solidFill>
                <a:latin typeface="Arial"/>
                <a:ea typeface="Arial"/>
                <a:cs typeface="Arial"/>
                <a:sym typeface="Arial"/>
              </a:rPr>
              <a:t>Copyright © 2026 Clube de Consultoria Universitário. All rights reserved.</a:t>
            </a:r>
            <a:endParaRPr b="0" i="0" sz="900" u="none" cap="none" strike="noStrike">
              <a:solidFill>
                <a:srgbClr val="000000"/>
              </a:solidFill>
              <a:latin typeface="Arial"/>
              <a:ea typeface="Arial"/>
              <a:cs typeface="Arial"/>
              <a:sym typeface="Arial"/>
            </a:endParaRPr>
          </a:p>
        </p:txBody>
      </p:sp>
      <p:grpSp>
        <p:nvGrpSpPr>
          <p:cNvPr id="984" name="Google Shape;984;p48"/>
          <p:cNvGrpSpPr/>
          <p:nvPr/>
        </p:nvGrpSpPr>
        <p:grpSpPr>
          <a:xfrm>
            <a:off x="339712" y="888243"/>
            <a:ext cx="3874148" cy="397001"/>
            <a:chOff x="938974" y="1053283"/>
            <a:chExt cx="5761641" cy="575247"/>
          </a:xfrm>
        </p:grpSpPr>
        <p:sp>
          <p:nvSpPr>
            <p:cNvPr id="985" name="Google Shape;985;p48"/>
            <p:cNvSpPr txBox="1"/>
            <p:nvPr/>
          </p:nvSpPr>
          <p:spPr>
            <a:xfrm>
              <a:off x="1526530" y="1053283"/>
              <a:ext cx="5174085" cy="575247"/>
            </a:xfrm>
            <a:prstGeom prst="rect">
              <a:avLst/>
            </a:prstGeom>
            <a:noFill/>
            <a:ln>
              <a:noFill/>
            </a:ln>
          </p:spPr>
          <p:txBody>
            <a:bodyPr anchorCtr="0" anchor="t" bIns="91425" lIns="91425" spcFirstLastPara="1" rIns="91425" wrap="square" tIns="91425">
              <a:spAutoFit/>
            </a:bodyPr>
            <a:lstStyle/>
            <a:p>
              <a:pPr indent="0" lvl="0" marL="0" marR="0" rtl="0" algn="l">
                <a:lnSpc>
                  <a:spcPct val="115000"/>
                </a:lnSpc>
                <a:spcBef>
                  <a:spcPts val="0"/>
                </a:spcBef>
                <a:spcAft>
                  <a:spcPts val="0"/>
                </a:spcAft>
                <a:buClr>
                  <a:srgbClr val="000000"/>
                </a:buClr>
                <a:buSzPts val="2000"/>
                <a:buFont typeface="Arial"/>
                <a:buNone/>
              </a:pPr>
              <a:r>
                <a:rPr b="1" i="0" lang="pt-BR" sz="1200" u="none" cap="none" strike="noStrike">
                  <a:solidFill>
                    <a:schemeClr val="lt1"/>
                  </a:solidFill>
                  <a:latin typeface="Work Sans"/>
                  <a:ea typeface="Work Sans"/>
                  <a:cs typeface="Work Sans"/>
                  <a:sym typeface="Work Sans"/>
                </a:rPr>
                <a:t>Expoente</a:t>
              </a:r>
              <a:endParaRPr b="1" i="0" sz="1200" u="none" cap="none" strike="noStrike">
                <a:solidFill>
                  <a:schemeClr val="lt1"/>
                </a:solidFill>
                <a:latin typeface="Work Sans"/>
                <a:ea typeface="Work Sans"/>
                <a:cs typeface="Work Sans"/>
                <a:sym typeface="Work Sans"/>
              </a:endParaRPr>
            </a:p>
          </p:txBody>
        </p:sp>
        <p:pic>
          <p:nvPicPr>
            <p:cNvPr descr="Tally outline" id="986" name="Google Shape;986;p48"/>
            <p:cNvPicPr preferRelativeResize="0"/>
            <p:nvPr/>
          </p:nvPicPr>
          <p:blipFill rotWithShape="1">
            <a:blip r:embed="rId3">
              <a:alphaModFix/>
            </a:blip>
            <a:srcRect b="0" l="0" r="0" t="0"/>
            <a:stretch/>
          </p:blipFill>
          <p:spPr>
            <a:xfrm>
              <a:off x="938974" y="1126471"/>
              <a:ext cx="432397" cy="432397"/>
            </a:xfrm>
            <a:prstGeom prst="rect">
              <a:avLst/>
            </a:prstGeom>
            <a:noFill/>
            <a:ln>
              <a:noFill/>
            </a:ln>
          </p:spPr>
        </p:pic>
      </p:grpSp>
      <p:sp>
        <p:nvSpPr>
          <p:cNvPr id="987" name="Google Shape;987;p48"/>
          <p:cNvSpPr txBox="1"/>
          <p:nvPr/>
        </p:nvSpPr>
        <p:spPr>
          <a:xfrm>
            <a:off x="734787" y="1238472"/>
            <a:ext cx="1332000" cy="379304"/>
          </a:xfrm>
          <a:prstGeom prst="rect">
            <a:avLst/>
          </a:prstGeom>
          <a:noFill/>
          <a:ln>
            <a:noFill/>
          </a:ln>
        </p:spPr>
        <p:txBody>
          <a:bodyPr anchorCtr="0" anchor="t" bIns="91425" lIns="91425" spcFirstLastPara="1" rIns="91425" wrap="square" tIns="91425">
            <a:spAutoFit/>
          </a:bodyPr>
          <a:lstStyle/>
          <a:p>
            <a:pPr indent="0" lvl="0" marL="0" marR="0" rtl="0" algn="l">
              <a:lnSpc>
                <a:spcPct val="115000"/>
              </a:lnSpc>
              <a:spcBef>
                <a:spcPts val="0"/>
              </a:spcBef>
              <a:spcAft>
                <a:spcPts val="0"/>
              </a:spcAft>
              <a:buClr>
                <a:srgbClr val="000000"/>
              </a:buClr>
              <a:buSzPts val="2000"/>
              <a:buFont typeface="Arial"/>
              <a:buNone/>
            </a:pPr>
            <a:r>
              <a:rPr b="1" i="0" lang="pt-BR" sz="1100" u="none" cap="none" strike="noStrike">
                <a:solidFill>
                  <a:schemeClr val="lt1"/>
                </a:solidFill>
                <a:latin typeface="Work Sans"/>
                <a:ea typeface="Work Sans"/>
                <a:cs typeface="Work Sans"/>
                <a:sym typeface="Work Sans"/>
              </a:rPr>
              <a:t>Exemplo 5</a:t>
            </a:r>
            <a:endParaRPr b="0" i="0" sz="1100" u="none" cap="none" strike="noStrike">
              <a:solidFill>
                <a:schemeClr val="lt1"/>
              </a:solidFill>
              <a:latin typeface="Work Sans"/>
              <a:ea typeface="Work Sans"/>
              <a:cs typeface="Work Sans"/>
              <a:sym typeface="Work Sans"/>
            </a:endParaRPr>
          </a:p>
        </p:txBody>
      </p:sp>
      <p:sp>
        <p:nvSpPr>
          <p:cNvPr id="988" name="Google Shape;988;p48"/>
          <p:cNvSpPr txBox="1"/>
          <p:nvPr/>
        </p:nvSpPr>
        <p:spPr>
          <a:xfrm>
            <a:off x="483306" y="1617780"/>
            <a:ext cx="9720000" cy="1877407"/>
          </a:xfrm>
          <a:prstGeom prst="rect">
            <a:avLst/>
          </a:prstGeom>
          <a:noFill/>
          <a:ln>
            <a:noFill/>
          </a:ln>
        </p:spPr>
        <p:txBody>
          <a:bodyPr anchorCtr="0" anchor="t" bIns="91425" lIns="91425" spcFirstLastPara="1" rIns="91425" wrap="square" tIns="91425">
            <a:spAutoFit/>
          </a:bodyPr>
          <a:lstStyle/>
          <a:p>
            <a:pPr indent="0" lvl="0" marL="0" marR="0" rtl="0" algn="l">
              <a:lnSpc>
                <a:spcPct val="100000"/>
              </a:lnSpc>
              <a:spcBef>
                <a:spcPts val="0"/>
              </a:spcBef>
              <a:spcAft>
                <a:spcPts val="0"/>
              </a:spcAft>
              <a:buClr>
                <a:schemeClr val="dk1"/>
              </a:buClr>
              <a:buSzPts val="2400"/>
              <a:buFont typeface="Arial"/>
              <a:buNone/>
            </a:pPr>
            <a:r>
              <a:rPr b="0" i="0" lang="pt-BR" sz="1000" u="none" cap="none" strike="noStrike">
                <a:solidFill>
                  <a:schemeClr val="lt1"/>
                </a:solidFill>
                <a:latin typeface="Work Sans"/>
                <a:ea typeface="Work Sans"/>
                <a:cs typeface="Work Sans"/>
                <a:sym typeface="Work Sans"/>
              </a:rPr>
              <a:t>If x is a positive integer and </a:t>
            </a:r>
            <a:r>
              <a:rPr b="1" i="0" lang="pt-BR" sz="1000" u="none" cap="none" strike="noStrike">
                <a:solidFill>
                  <a:schemeClr val="lt1"/>
                </a:solidFill>
                <a:latin typeface="Work Sans"/>
                <a:ea typeface="Work Sans"/>
                <a:cs typeface="Work Sans"/>
                <a:sym typeface="Work Sans"/>
              </a:rPr>
              <a:t>4</a:t>
            </a:r>
            <a:r>
              <a:rPr b="1" baseline="30000" i="0" lang="pt-BR" sz="1000" u="none" cap="none" strike="noStrike">
                <a:solidFill>
                  <a:schemeClr val="lt1"/>
                </a:solidFill>
                <a:latin typeface="Work Sans"/>
                <a:ea typeface="Work Sans"/>
                <a:cs typeface="Work Sans"/>
                <a:sym typeface="Work Sans"/>
              </a:rPr>
              <a:t>x  </a:t>
            </a:r>
            <a:r>
              <a:rPr b="1" i="0" lang="pt-BR" sz="1000" u="none" cap="none" strike="noStrike">
                <a:solidFill>
                  <a:schemeClr val="lt1"/>
                </a:solidFill>
                <a:latin typeface="Work Sans"/>
                <a:ea typeface="Work Sans"/>
                <a:cs typeface="Work Sans"/>
                <a:sym typeface="Work Sans"/>
              </a:rPr>
              <a:t>- 3 = y</a:t>
            </a:r>
            <a:r>
              <a:rPr b="0" i="0" lang="pt-BR" sz="1000" u="none" cap="none" strike="noStrike">
                <a:solidFill>
                  <a:schemeClr val="lt1"/>
                </a:solidFill>
                <a:latin typeface="Work Sans"/>
                <a:ea typeface="Work Sans"/>
                <a:cs typeface="Work Sans"/>
                <a:sym typeface="Work Sans"/>
              </a:rPr>
              <a:t>, which of the following CANNOT be a value of y?</a:t>
            </a:r>
            <a:endParaRPr b="0" i="0" sz="1000" u="none" cap="none" strike="noStrike">
              <a:solidFill>
                <a:schemeClr val="lt1"/>
              </a:solidFill>
              <a:latin typeface="Work Sans"/>
              <a:ea typeface="Work Sans"/>
              <a:cs typeface="Work Sans"/>
              <a:sym typeface="Work Sans"/>
            </a:endParaRPr>
          </a:p>
          <a:p>
            <a:pPr indent="0" lvl="0" marL="0" marR="0" rtl="0" algn="just">
              <a:lnSpc>
                <a:spcPct val="100000"/>
              </a:lnSpc>
              <a:spcBef>
                <a:spcPts val="1000"/>
              </a:spcBef>
              <a:spcAft>
                <a:spcPts val="0"/>
              </a:spcAft>
              <a:buClr>
                <a:schemeClr val="dk1"/>
              </a:buClr>
              <a:buSzPts val="1100"/>
              <a:buFont typeface="Arial"/>
              <a:buNone/>
            </a:pPr>
            <a:r>
              <a:rPr b="0" i="0" lang="pt-BR" sz="1000" u="none" cap="none" strike="noStrike">
                <a:solidFill>
                  <a:schemeClr val="lt1"/>
                </a:solidFill>
                <a:latin typeface="Work Sans"/>
                <a:ea typeface="Work Sans"/>
                <a:cs typeface="Work Sans"/>
                <a:sym typeface="Work Sans"/>
              </a:rPr>
              <a:t>(A) 1</a:t>
            </a:r>
            <a:endParaRPr b="0" i="0" sz="1000" u="none" cap="none" strike="noStrike">
              <a:solidFill>
                <a:schemeClr val="lt1"/>
              </a:solidFill>
              <a:latin typeface="Work Sans"/>
              <a:ea typeface="Work Sans"/>
              <a:cs typeface="Work Sans"/>
              <a:sym typeface="Work Sans"/>
            </a:endParaRPr>
          </a:p>
          <a:p>
            <a:pPr indent="0" lvl="0" marL="0" marR="0" rtl="0" algn="just">
              <a:lnSpc>
                <a:spcPct val="100000"/>
              </a:lnSpc>
              <a:spcBef>
                <a:spcPts val="1000"/>
              </a:spcBef>
              <a:spcAft>
                <a:spcPts val="0"/>
              </a:spcAft>
              <a:buClr>
                <a:schemeClr val="dk1"/>
              </a:buClr>
              <a:buSzPts val="1100"/>
              <a:buFont typeface="Arial"/>
              <a:buNone/>
            </a:pPr>
            <a:r>
              <a:rPr b="0" i="0" lang="pt-BR" sz="1000" u="none" cap="none" strike="noStrike">
                <a:solidFill>
                  <a:schemeClr val="lt1"/>
                </a:solidFill>
                <a:latin typeface="Work Sans"/>
                <a:ea typeface="Work Sans"/>
                <a:cs typeface="Work Sans"/>
                <a:sym typeface="Work Sans"/>
              </a:rPr>
              <a:t>(B) 7</a:t>
            </a:r>
            <a:endParaRPr b="0" i="0" sz="1000" u="none" cap="none" strike="noStrike">
              <a:solidFill>
                <a:schemeClr val="lt1"/>
              </a:solidFill>
              <a:latin typeface="Work Sans"/>
              <a:ea typeface="Work Sans"/>
              <a:cs typeface="Work Sans"/>
              <a:sym typeface="Work Sans"/>
            </a:endParaRPr>
          </a:p>
          <a:p>
            <a:pPr indent="0" lvl="0" marL="0" marR="0" rtl="0" algn="just">
              <a:lnSpc>
                <a:spcPct val="100000"/>
              </a:lnSpc>
              <a:spcBef>
                <a:spcPts val="1000"/>
              </a:spcBef>
              <a:spcAft>
                <a:spcPts val="0"/>
              </a:spcAft>
              <a:buClr>
                <a:schemeClr val="dk1"/>
              </a:buClr>
              <a:buSzPts val="1100"/>
              <a:buFont typeface="Arial"/>
              <a:buNone/>
            </a:pPr>
            <a:r>
              <a:rPr b="0" i="0" lang="pt-BR" sz="1000" u="none" cap="none" strike="noStrike">
                <a:solidFill>
                  <a:schemeClr val="lt1"/>
                </a:solidFill>
                <a:latin typeface="Work Sans"/>
                <a:ea typeface="Work Sans"/>
                <a:cs typeface="Work Sans"/>
                <a:sym typeface="Work Sans"/>
              </a:rPr>
              <a:t>(C) 13</a:t>
            </a:r>
            <a:endParaRPr b="0" i="0" sz="1000" u="none" cap="none" strike="noStrike">
              <a:solidFill>
                <a:schemeClr val="lt1"/>
              </a:solidFill>
              <a:latin typeface="Work Sans"/>
              <a:ea typeface="Work Sans"/>
              <a:cs typeface="Work Sans"/>
              <a:sym typeface="Work Sans"/>
            </a:endParaRPr>
          </a:p>
          <a:p>
            <a:pPr indent="0" lvl="0" marL="0" marR="0" rtl="0" algn="just">
              <a:lnSpc>
                <a:spcPct val="100000"/>
              </a:lnSpc>
              <a:spcBef>
                <a:spcPts val="1000"/>
              </a:spcBef>
              <a:spcAft>
                <a:spcPts val="0"/>
              </a:spcAft>
              <a:buClr>
                <a:schemeClr val="dk1"/>
              </a:buClr>
              <a:buSzPts val="1100"/>
              <a:buFont typeface="Arial"/>
              <a:buNone/>
            </a:pPr>
            <a:r>
              <a:rPr b="0" i="0" lang="pt-BR" sz="1000" u="none" cap="none" strike="noStrike">
                <a:solidFill>
                  <a:schemeClr val="lt1"/>
                </a:solidFill>
                <a:latin typeface="Work Sans"/>
                <a:ea typeface="Work Sans"/>
                <a:cs typeface="Work Sans"/>
                <a:sym typeface="Work Sans"/>
              </a:rPr>
              <a:t>(D) 61</a:t>
            </a:r>
            <a:endParaRPr b="0" i="0" sz="1000" u="none" cap="none" strike="noStrike">
              <a:solidFill>
                <a:schemeClr val="lt1"/>
              </a:solidFill>
              <a:latin typeface="Work Sans"/>
              <a:ea typeface="Work Sans"/>
              <a:cs typeface="Work Sans"/>
              <a:sym typeface="Work Sans"/>
            </a:endParaRPr>
          </a:p>
          <a:p>
            <a:pPr indent="0" lvl="0" marL="0" marR="0" rtl="0" algn="just">
              <a:lnSpc>
                <a:spcPct val="100000"/>
              </a:lnSpc>
              <a:spcBef>
                <a:spcPts val="1000"/>
              </a:spcBef>
              <a:spcAft>
                <a:spcPts val="1000"/>
              </a:spcAft>
              <a:buClr>
                <a:srgbClr val="000000"/>
              </a:buClr>
              <a:buSzPts val="1300"/>
              <a:buFont typeface="Arial"/>
              <a:buNone/>
            </a:pPr>
            <a:r>
              <a:rPr b="0" i="0" lang="pt-BR" sz="1000" u="none" cap="none" strike="noStrike">
                <a:solidFill>
                  <a:schemeClr val="lt1"/>
                </a:solidFill>
                <a:latin typeface="Work Sans"/>
                <a:ea typeface="Work Sans"/>
                <a:cs typeface="Work Sans"/>
                <a:sym typeface="Work Sans"/>
              </a:rPr>
              <a:t>(E) 256</a:t>
            </a:r>
            <a:endParaRPr b="0" i="0" sz="1000" u="none" cap="none" strike="noStrike">
              <a:solidFill>
                <a:schemeClr val="lt1"/>
              </a:solidFill>
              <a:latin typeface="Work Sans"/>
              <a:ea typeface="Work Sans"/>
              <a:cs typeface="Work Sans"/>
              <a:sym typeface="Work Sans"/>
            </a:endParaRPr>
          </a:p>
        </p:txBody>
      </p:sp>
      <p:sp>
        <p:nvSpPr>
          <p:cNvPr id="989" name="Google Shape;989;p48"/>
          <p:cNvSpPr txBox="1"/>
          <p:nvPr/>
        </p:nvSpPr>
        <p:spPr>
          <a:xfrm>
            <a:off x="1821234" y="1874858"/>
            <a:ext cx="7200000" cy="595004"/>
          </a:xfrm>
          <a:prstGeom prst="rect">
            <a:avLst/>
          </a:prstGeom>
          <a:noFill/>
          <a:ln>
            <a:noFill/>
          </a:ln>
        </p:spPr>
        <p:txBody>
          <a:bodyPr anchorCtr="0" anchor="t" bIns="91425" lIns="91425" spcFirstLastPara="1" rIns="91425" wrap="square" tIns="91425">
            <a:spAutoFit/>
          </a:bodyPr>
          <a:lstStyle/>
          <a:p>
            <a:pPr indent="0" lvl="0" marL="0" marR="0" rtl="0" algn="just">
              <a:lnSpc>
                <a:spcPct val="100000"/>
              </a:lnSpc>
              <a:spcBef>
                <a:spcPts val="1000"/>
              </a:spcBef>
              <a:spcAft>
                <a:spcPts val="1000"/>
              </a:spcAft>
              <a:buClr>
                <a:srgbClr val="000000"/>
              </a:buClr>
              <a:buSzPts val="1300"/>
              <a:buFont typeface="Arial"/>
              <a:buNone/>
            </a:pPr>
            <a:r>
              <a:rPr b="1" i="0" lang="pt-BR" sz="1000" u="none" cap="none" strike="noStrike">
                <a:solidFill>
                  <a:schemeClr val="lt1"/>
                </a:solidFill>
                <a:latin typeface="Work Sans"/>
                <a:ea typeface="Work Sans"/>
                <a:cs typeface="Work Sans"/>
                <a:sym typeface="Work Sans"/>
              </a:rPr>
              <a:t>Opção 1:</a:t>
            </a:r>
            <a:r>
              <a:rPr b="0" i="0" lang="pt-BR" sz="1000" u="none" cap="none" strike="noStrike">
                <a:solidFill>
                  <a:schemeClr val="lt1"/>
                </a:solidFill>
                <a:latin typeface="Work Sans"/>
                <a:ea typeface="Work Sans"/>
                <a:cs typeface="Work Sans"/>
                <a:sym typeface="Work Sans"/>
              </a:rPr>
              <a:t> testar valores de </a:t>
            </a:r>
            <a:r>
              <a:rPr b="1" i="0" lang="pt-BR" sz="1000" u="none" cap="none" strike="noStrike">
                <a:solidFill>
                  <a:schemeClr val="lt1"/>
                </a:solidFill>
                <a:latin typeface="Work Sans"/>
                <a:ea typeface="Work Sans"/>
                <a:cs typeface="Work Sans"/>
                <a:sym typeface="Work Sans"/>
              </a:rPr>
              <a:t>x</a:t>
            </a:r>
            <a:r>
              <a:rPr b="0" i="0" lang="pt-BR" sz="1000" u="none" cap="none" strike="noStrike">
                <a:solidFill>
                  <a:schemeClr val="lt1"/>
                </a:solidFill>
                <a:latin typeface="Work Sans"/>
                <a:ea typeface="Work Sans"/>
                <a:cs typeface="Work Sans"/>
                <a:sym typeface="Work Sans"/>
              </a:rPr>
              <a:t> e verificar com os valores de </a:t>
            </a:r>
            <a:r>
              <a:rPr b="1" i="0" lang="pt-BR" sz="1000" u="none" cap="none" strike="noStrike">
                <a:solidFill>
                  <a:schemeClr val="lt1"/>
                </a:solidFill>
                <a:latin typeface="Work Sans"/>
                <a:ea typeface="Work Sans"/>
                <a:cs typeface="Work Sans"/>
                <a:sym typeface="Work Sans"/>
              </a:rPr>
              <a:t>y das alternativas</a:t>
            </a:r>
            <a:r>
              <a:rPr b="0" i="0" lang="pt-BR" sz="1000" u="none" cap="none" strike="noStrike">
                <a:solidFill>
                  <a:schemeClr val="lt1"/>
                </a:solidFill>
                <a:latin typeface="Work Sans"/>
                <a:ea typeface="Work Sans"/>
                <a:cs typeface="Work Sans"/>
                <a:sym typeface="Work Sans"/>
              </a:rPr>
              <a:t>.</a:t>
            </a:r>
            <a:endParaRPr b="0" i="0" sz="1000" u="none" cap="none" strike="noStrike">
              <a:solidFill>
                <a:schemeClr val="lt1"/>
              </a:solidFill>
              <a:latin typeface="Work Sans"/>
              <a:ea typeface="Work Sans"/>
              <a:cs typeface="Work Sans"/>
              <a:sym typeface="Work Sans"/>
            </a:endParaRPr>
          </a:p>
        </p:txBody>
      </p:sp>
      <p:sp>
        <p:nvSpPr>
          <p:cNvPr id="990" name="Google Shape;990;p48"/>
          <p:cNvSpPr txBox="1"/>
          <p:nvPr/>
        </p:nvSpPr>
        <p:spPr>
          <a:xfrm>
            <a:off x="1926660" y="2280917"/>
            <a:ext cx="720000" cy="338524"/>
          </a:xfrm>
          <a:prstGeom prst="rect">
            <a:avLst/>
          </a:prstGeom>
          <a:noFill/>
          <a:ln>
            <a:noFill/>
          </a:ln>
        </p:spPr>
        <p:txBody>
          <a:bodyPr anchorCtr="0" anchor="t" bIns="91425" lIns="91425" spcFirstLastPara="1" rIns="91425" wrap="square" tIns="91425">
            <a:spAutoFit/>
          </a:bodyPr>
          <a:lstStyle/>
          <a:p>
            <a:pPr indent="0" lvl="0" marL="0" marR="0" rtl="0" algn="ctr">
              <a:lnSpc>
                <a:spcPct val="100000"/>
              </a:lnSpc>
              <a:spcBef>
                <a:spcPts val="0"/>
              </a:spcBef>
              <a:spcAft>
                <a:spcPts val="0"/>
              </a:spcAft>
              <a:buClr>
                <a:schemeClr val="dk1"/>
              </a:buClr>
              <a:buSzPts val="1100"/>
              <a:buFont typeface="Arial"/>
              <a:buNone/>
            </a:pPr>
            <a:r>
              <a:rPr b="1" i="0" lang="pt-BR" sz="1000" u="none" cap="none" strike="noStrike">
                <a:solidFill>
                  <a:schemeClr val="lt1"/>
                </a:solidFill>
                <a:latin typeface="Work Sans"/>
                <a:ea typeface="Work Sans"/>
                <a:cs typeface="Work Sans"/>
                <a:sym typeface="Work Sans"/>
              </a:rPr>
              <a:t>x = 1</a:t>
            </a:r>
            <a:endParaRPr b="1" i="0" sz="1000" u="none" cap="none" strike="noStrike">
              <a:solidFill>
                <a:schemeClr val="lt1"/>
              </a:solidFill>
              <a:latin typeface="Work Sans"/>
              <a:ea typeface="Work Sans"/>
              <a:cs typeface="Work Sans"/>
              <a:sym typeface="Work Sans"/>
            </a:endParaRPr>
          </a:p>
        </p:txBody>
      </p:sp>
      <p:sp>
        <p:nvSpPr>
          <p:cNvPr id="991" name="Google Shape;991;p48"/>
          <p:cNvSpPr txBox="1"/>
          <p:nvPr/>
        </p:nvSpPr>
        <p:spPr>
          <a:xfrm>
            <a:off x="1926661" y="2604722"/>
            <a:ext cx="720000" cy="338524"/>
          </a:xfrm>
          <a:prstGeom prst="rect">
            <a:avLst/>
          </a:prstGeom>
          <a:noFill/>
          <a:ln>
            <a:noFill/>
          </a:ln>
        </p:spPr>
        <p:txBody>
          <a:bodyPr anchorCtr="0" anchor="t" bIns="91425" lIns="91425" spcFirstLastPara="1" rIns="91425" wrap="square" tIns="91425">
            <a:spAutoFit/>
          </a:bodyPr>
          <a:lstStyle/>
          <a:p>
            <a:pPr indent="0" lvl="0" marL="0" marR="0" rtl="0" algn="ctr">
              <a:lnSpc>
                <a:spcPct val="100000"/>
              </a:lnSpc>
              <a:spcBef>
                <a:spcPts val="0"/>
              </a:spcBef>
              <a:spcAft>
                <a:spcPts val="0"/>
              </a:spcAft>
              <a:buClr>
                <a:schemeClr val="dk1"/>
              </a:buClr>
              <a:buSzPts val="1300"/>
              <a:buFont typeface="Arial"/>
              <a:buNone/>
            </a:pPr>
            <a:r>
              <a:rPr b="1" i="0" lang="pt-BR" sz="1000" u="none" cap="none" strike="noStrike">
                <a:solidFill>
                  <a:schemeClr val="lt1"/>
                </a:solidFill>
                <a:latin typeface="Work Sans"/>
                <a:ea typeface="Work Sans"/>
                <a:cs typeface="Work Sans"/>
                <a:sym typeface="Work Sans"/>
              </a:rPr>
              <a:t>x = 2</a:t>
            </a:r>
            <a:endParaRPr b="1" i="0" sz="1000" u="none" cap="none" strike="noStrike">
              <a:solidFill>
                <a:schemeClr val="lt1"/>
              </a:solidFill>
              <a:latin typeface="Work Sans"/>
              <a:ea typeface="Work Sans"/>
              <a:cs typeface="Work Sans"/>
              <a:sym typeface="Work Sans"/>
            </a:endParaRPr>
          </a:p>
        </p:txBody>
      </p:sp>
      <p:sp>
        <p:nvSpPr>
          <p:cNvPr id="992" name="Google Shape;992;p48"/>
          <p:cNvSpPr txBox="1"/>
          <p:nvPr/>
        </p:nvSpPr>
        <p:spPr>
          <a:xfrm>
            <a:off x="5142570" y="2604722"/>
            <a:ext cx="1484827" cy="338524"/>
          </a:xfrm>
          <a:prstGeom prst="rect">
            <a:avLst/>
          </a:prstGeom>
          <a:noFill/>
          <a:ln>
            <a:noFill/>
          </a:ln>
        </p:spPr>
        <p:txBody>
          <a:bodyPr anchorCtr="0" anchor="t" bIns="91425" lIns="91425" spcFirstLastPara="1" rIns="91425" wrap="square" tIns="91425">
            <a:spAutoFit/>
          </a:bodyPr>
          <a:lstStyle/>
          <a:p>
            <a:pPr indent="0" lvl="0" marL="0" marR="0" rtl="0" algn="ctr">
              <a:lnSpc>
                <a:spcPct val="100000"/>
              </a:lnSpc>
              <a:spcBef>
                <a:spcPts val="0"/>
              </a:spcBef>
              <a:spcAft>
                <a:spcPts val="0"/>
              </a:spcAft>
              <a:buClr>
                <a:schemeClr val="dk1"/>
              </a:buClr>
              <a:buSzPts val="1300"/>
              <a:buFont typeface="Arial"/>
              <a:buNone/>
            </a:pPr>
            <a:r>
              <a:rPr b="1" i="0" lang="pt-BR" sz="1000" u="none" cap="none" strike="noStrike">
                <a:solidFill>
                  <a:schemeClr val="lt1"/>
                </a:solidFill>
                <a:latin typeface="Work Sans"/>
                <a:ea typeface="Work Sans"/>
                <a:cs typeface="Work Sans"/>
                <a:sym typeface="Work Sans"/>
              </a:rPr>
              <a:t>y = 16 - 3 = 13</a:t>
            </a:r>
            <a:endParaRPr b="1" i="0" sz="1000" u="none" cap="none" strike="noStrike">
              <a:solidFill>
                <a:schemeClr val="lt1"/>
              </a:solidFill>
              <a:latin typeface="Work Sans"/>
              <a:ea typeface="Work Sans"/>
              <a:cs typeface="Work Sans"/>
              <a:sym typeface="Work Sans"/>
            </a:endParaRPr>
          </a:p>
        </p:txBody>
      </p:sp>
      <p:sp>
        <p:nvSpPr>
          <p:cNvPr id="993" name="Google Shape;993;p48"/>
          <p:cNvSpPr txBox="1"/>
          <p:nvPr/>
        </p:nvSpPr>
        <p:spPr>
          <a:xfrm>
            <a:off x="5166660" y="2280917"/>
            <a:ext cx="1260000" cy="338524"/>
          </a:xfrm>
          <a:prstGeom prst="rect">
            <a:avLst/>
          </a:prstGeom>
          <a:noFill/>
          <a:ln>
            <a:noFill/>
          </a:ln>
        </p:spPr>
        <p:txBody>
          <a:bodyPr anchorCtr="0" anchor="t" bIns="91425" lIns="91425" spcFirstLastPara="1" rIns="91425" wrap="square" tIns="91425">
            <a:spAutoFit/>
          </a:bodyPr>
          <a:lstStyle/>
          <a:p>
            <a:pPr indent="0" lvl="0" marL="0" marR="0" rtl="0" algn="ctr">
              <a:lnSpc>
                <a:spcPct val="100000"/>
              </a:lnSpc>
              <a:spcBef>
                <a:spcPts val="0"/>
              </a:spcBef>
              <a:spcAft>
                <a:spcPts val="0"/>
              </a:spcAft>
              <a:buClr>
                <a:schemeClr val="dk1"/>
              </a:buClr>
              <a:buSzPts val="1300"/>
              <a:buFont typeface="Arial"/>
              <a:buNone/>
            </a:pPr>
            <a:r>
              <a:rPr b="1" i="0" lang="pt-BR" sz="1000" u="none" cap="none" strike="noStrike">
                <a:solidFill>
                  <a:schemeClr val="lt1"/>
                </a:solidFill>
                <a:latin typeface="Work Sans"/>
                <a:ea typeface="Work Sans"/>
                <a:cs typeface="Work Sans"/>
                <a:sym typeface="Work Sans"/>
              </a:rPr>
              <a:t>y = 4 - 3 = 1</a:t>
            </a:r>
            <a:endParaRPr b="1" i="0" sz="1000" u="none" cap="none" strike="noStrike">
              <a:solidFill>
                <a:schemeClr val="lt1"/>
              </a:solidFill>
              <a:latin typeface="Work Sans"/>
              <a:ea typeface="Work Sans"/>
              <a:cs typeface="Work Sans"/>
              <a:sym typeface="Work Sans"/>
            </a:endParaRPr>
          </a:p>
        </p:txBody>
      </p:sp>
      <p:sp>
        <p:nvSpPr>
          <p:cNvPr id="994" name="Google Shape;994;p48"/>
          <p:cNvSpPr txBox="1"/>
          <p:nvPr/>
        </p:nvSpPr>
        <p:spPr>
          <a:xfrm>
            <a:off x="1815306" y="2844378"/>
            <a:ext cx="7200000" cy="595004"/>
          </a:xfrm>
          <a:prstGeom prst="rect">
            <a:avLst/>
          </a:prstGeom>
          <a:noFill/>
          <a:ln>
            <a:noFill/>
          </a:ln>
        </p:spPr>
        <p:txBody>
          <a:bodyPr anchorCtr="0" anchor="t" bIns="91425" lIns="91425" spcFirstLastPara="1" rIns="91425" wrap="square" tIns="91425">
            <a:spAutoFit/>
          </a:bodyPr>
          <a:lstStyle/>
          <a:p>
            <a:pPr indent="0" lvl="0" marL="0" marR="0" rtl="0" algn="just">
              <a:lnSpc>
                <a:spcPct val="100000"/>
              </a:lnSpc>
              <a:spcBef>
                <a:spcPts val="1000"/>
              </a:spcBef>
              <a:spcAft>
                <a:spcPts val="1000"/>
              </a:spcAft>
              <a:buClr>
                <a:srgbClr val="000000"/>
              </a:buClr>
              <a:buSzPts val="1300"/>
              <a:buFont typeface="Arial"/>
              <a:buNone/>
            </a:pPr>
            <a:r>
              <a:rPr b="1" i="0" lang="pt-BR" sz="1000" u="none" cap="none" strike="noStrike">
                <a:solidFill>
                  <a:schemeClr val="lt1"/>
                </a:solidFill>
                <a:latin typeface="Work Sans"/>
                <a:ea typeface="Work Sans"/>
                <a:cs typeface="Work Sans"/>
                <a:sym typeface="Work Sans"/>
              </a:rPr>
              <a:t>Opção 2:</a:t>
            </a:r>
            <a:r>
              <a:rPr b="0" i="0" lang="pt-BR" sz="1000" u="none" cap="none" strike="noStrike">
                <a:solidFill>
                  <a:schemeClr val="lt1"/>
                </a:solidFill>
                <a:latin typeface="Work Sans"/>
                <a:ea typeface="Work Sans"/>
                <a:cs typeface="Work Sans"/>
                <a:sym typeface="Work Sans"/>
              </a:rPr>
              <a:t> adicionar 3 aos valores de </a:t>
            </a:r>
            <a:r>
              <a:rPr b="1" i="0" lang="pt-BR" sz="1000" u="none" cap="none" strike="noStrike">
                <a:solidFill>
                  <a:schemeClr val="lt1"/>
                </a:solidFill>
                <a:latin typeface="Work Sans"/>
                <a:ea typeface="Work Sans"/>
                <a:cs typeface="Work Sans"/>
                <a:sym typeface="Work Sans"/>
              </a:rPr>
              <a:t>y das alternativas</a:t>
            </a:r>
            <a:r>
              <a:rPr b="0" i="0" lang="pt-BR" sz="1000" u="none" cap="none" strike="noStrike">
                <a:solidFill>
                  <a:schemeClr val="lt1"/>
                </a:solidFill>
                <a:latin typeface="Work Sans"/>
                <a:ea typeface="Work Sans"/>
                <a:cs typeface="Work Sans"/>
                <a:sym typeface="Work Sans"/>
              </a:rPr>
              <a:t> e verificar se é múltiplo de 4.</a:t>
            </a:r>
            <a:endParaRPr b="0" i="0" sz="1000" u="none" cap="none" strike="noStrike">
              <a:solidFill>
                <a:schemeClr val="lt1"/>
              </a:solidFill>
              <a:latin typeface="Work Sans"/>
              <a:ea typeface="Work Sans"/>
              <a:cs typeface="Work Sans"/>
              <a:sym typeface="Work Sans"/>
            </a:endParaRPr>
          </a:p>
        </p:txBody>
      </p:sp>
      <p:sp>
        <p:nvSpPr>
          <p:cNvPr id="995" name="Google Shape;995;p48"/>
          <p:cNvSpPr txBox="1"/>
          <p:nvPr/>
        </p:nvSpPr>
        <p:spPr>
          <a:xfrm>
            <a:off x="3366660" y="2280917"/>
            <a:ext cx="900000" cy="338524"/>
          </a:xfrm>
          <a:prstGeom prst="rect">
            <a:avLst/>
          </a:prstGeom>
          <a:noFill/>
          <a:ln>
            <a:noFill/>
          </a:ln>
        </p:spPr>
        <p:txBody>
          <a:bodyPr anchorCtr="0" anchor="t" bIns="91425" lIns="91425" spcFirstLastPara="1" rIns="91425" wrap="square" tIns="91425">
            <a:spAutoFit/>
          </a:bodyPr>
          <a:lstStyle/>
          <a:p>
            <a:pPr indent="0" lvl="0" marL="0" marR="0" rtl="0" algn="ctr">
              <a:lnSpc>
                <a:spcPct val="100000"/>
              </a:lnSpc>
              <a:spcBef>
                <a:spcPts val="0"/>
              </a:spcBef>
              <a:spcAft>
                <a:spcPts val="0"/>
              </a:spcAft>
              <a:buClr>
                <a:schemeClr val="dk1"/>
              </a:buClr>
              <a:buSzPts val="1300"/>
              <a:buFont typeface="Arial"/>
              <a:buNone/>
            </a:pPr>
            <a:r>
              <a:rPr b="1" i="0" lang="pt-BR" sz="1000" u="none" cap="none" strike="noStrike">
                <a:solidFill>
                  <a:schemeClr val="lt1"/>
                </a:solidFill>
                <a:latin typeface="Work Sans"/>
                <a:ea typeface="Work Sans"/>
                <a:cs typeface="Work Sans"/>
                <a:sym typeface="Work Sans"/>
              </a:rPr>
              <a:t>4</a:t>
            </a:r>
            <a:r>
              <a:rPr b="1" baseline="30000" i="0" lang="pt-BR" sz="1000" u="none" cap="none" strike="noStrike">
                <a:solidFill>
                  <a:schemeClr val="lt1"/>
                </a:solidFill>
                <a:latin typeface="Work Sans"/>
                <a:ea typeface="Work Sans"/>
                <a:cs typeface="Work Sans"/>
                <a:sym typeface="Work Sans"/>
              </a:rPr>
              <a:t>x </a:t>
            </a:r>
            <a:r>
              <a:rPr b="1" i="0" lang="pt-BR" sz="1000" u="none" cap="none" strike="noStrike">
                <a:solidFill>
                  <a:schemeClr val="lt1"/>
                </a:solidFill>
                <a:latin typeface="Work Sans"/>
                <a:ea typeface="Work Sans"/>
                <a:cs typeface="Work Sans"/>
                <a:sym typeface="Work Sans"/>
              </a:rPr>
              <a:t> = 4</a:t>
            </a:r>
            <a:endParaRPr b="1" i="0" sz="1000" u="none" cap="none" strike="noStrike">
              <a:solidFill>
                <a:schemeClr val="lt1"/>
              </a:solidFill>
              <a:latin typeface="Work Sans"/>
              <a:ea typeface="Work Sans"/>
              <a:cs typeface="Work Sans"/>
              <a:sym typeface="Work Sans"/>
            </a:endParaRPr>
          </a:p>
        </p:txBody>
      </p:sp>
      <p:sp>
        <p:nvSpPr>
          <p:cNvPr id="996" name="Google Shape;996;p48"/>
          <p:cNvSpPr txBox="1"/>
          <p:nvPr/>
        </p:nvSpPr>
        <p:spPr>
          <a:xfrm>
            <a:off x="3366661" y="2604722"/>
            <a:ext cx="900000" cy="338524"/>
          </a:xfrm>
          <a:prstGeom prst="rect">
            <a:avLst/>
          </a:prstGeom>
          <a:noFill/>
          <a:ln>
            <a:noFill/>
          </a:ln>
        </p:spPr>
        <p:txBody>
          <a:bodyPr anchorCtr="0" anchor="t" bIns="91425" lIns="91425" spcFirstLastPara="1" rIns="91425" wrap="square" tIns="91425">
            <a:spAutoFit/>
          </a:bodyPr>
          <a:lstStyle/>
          <a:p>
            <a:pPr indent="0" lvl="0" marL="0" marR="0" rtl="0" algn="ctr">
              <a:lnSpc>
                <a:spcPct val="100000"/>
              </a:lnSpc>
              <a:spcBef>
                <a:spcPts val="0"/>
              </a:spcBef>
              <a:spcAft>
                <a:spcPts val="0"/>
              </a:spcAft>
              <a:buClr>
                <a:schemeClr val="dk1"/>
              </a:buClr>
              <a:buSzPts val="1300"/>
              <a:buFont typeface="Arial"/>
              <a:buNone/>
            </a:pPr>
            <a:r>
              <a:rPr b="1" i="0" lang="pt-BR" sz="1000" u="none" cap="none" strike="noStrike">
                <a:solidFill>
                  <a:schemeClr val="lt1"/>
                </a:solidFill>
                <a:latin typeface="Work Sans"/>
                <a:ea typeface="Work Sans"/>
                <a:cs typeface="Work Sans"/>
                <a:sym typeface="Work Sans"/>
              </a:rPr>
              <a:t>4</a:t>
            </a:r>
            <a:r>
              <a:rPr b="1" baseline="30000" i="0" lang="pt-BR" sz="1000" u="none" cap="none" strike="noStrike">
                <a:solidFill>
                  <a:schemeClr val="lt1"/>
                </a:solidFill>
                <a:latin typeface="Work Sans"/>
                <a:ea typeface="Work Sans"/>
                <a:cs typeface="Work Sans"/>
                <a:sym typeface="Work Sans"/>
              </a:rPr>
              <a:t>x </a:t>
            </a:r>
            <a:r>
              <a:rPr b="1" i="0" lang="pt-BR" sz="1000" u="none" cap="none" strike="noStrike">
                <a:solidFill>
                  <a:schemeClr val="lt1"/>
                </a:solidFill>
                <a:latin typeface="Work Sans"/>
                <a:ea typeface="Work Sans"/>
                <a:cs typeface="Work Sans"/>
                <a:sym typeface="Work Sans"/>
              </a:rPr>
              <a:t> = 16</a:t>
            </a:r>
            <a:endParaRPr b="1" i="0" sz="1000" u="none" cap="none" strike="noStrike">
              <a:solidFill>
                <a:schemeClr val="lt1"/>
              </a:solidFill>
              <a:latin typeface="Work Sans"/>
              <a:ea typeface="Work Sans"/>
              <a:cs typeface="Work Sans"/>
              <a:sym typeface="Work Sans"/>
            </a:endParaRPr>
          </a:p>
        </p:txBody>
      </p:sp>
      <p:cxnSp>
        <p:nvCxnSpPr>
          <p:cNvPr id="997" name="Google Shape;997;p48"/>
          <p:cNvCxnSpPr>
            <a:stCxn id="990" idx="3"/>
            <a:endCxn id="995" idx="1"/>
          </p:cNvCxnSpPr>
          <p:nvPr/>
        </p:nvCxnSpPr>
        <p:spPr>
          <a:xfrm>
            <a:off x="2646660" y="2450179"/>
            <a:ext cx="720000" cy="0"/>
          </a:xfrm>
          <a:prstGeom prst="straightConnector1">
            <a:avLst/>
          </a:prstGeom>
          <a:noFill/>
          <a:ln cap="flat" cmpd="sng" w="19050">
            <a:solidFill>
              <a:schemeClr val="dk1"/>
            </a:solidFill>
            <a:prstDash val="solid"/>
            <a:round/>
            <a:headEnd len="sm" w="sm" type="none"/>
            <a:tailEnd len="med" w="med" type="triangle"/>
          </a:ln>
        </p:spPr>
      </p:cxnSp>
      <p:cxnSp>
        <p:nvCxnSpPr>
          <p:cNvPr id="998" name="Google Shape;998;p48"/>
          <p:cNvCxnSpPr>
            <a:stCxn id="995" idx="3"/>
            <a:endCxn id="993" idx="1"/>
          </p:cNvCxnSpPr>
          <p:nvPr/>
        </p:nvCxnSpPr>
        <p:spPr>
          <a:xfrm>
            <a:off x="4266660" y="2450179"/>
            <a:ext cx="900000" cy="0"/>
          </a:xfrm>
          <a:prstGeom prst="straightConnector1">
            <a:avLst/>
          </a:prstGeom>
          <a:noFill/>
          <a:ln cap="flat" cmpd="sng" w="19050">
            <a:solidFill>
              <a:schemeClr val="dk1"/>
            </a:solidFill>
            <a:prstDash val="solid"/>
            <a:round/>
            <a:headEnd len="sm" w="sm" type="none"/>
            <a:tailEnd len="med" w="med" type="triangle"/>
          </a:ln>
        </p:spPr>
      </p:cxnSp>
      <p:cxnSp>
        <p:nvCxnSpPr>
          <p:cNvPr id="999" name="Google Shape;999;p48"/>
          <p:cNvCxnSpPr>
            <a:stCxn id="996" idx="3"/>
          </p:cNvCxnSpPr>
          <p:nvPr/>
        </p:nvCxnSpPr>
        <p:spPr>
          <a:xfrm>
            <a:off x="4266661" y="2773984"/>
            <a:ext cx="900000" cy="10800"/>
          </a:xfrm>
          <a:prstGeom prst="straightConnector1">
            <a:avLst/>
          </a:prstGeom>
          <a:noFill/>
          <a:ln cap="flat" cmpd="sng" w="19050">
            <a:solidFill>
              <a:schemeClr val="dk1"/>
            </a:solidFill>
            <a:prstDash val="solid"/>
            <a:round/>
            <a:headEnd len="sm" w="sm" type="none"/>
            <a:tailEnd len="med" w="med" type="triangle"/>
          </a:ln>
        </p:spPr>
      </p:cxnSp>
      <p:cxnSp>
        <p:nvCxnSpPr>
          <p:cNvPr id="1000" name="Google Shape;1000;p48"/>
          <p:cNvCxnSpPr>
            <a:stCxn id="991" idx="3"/>
            <a:endCxn id="996" idx="1"/>
          </p:cNvCxnSpPr>
          <p:nvPr/>
        </p:nvCxnSpPr>
        <p:spPr>
          <a:xfrm>
            <a:off x="2646661" y="2773984"/>
            <a:ext cx="720000" cy="0"/>
          </a:xfrm>
          <a:prstGeom prst="straightConnector1">
            <a:avLst/>
          </a:prstGeom>
          <a:noFill/>
          <a:ln cap="flat" cmpd="sng" w="19050">
            <a:solidFill>
              <a:schemeClr val="dk1"/>
            </a:solidFill>
            <a:prstDash val="solid"/>
            <a:round/>
            <a:headEnd len="sm" w="sm" type="none"/>
            <a:tailEnd len="med" w="med" type="triangle"/>
          </a:ln>
        </p:spPr>
      </p:cxnSp>
      <p:sp>
        <p:nvSpPr>
          <p:cNvPr id="1001" name="Google Shape;1001;p48"/>
          <p:cNvSpPr txBox="1"/>
          <p:nvPr/>
        </p:nvSpPr>
        <p:spPr>
          <a:xfrm>
            <a:off x="2093217" y="3138951"/>
            <a:ext cx="828000" cy="1723518"/>
          </a:xfrm>
          <a:prstGeom prst="rect">
            <a:avLst/>
          </a:prstGeom>
          <a:noFill/>
          <a:ln>
            <a:noFill/>
          </a:ln>
        </p:spPr>
        <p:txBody>
          <a:bodyPr anchorCtr="0" anchor="t" bIns="91425" lIns="91425" spcFirstLastPara="1" rIns="91425" wrap="square" tIns="91425">
            <a:spAutoFit/>
          </a:bodyPr>
          <a:lstStyle/>
          <a:p>
            <a:pPr indent="0" lvl="0" marL="0" marR="0" rtl="0" algn="just">
              <a:lnSpc>
                <a:spcPct val="100000"/>
              </a:lnSpc>
              <a:spcBef>
                <a:spcPts val="1000"/>
              </a:spcBef>
              <a:spcAft>
                <a:spcPts val="0"/>
              </a:spcAft>
              <a:buClr>
                <a:schemeClr val="dk1"/>
              </a:buClr>
              <a:buSzPts val="1300"/>
              <a:buFont typeface="Arial"/>
              <a:buNone/>
            </a:pPr>
            <a:r>
              <a:rPr b="0" i="0" lang="pt-BR" sz="1000" u="none" cap="none" strike="noStrike">
                <a:solidFill>
                  <a:schemeClr val="lt1"/>
                </a:solidFill>
                <a:latin typeface="Work Sans"/>
                <a:ea typeface="Work Sans"/>
                <a:cs typeface="Work Sans"/>
                <a:sym typeface="Work Sans"/>
              </a:rPr>
              <a:t>(A) 1</a:t>
            </a:r>
            <a:endParaRPr b="0" i="0" sz="1000" u="none" cap="none" strike="noStrike">
              <a:solidFill>
                <a:schemeClr val="lt1"/>
              </a:solidFill>
              <a:latin typeface="Work Sans"/>
              <a:ea typeface="Work Sans"/>
              <a:cs typeface="Work Sans"/>
              <a:sym typeface="Work Sans"/>
            </a:endParaRPr>
          </a:p>
          <a:p>
            <a:pPr indent="0" lvl="0" marL="0" marR="0" rtl="0" algn="just">
              <a:lnSpc>
                <a:spcPct val="100000"/>
              </a:lnSpc>
              <a:spcBef>
                <a:spcPts val="1000"/>
              </a:spcBef>
              <a:spcAft>
                <a:spcPts val="0"/>
              </a:spcAft>
              <a:buClr>
                <a:schemeClr val="dk1"/>
              </a:buClr>
              <a:buSzPts val="1300"/>
              <a:buFont typeface="Arial"/>
              <a:buNone/>
            </a:pPr>
            <a:r>
              <a:rPr b="0" i="0" lang="pt-BR" sz="1000" u="none" cap="none" strike="noStrike">
                <a:solidFill>
                  <a:schemeClr val="lt1"/>
                </a:solidFill>
                <a:latin typeface="Work Sans"/>
                <a:ea typeface="Work Sans"/>
                <a:cs typeface="Work Sans"/>
                <a:sym typeface="Work Sans"/>
              </a:rPr>
              <a:t>(B) 7</a:t>
            </a:r>
            <a:endParaRPr b="0" i="0" sz="1000" u="none" cap="none" strike="noStrike">
              <a:solidFill>
                <a:schemeClr val="lt1"/>
              </a:solidFill>
              <a:latin typeface="Work Sans"/>
              <a:ea typeface="Work Sans"/>
              <a:cs typeface="Work Sans"/>
              <a:sym typeface="Work Sans"/>
            </a:endParaRPr>
          </a:p>
          <a:p>
            <a:pPr indent="0" lvl="0" marL="0" marR="0" rtl="0" algn="just">
              <a:lnSpc>
                <a:spcPct val="100000"/>
              </a:lnSpc>
              <a:spcBef>
                <a:spcPts val="1000"/>
              </a:spcBef>
              <a:spcAft>
                <a:spcPts val="0"/>
              </a:spcAft>
              <a:buClr>
                <a:schemeClr val="dk1"/>
              </a:buClr>
              <a:buSzPts val="1300"/>
              <a:buFont typeface="Arial"/>
              <a:buNone/>
            </a:pPr>
            <a:r>
              <a:rPr b="0" i="0" lang="pt-BR" sz="1000" u="none" cap="none" strike="noStrike">
                <a:solidFill>
                  <a:schemeClr val="lt1"/>
                </a:solidFill>
                <a:latin typeface="Work Sans"/>
                <a:ea typeface="Work Sans"/>
                <a:cs typeface="Work Sans"/>
                <a:sym typeface="Work Sans"/>
              </a:rPr>
              <a:t>(C) 13</a:t>
            </a:r>
            <a:endParaRPr b="0" i="0" sz="1000" u="none" cap="none" strike="noStrike">
              <a:solidFill>
                <a:schemeClr val="lt1"/>
              </a:solidFill>
              <a:latin typeface="Work Sans"/>
              <a:ea typeface="Work Sans"/>
              <a:cs typeface="Work Sans"/>
              <a:sym typeface="Work Sans"/>
            </a:endParaRPr>
          </a:p>
          <a:p>
            <a:pPr indent="0" lvl="0" marL="0" marR="0" rtl="0" algn="just">
              <a:lnSpc>
                <a:spcPct val="100000"/>
              </a:lnSpc>
              <a:spcBef>
                <a:spcPts val="1000"/>
              </a:spcBef>
              <a:spcAft>
                <a:spcPts val="0"/>
              </a:spcAft>
              <a:buClr>
                <a:schemeClr val="dk1"/>
              </a:buClr>
              <a:buSzPts val="1300"/>
              <a:buFont typeface="Arial"/>
              <a:buNone/>
            </a:pPr>
            <a:r>
              <a:rPr b="0" i="0" lang="pt-BR" sz="1000" u="none" cap="none" strike="noStrike">
                <a:solidFill>
                  <a:schemeClr val="lt1"/>
                </a:solidFill>
                <a:latin typeface="Work Sans"/>
                <a:ea typeface="Work Sans"/>
                <a:cs typeface="Work Sans"/>
                <a:sym typeface="Work Sans"/>
              </a:rPr>
              <a:t>(D) 61</a:t>
            </a:r>
            <a:endParaRPr b="0" i="0" sz="1000" u="none" cap="none" strike="noStrike">
              <a:solidFill>
                <a:schemeClr val="lt1"/>
              </a:solidFill>
              <a:latin typeface="Work Sans"/>
              <a:ea typeface="Work Sans"/>
              <a:cs typeface="Work Sans"/>
              <a:sym typeface="Work Sans"/>
            </a:endParaRPr>
          </a:p>
          <a:p>
            <a:pPr indent="0" lvl="0" marL="0" marR="0" rtl="0" algn="just">
              <a:lnSpc>
                <a:spcPct val="100000"/>
              </a:lnSpc>
              <a:spcBef>
                <a:spcPts val="1000"/>
              </a:spcBef>
              <a:spcAft>
                <a:spcPts val="1000"/>
              </a:spcAft>
              <a:buClr>
                <a:schemeClr val="dk1"/>
              </a:buClr>
              <a:buSzPts val="1300"/>
              <a:buFont typeface="Arial"/>
              <a:buNone/>
            </a:pPr>
            <a:r>
              <a:rPr b="0" i="0" lang="pt-BR" sz="1000" u="none" cap="none" strike="noStrike">
                <a:solidFill>
                  <a:schemeClr val="lt1"/>
                </a:solidFill>
                <a:latin typeface="Work Sans"/>
                <a:ea typeface="Work Sans"/>
                <a:cs typeface="Work Sans"/>
                <a:sym typeface="Work Sans"/>
              </a:rPr>
              <a:t>(E) 253</a:t>
            </a:r>
            <a:endParaRPr b="0" i="0" sz="1000" u="none" cap="none" strike="noStrike">
              <a:solidFill>
                <a:schemeClr val="lt1"/>
              </a:solidFill>
              <a:latin typeface="Work Sans"/>
              <a:ea typeface="Work Sans"/>
              <a:cs typeface="Work Sans"/>
              <a:sym typeface="Work Sans"/>
            </a:endParaRPr>
          </a:p>
        </p:txBody>
      </p:sp>
      <p:sp>
        <p:nvSpPr>
          <p:cNvPr id="1002" name="Google Shape;1002;p48"/>
          <p:cNvSpPr txBox="1"/>
          <p:nvPr/>
        </p:nvSpPr>
        <p:spPr>
          <a:xfrm>
            <a:off x="5470983" y="3127419"/>
            <a:ext cx="828000" cy="1723518"/>
          </a:xfrm>
          <a:prstGeom prst="rect">
            <a:avLst/>
          </a:prstGeom>
          <a:noFill/>
          <a:ln>
            <a:noFill/>
          </a:ln>
        </p:spPr>
        <p:txBody>
          <a:bodyPr anchorCtr="0" anchor="t" bIns="91425" lIns="91425" spcFirstLastPara="1" rIns="91425" wrap="square" tIns="91425">
            <a:spAutoFit/>
          </a:bodyPr>
          <a:lstStyle/>
          <a:p>
            <a:pPr indent="0" lvl="0" marL="0" marR="0" rtl="0" algn="just">
              <a:lnSpc>
                <a:spcPct val="100000"/>
              </a:lnSpc>
              <a:spcBef>
                <a:spcPts val="1000"/>
              </a:spcBef>
              <a:spcAft>
                <a:spcPts val="0"/>
              </a:spcAft>
              <a:buClr>
                <a:schemeClr val="dk1"/>
              </a:buClr>
              <a:buSzPts val="1300"/>
              <a:buFont typeface="Arial"/>
              <a:buNone/>
            </a:pPr>
            <a:r>
              <a:rPr b="1" i="0" lang="pt-BR" sz="1000" u="none" cap="none" strike="noStrike">
                <a:solidFill>
                  <a:schemeClr val="lt1"/>
                </a:solidFill>
                <a:latin typeface="Work Sans"/>
                <a:ea typeface="Work Sans"/>
                <a:cs typeface="Work Sans"/>
                <a:sym typeface="Work Sans"/>
              </a:rPr>
              <a:t>4</a:t>
            </a:r>
            <a:endParaRPr b="1" i="0" sz="1000" u="none" cap="none" strike="noStrike">
              <a:solidFill>
                <a:schemeClr val="lt1"/>
              </a:solidFill>
              <a:latin typeface="Work Sans"/>
              <a:ea typeface="Work Sans"/>
              <a:cs typeface="Work Sans"/>
              <a:sym typeface="Work Sans"/>
            </a:endParaRPr>
          </a:p>
          <a:p>
            <a:pPr indent="0" lvl="0" marL="0" marR="0" rtl="0" algn="just">
              <a:lnSpc>
                <a:spcPct val="100000"/>
              </a:lnSpc>
              <a:spcBef>
                <a:spcPts val="1000"/>
              </a:spcBef>
              <a:spcAft>
                <a:spcPts val="0"/>
              </a:spcAft>
              <a:buClr>
                <a:srgbClr val="BA0E02"/>
              </a:buClr>
              <a:buSzPts val="1300"/>
              <a:buFont typeface="Arial"/>
              <a:buNone/>
            </a:pPr>
            <a:r>
              <a:rPr b="1" i="0" lang="pt-BR" sz="1000" u="none" cap="none" strike="noStrike">
                <a:solidFill>
                  <a:schemeClr val="lt1"/>
                </a:solidFill>
                <a:latin typeface="Work Sans"/>
                <a:ea typeface="Work Sans"/>
                <a:cs typeface="Work Sans"/>
                <a:sym typeface="Work Sans"/>
              </a:rPr>
              <a:t>10</a:t>
            </a:r>
            <a:endParaRPr b="1" i="0" sz="1000" u="none" cap="none" strike="noStrike">
              <a:solidFill>
                <a:schemeClr val="lt1"/>
              </a:solidFill>
              <a:latin typeface="Work Sans"/>
              <a:ea typeface="Work Sans"/>
              <a:cs typeface="Work Sans"/>
              <a:sym typeface="Work Sans"/>
            </a:endParaRPr>
          </a:p>
          <a:p>
            <a:pPr indent="0" lvl="0" marL="0" marR="0" rtl="0" algn="just">
              <a:lnSpc>
                <a:spcPct val="100000"/>
              </a:lnSpc>
              <a:spcBef>
                <a:spcPts val="1000"/>
              </a:spcBef>
              <a:spcAft>
                <a:spcPts val="0"/>
              </a:spcAft>
              <a:buClr>
                <a:schemeClr val="dk1"/>
              </a:buClr>
              <a:buSzPts val="1300"/>
              <a:buFont typeface="Arial"/>
              <a:buNone/>
            </a:pPr>
            <a:r>
              <a:rPr b="1" i="0" lang="pt-BR" sz="1000" u="none" cap="none" strike="noStrike">
                <a:solidFill>
                  <a:schemeClr val="lt1"/>
                </a:solidFill>
                <a:latin typeface="Work Sans"/>
                <a:ea typeface="Work Sans"/>
                <a:cs typeface="Work Sans"/>
                <a:sym typeface="Work Sans"/>
              </a:rPr>
              <a:t>16</a:t>
            </a:r>
            <a:endParaRPr b="1" i="0" sz="1000" u="none" cap="none" strike="noStrike">
              <a:solidFill>
                <a:schemeClr val="lt1"/>
              </a:solidFill>
              <a:latin typeface="Work Sans"/>
              <a:ea typeface="Work Sans"/>
              <a:cs typeface="Work Sans"/>
              <a:sym typeface="Work Sans"/>
            </a:endParaRPr>
          </a:p>
          <a:p>
            <a:pPr indent="0" lvl="0" marL="0" marR="0" rtl="0" algn="just">
              <a:lnSpc>
                <a:spcPct val="100000"/>
              </a:lnSpc>
              <a:spcBef>
                <a:spcPts val="1000"/>
              </a:spcBef>
              <a:spcAft>
                <a:spcPts val="0"/>
              </a:spcAft>
              <a:buClr>
                <a:schemeClr val="dk1"/>
              </a:buClr>
              <a:buSzPts val="1300"/>
              <a:buFont typeface="Arial"/>
              <a:buNone/>
            </a:pPr>
            <a:r>
              <a:rPr b="1" i="0" lang="pt-BR" sz="1000" u="none" cap="none" strike="noStrike">
                <a:solidFill>
                  <a:schemeClr val="lt1"/>
                </a:solidFill>
                <a:latin typeface="Work Sans"/>
                <a:ea typeface="Work Sans"/>
                <a:cs typeface="Work Sans"/>
                <a:sym typeface="Work Sans"/>
              </a:rPr>
              <a:t>64</a:t>
            </a:r>
            <a:endParaRPr b="1" i="0" sz="1000" u="none" cap="none" strike="noStrike">
              <a:solidFill>
                <a:schemeClr val="lt1"/>
              </a:solidFill>
              <a:latin typeface="Work Sans"/>
              <a:ea typeface="Work Sans"/>
              <a:cs typeface="Work Sans"/>
              <a:sym typeface="Work Sans"/>
            </a:endParaRPr>
          </a:p>
          <a:p>
            <a:pPr indent="0" lvl="0" marL="0" marR="0" rtl="0" algn="just">
              <a:lnSpc>
                <a:spcPct val="100000"/>
              </a:lnSpc>
              <a:spcBef>
                <a:spcPts val="1000"/>
              </a:spcBef>
              <a:spcAft>
                <a:spcPts val="1000"/>
              </a:spcAft>
              <a:buClr>
                <a:schemeClr val="dk1"/>
              </a:buClr>
              <a:buSzPts val="1300"/>
              <a:buFont typeface="Arial"/>
              <a:buNone/>
            </a:pPr>
            <a:r>
              <a:rPr b="1" i="0" lang="pt-BR" sz="1000" u="none" cap="none" strike="noStrike">
                <a:solidFill>
                  <a:schemeClr val="lt1"/>
                </a:solidFill>
                <a:latin typeface="Work Sans"/>
                <a:ea typeface="Work Sans"/>
                <a:cs typeface="Work Sans"/>
                <a:sym typeface="Work Sans"/>
              </a:rPr>
              <a:t>256</a:t>
            </a:r>
            <a:endParaRPr b="1" i="0" sz="1000" u="none" cap="none" strike="noStrike">
              <a:solidFill>
                <a:schemeClr val="lt1"/>
              </a:solidFill>
              <a:latin typeface="Work Sans"/>
              <a:ea typeface="Work Sans"/>
              <a:cs typeface="Work Sans"/>
              <a:sym typeface="Work Sans"/>
            </a:endParaRPr>
          </a:p>
        </p:txBody>
      </p:sp>
      <p:grpSp>
        <p:nvGrpSpPr>
          <p:cNvPr id="1003" name="Google Shape;1003;p48"/>
          <p:cNvGrpSpPr/>
          <p:nvPr/>
        </p:nvGrpSpPr>
        <p:grpSpPr>
          <a:xfrm>
            <a:off x="136615" y="2218358"/>
            <a:ext cx="849237" cy="276901"/>
            <a:chOff x="271410" y="3520307"/>
            <a:chExt cx="917862" cy="241200"/>
          </a:xfrm>
        </p:grpSpPr>
        <p:sp>
          <p:nvSpPr>
            <p:cNvPr id="1004" name="Google Shape;1004;p48"/>
            <p:cNvSpPr/>
            <p:nvPr/>
          </p:nvSpPr>
          <p:spPr>
            <a:xfrm>
              <a:off x="619572" y="3520307"/>
              <a:ext cx="569700" cy="241200"/>
            </a:xfrm>
            <a:prstGeom prst="roundRect">
              <a:avLst>
                <a:gd fmla="val 16667" name="adj"/>
              </a:avLst>
            </a:prstGeom>
            <a:noFill/>
            <a:ln cap="flat" cmpd="sng" w="19050">
              <a:solidFill>
                <a:srgbClr val="00DF7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000" u="none" cap="none" strike="noStrike">
                <a:solidFill>
                  <a:schemeClr val="lt1"/>
                </a:solidFill>
                <a:latin typeface="Work Sans"/>
                <a:ea typeface="Work Sans"/>
                <a:cs typeface="Work Sans"/>
                <a:sym typeface="Work Sans"/>
              </a:endParaRPr>
            </a:p>
          </p:txBody>
        </p:sp>
        <p:pic>
          <p:nvPicPr>
            <p:cNvPr id="1005" name="Google Shape;1005;p48"/>
            <p:cNvPicPr preferRelativeResize="0"/>
            <p:nvPr/>
          </p:nvPicPr>
          <p:blipFill rotWithShape="1">
            <a:blip r:embed="rId4">
              <a:alphaModFix/>
            </a:blip>
            <a:srcRect b="0" l="0" r="0" t="0"/>
            <a:stretch/>
          </p:blipFill>
          <p:spPr>
            <a:xfrm>
              <a:off x="271410" y="3547160"/>
              <a:ext cx="256540" cy="187485"/>
            </a:xfrm>
            <a:prstGeom prst="rect">
              <a:avLst/>
            </a:prstGeom>
            <a:noFill/>
            <a:ln>
              <a:noFill/>
            </a:ln>
          </p:spPr>
        </p:pic>
      </p:grpSp>
      <p:sp>
        <p:nvSpPr>
          <p:cNvPr id="1006" name="Google Shape;1006;p48"/>
          <p:cNvSpPr txBox="1"/>
          <p:nvPr/>
        </p:nvSpPr>
        <p:spPr>
          <a:xfrm>
            <a:off x="3422100" y="3746575"/>
            <a:ext cx="1080000" cy="338524"/>
          </a:xfrm>
          <a:prstGeom prst="rect">
            <a:avLst/>
          </a:prstGeom>
          <a:noFill/>
          <a:ln>
            <a:noFill/>
          </a:ln>
        </p:spPr>
        <p:txBody>
          <a:bodyPr anchorCtr="0" anchor="t" bIns="91425" lIns="91425" spcFirstLastPara="1" rIns="91425" wrap="square" tIns="91425">
            <a:spAutoFit/>
          </a:bodyPr>
          <a:lstStyle/>
          <a:p>
            <a:pPr indent="0" lvl="0" marL="0" marR="0" rtl="0" algn="ctr">
              <a:lnSpc>
                <a:spcPct val="100000"/>
              </a:lnSpc>
              <a:spcBef>
                <a:spcPts val="0"/>
              </a:spcBef>
              <a:spcAft>
                <a:spcPts val="0"/>
              </a:spcAft>
              <a:buClr>
                <a:schemeClr val="dk1"/>
              </a:buClr>
              <a:buSzPts val="1300"/>
              <a:buFont typeface="Arial"/>
              <a:buNone/>
            </a:pPr>
            <a:r>
              <a:rPr b="1" i="0" lang="pt-BR" sz="1000" u="none" cap="none" strike="noStrike">
                <a:solidFill>
                  <a:schemeClr val="lt1"/>
                </a:solidFill>
                <a:latin typeface="Work Sans"/>
                <a:ea typeface="Work Sans"/>
                <a:cs typeface="Work Sans"/>
                <a:sym typeface="Work Sans"/>
              </a:rPr>
              <a:t>4</a:t>
            </a:r>
            <a:r>
              <a:rPr b="1" baseline="30000" i="0" lang="pt-BR" sz="1000" u="none" cap="none" strike="noStrike">
                <a:solidFill>
                  <a:schemeClr val="lt1"/>
                </a:solidFill>
                <a:latin typeface="Work Sans"/>
                <a:ea typeface="Work Sans"/>
                <a:cs typeface="Work Sans"/>
                <a:sym typeface="Work Sans"/>
              </a:rPr>
              <a:t>x </a:t>
            </a:r>
            <a:r>
              <a:rPr b="1" i="0" lang="pt-BR" sz="1000" u="none" cap="none" strike="noStrike">
                <a:solidFill>
                  <a:schemeClr val="lt1"/>
                </a:solidFill>
                <a:latin typeface="Work Sans"/>
                <a:ea typeface="Work Sans"/>
                <a:cs typeface="Work Sans"/>
                <a:sym typeface="Work Sans"/>
              </a:rPr>
              <a:t> = y + 3</a:t>
            </a:r>
            <a:endParaRPr b="1" i="0" sz="1000" u="none" cap="none" strike="noStrike">
              <a:solidFill>
                <a:schemeClr val="lt1"/>
              </a:solidFill>
              <a:latin typeface="Work Sans"/>
              <a:ea typeface="Work Sans"/>
              <a:cs typeface="Work Sans"/>
              <a:sym typeface="Work Sans"/>
            </a:endParaRPr>
          </a:p>
        </p:txBody>
      </p:sp>
      <p:cxnSp>
        <p:nvCxnSpPr>
          <p:cNvPr id="1007" name="Google Shape;1007;p48"/>
          <p:cNvCxnSpPr/>
          <p:nvPr/>
        </p:nvCxnSpPr>
        <p:spPr>
          <a:xfrm>
            <a:off x="2702100" y="3926575"/>
            <a:ext cx="720000" cy="0"/>
          </a:xfrm>
          <a:prstGeom prst="straightConnector1">
            <a:avLst/>
          </a:prstGeom>
          <a:noFill/>
          <a:ln cap="flat" cmpd="sng" w="19050">
            <a:solidFill>
              <a:schemeClr val="dk1"/>
            </a:solidFill>
            <a:prstDash val="solid"/>
            <a:round/>
            <a:headEnd len="sm" w="sm" type="none"/>
            <a:tailEnd len="med" w="med" type="triangle"/>
          </a:ln>
        </p:spPr>
      </p:cxnSp>
      <p:cxnSp>
        <p:nvCxnSpPr>
          <p:cNvPr id="1008" name="Google Shape;1008;p48"/>
          <p:cNvCxnSpPr/>
          <p:nvPr/>
        </p:nvCxnSpPr>
        <p:spPr>
          <a:xfrm>
            <a:off x="4542600" y="3926575"/>
            <a:ext cx="720000" cy="0"/>
          </a:xfrm>
          <a:prstGeom prst="straightConnector1">
            <a:avLst/>
          </a:prstGeom>
          <a:noFill/>
          <a:ln cap="flat" cmpd="sng" w="19050">
            <a:solidFill>
              <a:schemeClr val="dk1"/>
            </a:solidFill>
            <a:prstDash val="solid"/>
            <a:round/>
            <a:headEnd len="sm" w="sm" type="none"/>
            <a:tailEnd len="med" w="med" type="triangle"/>
          </a:ln>
        </p:spPr>
      </p:cxnSp>
      <p:sp>
        <p:nvSpPr>
          <p:cNvPr id="1009" name="Google Shape;1009;p48"/>
          <p:cNvSpPr txBox="1"/>
          <p:nvPr/>
        </p:nvSpPr>
        <p:spPr>
          <a:xfrm>
            <a:off x="0" y="4825425"/>
            <a:ext cx="4862100" cy="276900"/>
          </a:xfrm>
          <a:prstGeom prst="rect">
            <a:avLst/>
          </a:prstGeom>
          <a:noFill/>
          <a:ln>
            <a:noFill/>
          </a:ln>
        </p:spPr>
        <p:txBody>
          <a:bodyPr anchorCtr="0" anchor="t" bIns="68550" lIns="137125" spcFirstLastPara="1" rIns="137125" wrap="square" tIns="68550">
            <a:spAutoFit/>
          </a:bodyPr>
          <a:lstStyle/>
          <a:p>
            <a:pPr indent="0" lvl="0" marL="0" marR="0" rtl="0" algn="l">
              <a:lnSpc>
                <a:spcPct val="100000"/>
              </a:lnSpc>
              <a:spcBef>
                <a:spcPts val="0"/>
              </a:spcBef>
              <a:spcAft>
                <a:spcPts val="0"/>
              </a:spcAft>
              <a:buClr>
                <a:srgbClr val="000000"/>
              </a:buClr>
              <a:buSzPts val="900"/>
              <a:buFont typeface="Arial"/>
              <a:buNone/>
            </a:pPr>
            <a:r>
              <a:rPr b="1" i="0" lang="pt-BR" sz="900" u="none" cap="none" strike="noStrike">
                <a:solidFill>
                  <a:srgbClr val="000000"/>
                </a:solidFill>
                <a:latin typeface="Arial"/>
                <a:ea typeface="Arial"/>
                <a:cs typeface="Arial"/>
                <a:sym typeface="Arial"/>
              </a:rPr>
              <a:t>Prep4Consulting 2026.2 </a:t>
            </a:r>
            <a:r>
              <a:rPr b="0" i="0" lang="pt-BR" sz="900" u="none" cap="none" strike="noStrike">
                <a:solidFill>
                  <a:srgbClr val="000000"/>
                </a:solidFill>
                <a:latin typeface="Arial"/>
                <a:ea typeface="Arial"/>
                <a:cs typeface="Arial"/>
                <a:sym typeface="Arial"/>
              </a:rPr>
              <a:t>| GMAT: Estrutura da Prova</a:t>
            </a:r>
            <a:endParaRPr b="0" i="0" sz="900" u="none" cap="none" strike="noStrike">
              <a:solidFill>
                <a:srgbClr val="000000"/>
              </a:solidFill>
              <a:latin typeface="Arial"/>
              <a:ea typeface="Arial"/>
              <a:cs typeface="Arial"/>
              <a:sym typeface="Arial"/>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989"/>
                                        </p:tgtEl>
                                        <p:attrNameLst>
                                          <p:attrName>style.visibility</p:attrName>
                                        </p:attrNameLst>
                                      </p:cBhvr>
                                      <p:to>
                                        <p:strVal val="visible"/>
                                      </p:to>
                                    </p:set>
                                    <p:animEffect filter="fade" transition="in">
                                      <p:cBhvr>
                                        <p:cTn dur="1000"/>
                                        <p:tgtEl>
                                          <p:spTgt spid="989"/>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990"/>
                                        </p:tgtEl>
                                        <p:attrNameLst>
                                          <p:attrName>style.visibility</p:attrName>
                                        </p:attrNameLst>
                                      </p:cBhvr>
                                      <p:to>
                                        <p:strVal val="visible"/>
                                      </p:to>
                                    </p:set>
                                    <p:animEffect filter="fade" transition="in">
                                      <p:cBhvr>
                                        <p:cTn dur="1000"/>
                                        <p:tgtEl>
                                          <p:spTgt spid="990"/>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997"/>
                                        </p:tgtEl>
                                        <p:attrNameLst>
                                          <p:attrName>style.visibility</p:attrName>
                                        </p:attrNameLst>
                                      </p:cBhvr>
                                      <p:to>
                                        <p:strVal val="visible"/>
                                      </p:to>
                                    </p:set>
                                    <p:animEffect filter="fade" transition="in">
                                      <p:cBhvr>
                                        <p:cTn dur="1000"/>
                                        <p:tgtEl>
                                          <p:spTgt spid="997"/>
                                        </p:tgtEl>
                                      </p:cBhvr>
                                    </p:animEffect>
                                  </p:childTnLst>
                                </p:cTn>
                              </p:par>
                              <p:par>
                                <p:cTn fill="hold" nodeType="withEffect" presetClass="entr" presetID="10" presetSubtype="0">
                                  <p:stCondLst>
                                    <p:cond delay="0"/>
                                  </p:stCondLst>
                                  <p:childTnLst>
                                    <p:set>
                                      <p:cBhvr>
                                        <p:cTn dur="1" fill="hold">
                                          <p:stCondLst>
                                            <p:cond delay="0"/>
                                          </p:stCondLst>
                                        </p:cTn>
                                        <p:tgtEl>
                                          <p:spTgt spid="995"/>
                                        </p:tgtEl>
                                        <p:attrNameLst>
                                          <p:attrName>style.visibility</p:attrName>
                                        </p:attrNameLst>
                                      </p:cBhvr>
                                      <p:to>
                                        <p:strVal val="visible"/>
                                      </p:to>
                                    </p:set>
                                    <p:animEffect filter="fade" transition="in">
                                      <p:cBhvr>
                                        <p:cTn dur="1000"/>
                                        <p:tgtEl>
                                          <p:spTgt spid="995"/>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998"/>
                                        </p:tgtEl>
                                        <p:attrNameLst>
                                          <p:attrName>style.visibility</p:attrName>
                                        </p:attrNameLst>
                                      </p:cBhvr>
                                      <p:to>
                                        <p:strVal val="visible"/>
                                      </p:to>
                                    </p:set>
                                    <p:animEffect filter="fade" transition="in">
                                      <p:cBhvr>
                                        <p:cTn dur="1000"/>
                                        <p:tgtEl>
                                          <p:spTgt spid="998"/>
                                        </p:tgtEl>
                                      </p:cBhvr>
                                    </p:animEffect>
                                  </p:childTnLst>
                                </p:cTn>
                              </p:par>
                              <p:par>
                                <p:cTn fill="hold" nodeType="withEffect" presetClass="entr" presetID="10" presetSubtype="0">
                                  <p:stCondLst>
                                    <p:cond delay="0"/>
                                  </p:stCondLst>
                                  <p:childTnLst>
                                    <p:set>
                                      <p:cBhvr>
                                        <p:cTn dur="1" fill="hold">
                                          <p:stCondLst>
                                            <p:cond delay="0"/>
                                          </p:stCondLst>
                                        </p:cTn>
                                        <p:tgtEl>
                                          <p:spTgt spid="993"/>
                                        </p:tgtEl>
                                        <p:attrNameLst>
                                          <p:attrName>style.visibility</p:attrName>
                                        </p:attrNameLst>
                                      </p:cBhvr>
                                      <p:to>
                                        <p:strVal val="visible"/>
                                      </p:to>
                                    </p:set>
                                    <p:animEffect filter="fade" transition="in">
                                      <p:cBhvr>
                                        <p:cTn dur="1000"/>
                                        <p:tgtEl>
                                          <p:spTgt spid="993"/>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991"/>
                                        </p:tgtEl>
                                        <p:attrNameLst>
                                          <p:attrName>style.visibility</p:attrName>
                                        </p:attrNameLst>
                                      </p:cBhvr>
                                      <p:to>
                                        <p:strVal val="visible"/>
                                      </p:to>
                                    </p:set>
                                    <p:animEffect filter="fade" transition="in">
                                      <p:cBhvr>
                                        <p:cTn dur="1000"/>
                                        <p:tgtEl>
                                          <p:spTgt spid="991"/>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000"/>
                                        </p:tgtEl>
                                        <p:attrNameLst>
                                          <p:attrName>style.visibility</p:attrName>
                                        </p:attrNameLst>
                                      </p:cBhvr>
                                      <p:to>
                                        <p:strVal val="visible"/>
                                      </p:to>
                                    </p:set>
                                    <p:animEffect filter="fade" transition="in">
                                      <p:cBhvr>
                                        <p:cTn dur="1000"/>
                                        <p:tgtEl>
                                          <p:spTgt spid="1000"/>
                                        </p:tgtEl>
                                      </p:cBhvr>
                                    </p:animEffect>
                                  </p:childTnLst>
                                </p:cTn>
                              </p:par>
                              <p:par>
                                <p:cTn fill="hold" nodeType="withEffect" presetClass="entr" presetID="10" presetSubtype="0">
                                  <p:stCondLst>
                                    <p:cond delay="0"/>
                                  </p:stCondLst>
                                  <p:childTnLst>
                                    <p:set>
                                      <p:cBhvr>
                                        <p:cTn dur="1" fill="hold">
                                          <p:stCondLst>
                                            <p:cond delay="0"/>
                                          </p:stCondLst>
                                        </p:cTn>
                                        <p:tgtEl>
                                          <p:spTgt spid="996"/>
                                        </p:tgtEl>
                                        <p:attrNameLst>
                                          <p:attrName>style.visibility</p:attrName>
                                        </p:attrNameLst>
                                      </p:cBhvr>
                                      <p:to>
                                        <p:strVal val="visible"/>
                                      </p:to>
                                    </p:set>
                                    <p:animEffect filter="fade" transition="in">
                                      <p:cBhvr>
                                        <p:cTn dur="1000"/>
                                        <p:tgtEl>
                                          <p:spTgt spid="996"/>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999"/>
                                        </p:tgtEl>
                                        <p:attrNameLst>
                                          <p:attrName>style.visibility</p:attrName>
                                        </p:attrNameLst>
                                      </p:cBhvr>
                                      <p:to>
                                        <p:strVal val="visible"/>
                                      </p:to>
                                    </p:set>
                                    <p:animEffect filter="fade" transition="in">
                                      <p:cBhvr>
                                        <p:cTn dur="1000"/>
                                        <p:tgtEl>
                                          <p:spTgt spid="999"/>
                                        </p:tgtEl>
                                      </p:cBhvr>
                                    </p:animEffect>
                                  </p:childTnLst>
                                </p:cTn>
                              </p:par>
                              <p:par>
                                <p:cTn fill="hold" nodeType="withEffect" presetClass="entr" presetID="10" presetSubtype="0">
                                  <p:stCondLst>
                                    <p:cond delay="0"/>
                                  </p:stCondLst>
                                  <p:childTnLst>
                                    <p:set>
                                      <p:cBhvr>
                                        <p:cTn dur="1" fill="hold">
                                          <p:stCondLst>
                                            <p:cond delay="0"/>
                                          </p:stCondLst>
                                        </p:cTn>
                                        <p:tgtEl>
                                          <p:spTgt spid="992"/>
                                        </p:tgtEl>
                                        <p:attrNameLst>
                                          <p:attrName>style.visibility</p:attrName>
                                        </p:attrNameLst>
                                      </p:cBhvr>
                                      <p:to>
                                        <p:strVal val="visible"/>
                                      </p:to>
                                    </p:set>
                                    <p:animEffect filter="fade" transition="in">
                                      <p:cBhvr>
                                        <p:cTn dur="1000"/>
                                        <p:tgtEl>
                                          <p:spTgt spid="992"/>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003"/>
                                        </p:tgtEl>
                                        <p:attrNameLst>
                                          <p:attrName>style.visibility</p:attrName>
                                        </p:attrNameLst>
                                      </p:cBhvr>
                                      <p:to>
                                        <p:strVal val="visible"/>
                                      </p:to>
                                    </p:set>
                                    <p:animEffect filter="fade" transition="in">
                                      <p:cBhvr>
                                        <p:cTn dur="1000"/>
                                        <p:tgtEl>
                                          <p:spTgt spid="1003"/>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994"/>
                                        </p:tgtEl>
                                        <p:attrNameLst>
                                          <p:attrName>style.visibility</p:attrName>
                                        </p:attrNameLst>
                                      </p:cBhvr>
                                      <p:to>
                                        <p:strVal val="visible"/>
                                      </p:to>
                                    </p:set>
                                    <p:animEffect filter="fade" transition="in">
                                      <p:cBhvr>
                                        <p:cTn dur="1000"/>
                                        <p:tgtEl>
                                          <p:spTgt spid="994"/>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001"/>
                                        </p:tgtEl>
                                        <p:attrNameLst>
                                          <p:attrName>style.visibility</p:attrName>
                                        </p:attrNameLst>
                                      </p:cBhvr>
                                      <p:to>
                                        <p:strVal val="visible"/>
                                      </p:to>
                                    </p:set>
                                    <p:animEffect filter="fade" transition="in">
                                      <p:cBhvr>
                                        <p:cTn dur="1000"/>
                                        <p:tgtEl>
                                          <p:spTgt spid="1001"/>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007"/>
                                        </p:tgtEl>
                                        <p:attrNameLst>
                                          <p:attrName>style.visibility</p:attrName>
                                        </p:attrNameLst>
                                      </p:cBhvr>
                                      <p:to>
                                        <p:strVal val="visible"/>
                                      </p:to>
                                    </p:set>
                                    <p:animEffect filter="fade" transition="in">
                                      <p:cBhvr>
                                        <p:cTn dur="1000"/>
                                        <p:tgtEl>
                                          <p:spTgt spid="1007"/>
                                        </p:tgtEl>
                                      </p:cBhvr>
                                    </p:animEffect>
                                  </p:childTnLst>
                                </p:cTn>
                              </p:par>
                              <p:par>
                                <p:cTn fill="hold" nodeType="withEffect" presetClass="entr" presetID="10" presetSubtype="0">
                                  <p:stCondLst>
                                    <p:cond delay="0"/>
                                  </p:stCondLst>
                                  <p:childTnLst>
                                    <p:set>
                                      <p:cBhvr>
                                        <p:cTn dur="1" fill="hold">
                                          <p:stCondLst>
                                            <p:cond delay="0"/>
                                          </p:stCondLst>
                                        </p:cTn>
                                        <p:tgtEl>
                                          <p:spTgt spid="1006"/>
                                        </p:tgtEl>
                                        <p:attrNameLst>
                                          <p:attrName>style.visibility</p:attrName>
                                        </p:attrNameLst>
                                      </p:cBhvr>
                                      <p:to>
                                        <p:strVal val="visible"/>
                                      </p:to>
                                    </p:set>
                                    <p:animEffect filter="fade" transition="in">
                                      <p:cBhvr>
                                        <p:cTn dur="1000"/>
                                        <p:tgtEl>
                                          <p:spTgt spid="1006"/>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002"/>
                                        </p:tgtEl>
                                        <p:attrNameLst>
                                          <p:attrName>style.visibility</p:attrName>
                                        </p:attrNameLst>
                                      </p:cBhvr>
                                      <p:to>
                                        <p:strVal val="visible"/>
                                      </p:to>
                                    </p:set>
                                    <p:animEffect filter="fade" transition="in">
                                      <p:cBhvr>
                                        <p:cTn dur="1000"/>
                                        <p:tgtEl>
                                          <p:spTgt spid="1002"/>
                                        </p:tgtEl>
                                      </p:cBhvr>
                                    </p:animEffect>
                                  </p:childTnLst>
                                </p:cTn>
                              </p:par>
                              <p:par>
                                <p:cTn fill="hold" nodeType="withEffect" presetClass="entr" presetID="10" presetSubtype="0">
                                  <p:stCondLst>
                                    <p:cond delay="0"/>
                                  </p:stCondLst>
                                  <p:childTnLst>
                                    <p:set>
                                      <p:cBhvr>
                                        <p:cTn dur="1" fill="hold">
                                          <p:stCondLst>
                                            <p:cond delay="0"/>
                                          </p:stCondLst>
                                        </p:cTn>
                                        <p:tgtEl>
                                          <p:spTgt spid="1008"/>
                                        </p:tgtEl>
                                        <p:attrNameLst>
                                          <p:attrName>style.visibility</p:attrName>
                                        </p:attrNameLst>
                                      </p:cBhvr>
                                      <p:to>
                                        <p:strVal val="visible"/>
                                      </p:to>
                                    </p:set>
                                    <p:animEffect filter="fade" transition="in">
                                      <p:cBhvr>
                                        <p:cTn dur="1000"/>
                                        <p:tgtEl>
                                          <p:spTgt spid="1008"/>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5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13" name="Shape 1013"/>
        <p:cNvGrpSpPr/>
        <p:nvPr/>
      </p:nvGrpSpPr>
      <p:grpSpPr>
        <a:xfrm>
          <a:off x="0" y="0"/>
          <a:ext cx="0" cy="0"/>
          <a:chOff x="0" y="0"/>
          <a:chExt cx="0" cy="0"/>
        </a:xfrm>
      </p:grpSpPr>
      <p:sp>
        <p:nvSpPr>
          <p:cNvPr id="1014" name="Google Shape;1014;p49"/>
          <p:cNvSpPr txBox="1"/>
          <p:nvPr>
            <p:ph idx="4294967295" type="title"/>
          </p:nvPr>
        </p:nvSpPr>
        <p:spPr>
          <a:xfrm>
            <a:off x="722375" y="384050"/>
            <a:ext cx="5052900" cy="5760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3000"/>
              <a:buNone/>
            </a:pPr>
            <a:r>
              <a:rPr lang="pt-BR"/>
              <a:t>REVISÃO DE MATEMÁTICA</a:t>
            </a:r>
            <a:endParaRPr/>
          </a:p>
        </p:txBody>
      </p:sp>
      <p:sp>
        <p:nvSpPr>
          <p:cNvPr id="1015" name="Google Shape;1015;p49"/>
          <p:cNvSpPr txBox="1"/>
          <p:nvPr/>
        </p:nvSpPr>
        <p:spPr>
          <a:xfrm>
            <a:off x="4281900" y="4825425"/>
            <a:ext cx="4862100" cy="276900"/>
          </a:xfrm>
          <a:prstGeom prst="rect">
            <a:avLst/>
          </a:prstGeom>
          <a:noFill/>
          <a:ln>
            <a:noFill/>
          </a:ln>
        </p:spPr>
        <p:txBody>
          <a:bodyPr anchorCtr="0" anchor="t" bIns="68550" lIns="137125" spcFirstLastPara="1" rIns="137125" wrap="square" tIns="68550">
            <a:spAutoFit/>
          </a:bodyPr>
          <a:lstStyle/>
          <a:p>
            <a:pPr indent="0" lvl="0" marL="0" marR="0" rtl="0" algn="r">
              <a:lnSpc>
                <a:spcPct val="100000"/>
              </a:lnSpc>
              <a:spcBef>
                <a:spcPts val="0"/>
              </a:spcBef>
              <a:spcAft>
                <a:spcPts val="0"/>
              </a:spcAft>
              <a:buClr>
                <a:srgbClr val="000000"/>
              </a:buClr>
              <a:buSzPts val="900"/>
              <a:buFont typeface="Arial"/>
              <a:buNone/>
            </a:pPr>
            <a:r>
              <a:rPr b="0" i="0" lang="pt-BR" sz="900" u="none" cap="none" strike="noStrike">
                <a:solidFill>
                  <a:srgbClr val="000000"/>
                </a:solidFill>
                <a:latin typeface="Arial"/>
                <a:ea typeface="Arial"/>
                <a:cs typeface="Arial"/>
                <a:sym typeface="Arial"/>
              </a:rPr>
              <a:t>Copyright © 2026 Clube de Consultoria Universitário. All rights reserved.</a:t>
            </a:r>
            <a:endParaRPr b="0" i="0" sz="900" u="none" cap="none" strike="noStrike">
              <a:solidFill>
                <a:srgbClr val="000000"/>
              </a:solidFill>
              <a:latin typeface="Arial"/>
              <a:ea typeface="Arial"/>
              <a:cs typeface="Arial"/>
              <a:sym typeface="Arial"/>
            </a:endParaRPr>
          </a:p>
        </p:txBody>
      </p:sp>
      <p:grpSp>
        <p:nvGrpSpPr>
          <p:cNvPr id="1016" name="Google Shape;1016;p49"/>
          <p:cNvGrpSpPr/>
          <p:nvPr/>
        </p:nvGrpSpPr>
        <p:grpSpPr>
          <a:xfrm>
            <a:off x="339712" y="888243"/>
            <a:ext cx="3874148" cy="397001"/>
            <a:chOff x="938974" y="1053283"/>
            <a:chExt cx="5761641" cy="575247"/>
          </a:xfrm>
        </p:grpSpPr>
        <p:sp>
          <p:nvSpPr>
            <p:cNvPr id="1017" name="Google Shape;1017;p49"/>
            <p:cNvSpPr txBox="1"/>
            <p:nvPr/>
          </p:nvSpPr>
          <p:spPr>
            <a:xfrm>
              <a:off x="1526530" y="1053283"/>
              <a:ext cx="5174085" cy="575247"/>
            </a:xfrm>
            <a:prstGeom prst="rect">
              <a:avLst/>
            </a:prstGeom>
            <a:noFill/>
            <a:ln>
              <a:noFill/>
            </a:ln>
          </p:spPr>
          <p:txBody>
            <a:bodyPr anchorCtr="0" anchor="t" bIns="91425" lIns="91425" spcFirstLastPara="1" rIns="91425" wrap="square" tIns="91425">
              <a:spAutoFit/>
            </a:bodyPr>
            <a:lstStyle/>
            <a:p>
              <a:pPr indent="0" lvl="0" marL="0" marR="0" rtl="0" algn="l">
                <a:lnSpc>
                  <a:spcPct val="115000"/>
                </a:lnSpc>
                <a:spcBef>
                  <a:spcPts val="0"/>
                </a:spcBef>
                <a:spcAft>
                  <a:spcPts val="0"/>
                </a:spcAft>
                <a:buClr>
                  <a:srgbClr val="000000"/>
                </a:buClr>
                <a:buSzPts val="2000"/>
                <a:buFont typeface="Arial"/>
                <a:buNone/>
              </a:pPr>
              <a:r>
                <a:rPr b="1" i="0" lang="pt-BR" sz="1200" u="none" cap="none" strike="noStrike">
                  <a:solidFill>
                    <a:schemeClr val="lt1"/>
                  </a:solidFill>
                  <a:latin typeface="Work Sans"/>
                  <a:ea typeface="Work Sans"/>
                  <a:cs typeface="Work Sans"/>
                  <a:sym typeface="Work Sans"/>
                </a:rPr>
                <a:t>Equações</a:t>
              </a:r>
              <a:endParaRPr b="1" i="0" sz="1200" u="none" cap="none" strike="noStrike">
                <a:solidFill>
                  <a:schemeClr val="lt1"/>
                </a:solidFill>
                <a:latin typeface="Work Sans"/>
                <a:ea typeface="Work Sans"/>
                <a:cs typeface="Work Sans"/>
                <a:sym typeface="Work Sans"/>
              </a:endParaRPr>
            </a:p>
          </p:txBody>
        </p:sp>
        <p:pic>
          <p:nvPicPr>
            <p:cNvPr descr="Tally outline" id="1018" name="Google Shape;1018;p49"/>
            <p:cNvPicPr preferRelativeResize="0"/>
            <p:nvPr/>
          </p:nvPicPr>
          <p:blipFill rotWithShape="1">
            <a:blip r:embed="rId3">
              <a:alphaModFix/>
            </a:blip>
            <a:srcRect b="0" l="0" r="0" t="0"/>
            <a:stretch/>
          </p:blipFill>
          <p:spPr>
            <a:xfrm>
              <a:off x="938974" y="1126471"/>
              <a:ext cx="432397" cy="432397"/>
            </a:xfrm>
            <a:prstGeom prst="rect">
              <a:avLst/>
            </a:prstGeom>
            <a:noFill/>
            <a:ln>
              <a:noFill/>
            </a:ln>
          </p:spPr>
        </p:pic>
      </p:grpSp>
      <p:sp>
        <p:nvSpPr>
          <p:cNvPr id="1019" name="Google Shape;1019;p49"/>
          <p:cNvSpPr/>
          <p:nvPr/>
        </p:nvSpPr>
        <p:spPr>
          <a:xfrm>
            <a:off x="741653" y="2745145"/>
            <a:ext cx="1689397" cy="629616"/>
          </a:xfrm>
          <a:prstGeom prst="rect">
            <a:avLst/>
          </a:prstGeom>
          <a:solidFill>
            <a:srgbClr val="FFFFFF"/>
          </a:solidFill>
          <a:ln cap="flat" cmpd="sng" w="57150">
            <a:solidFill>
              <a:srgbClr val="C1272D"/>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800"/>
              <a:buFont typeface="Arial"/>
              <a:buNone/>
            </a:pPr>
            <a:r>
              <a:rPr b="0" i="0" lang="pt-BR" sz="1000" u="none" cap="none" strike="noStrike">
                <a:solidFill>
                  <a:srgbClr val="000000"/>
                </a:solidFill>
                <a:latin typeface="Work Sans"/>
                <a:ea typeface="Work Sans"/>
                <a:cs typeface="Work Sans"/>
                <a:sym typeface="Work Sans"/>
              </a:rPr>
              <a:t>Equações</a:t>
            </a:r>
            <a:r>
              <a:rPr b="0" i="0" lang="pt-BR" sz="1000" u="none" cap="none" strike="noStrike">
                <a:solidFill>
                  <a:schemeClr val="lt1"/>
                </a:solidFill>
                <a:latin typeface="Work Sans"/>
                <a:ea typeface="Work Sans"/>
                <a:cs typeface="Work Sans"/>
                <a:sym typeface="Work Sans"/>
              </a:rPr>
              <a:t> Exponenciais</a:t>
            </a:r>
            <a:endParaRPr b="0" i="0" sz="1000" u="none" cap="none" strike="noStrike">
              <a:solidFill>
                <a:schemeClr val="lt1"/>
              </a:solidFill>
              <a:latin typeface="Work Sans"/>
              <a:ea typeface="Work Sans"/>
              <a:cs typeface="Work Sans"/>
              <a:sym typeface="Work Sans"/>
            </a:endParaRPr>
          </a:p>
        </p:txBody>
      </p:sp>
      <p:sp>
        <p:nvSpPr>
          <p:cNvPr id="1020" name="Google Shape;1020;p49"/>
          <p:cNvSpPr/>
          <p:nvPr/>
        </p:nvSpPr>
        <p:spPr>
          <a:xfrm>
            <a:off x="741653" y="3760780"/>
            <a:ext cx="1689397" cy="629616"/>
          </a:xfrm>
          <a:prstGeom prst="rect">
            <a:avLst/>
          </a:prstGeom>
          <a:solidFill>
            <a:srgbClr val="FFFFFF"/>
          </a:solidFill>
          <a:ln cap="flat" cmpd="sng" w="57150">
            <a:solidFill>
              <a:srgbClr val="C1272D"/>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800"/>
              <a:buFont typeface="Arial"/>
              <a:buNone/>
            </a:pPr>
            <a:r>
              <a:rPr b="0" i="0" lang="pt-BR" sz="1000" u="none" cap="none" strike="noStrike">
                <a:solidFill>
                  <a:srgbClr val="000000"/>
                </a:solidFill>
                <a:latin typeface="Work Sans"/>
                <a:ea typeface="Work Sans"/>
                <a:cs typeface="Work Sans"/>
                <a:sym typeface="Work Sans"/>
              </a:rPr>
              <a:t>Equações com </a:t>
            </a:r>
            <a:endParaRPr b="0" i="0" sz="1000" u="none" cap="none" strike="noStrike">
              <a:solidFill>
                <a:srgbClr val="000000"/>
              </a:solidFill>
              <a:latin typeface="Work Sans"/>
              <a:ea typeface="Work Sans"/>
              <a:cs typeface="Work Sans"/>
              <a:sym typeface="Work Sans"/>
            </a:endParaRPr>
          </a:p>
          <a:p>
            <a:pPr indent="0" lvl="0" marL="0" marR="0" rtl="0" algn="ctr">
              <a:lnSpc>
                <a:spcPct val="100000"/>
              </a:lnSpc>
              <a:spcBef>
                <a:spcPts val="0"/>
              </a:spcBef>
              <a:spcAft>
                <a:spcPts val="0"/>
              </a:spcAft>
              <a:buClr>
                <a:srgbClr val="000000"/>
              </a:buClr>
              <a:buSzPts val="2800"/>
              <a:buFont typeface="Arial"/>
              <a:buNone/>
            </a:pPr>
            <a:r>
              <a:rPr b="0" i="0" lang="pt-BR" sz="1000" u="none" cap="none" strike="noStrike">
                <a:solidFill>
                  <a:srgbClr val="000000"/>
                </a:solidFill>
                <a:latin typeface="Work Sans"/>
                <a:ea typeface="Work Sans"/>
                <a:cs typeface="Work Sans"/>
                <a:sym typeface="Work Sans"/>
              </a:rPr>
              <a:t>1 ou 2  Variáveis</a:t>
            </a:r>
            <a:endParaRPr b="0" i="0" sz="1000" u="none" cap="none" strike="noStrike">
              <a:solidFill>
                <a:srgbClr val="000000"/>
              </a:solidFill>
              <a:latin typeface="Work Sans"/>
              <a:ea typeface="Work Sans"/>
              <a:cs typeface="Work Sans"/>
              <a:sym typeface="Work Sans"/>
            </a:endParaRPr>
          </a:p>
        </p:txBody>
      </p:sp>
      <p:sp>
        <p:nvSpPr>
          <p:cNvPr id="1021" name="Google Shape;1021;p49"/>
          <p:cNvSpPr/>
          <p:nvPr/>
        </p:nvSpPr>
        <p:spPr>
          <a:xfrm>
            <a:off x="741653" y="1785716"/>
            <a:ext cx="1689397" cy="629616"/>
          </a:xfrm>
          <a:prstGeom prst="rect">
            <a:avLst/>
          </a:prstGeom>
          <a:solidFill>
            <a:srgbClr val="FFFFFF"/>
          </a:solidFill>
          <a:ln cap="flat" cmpd="sng" w="57150">
            <a:solidFill>
              <a:srgbClr val="C1272D"/>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800"/>
              <a:buFont typeface="Arial"/>
              <a:buNone/>
            </a:pPr>
            <a:r>
              <a:rPr b="0" i="0" lang="pt-BR" sz="1000" u="none" cap="none" strike="noStrike">
                <a:solidFill>
                  <a:srgbClr val="000000"/>
                </a:solidFill>
                <a:latin typeface="Work Sans"/>
                <a:ea typeface="Work Sans"/>
                <a:cs typeface="Work Sans"/>
                <a:sym typeface="Work Sans"/>
              </a:rPr>
              <a:t>Equações do 2º Grau</a:t>
            </a:r>
            <a:endParaRPr b="0" i="0" sz="1000" u="none" cap="none" strike="noStrike">
              <a:solidFill>
                <a:srgbClr val="000000"/>
              </a:solidFill>
              <a:latin typeface="Work Sans"/>
              <a:ea typeface="Work Sans"/>
              <a:cs typeface="Work Sans"/>
              <a:sym typeface="Work Sans"/>
            </a:endParaRPr>
          </a:p>
        </p:txBody>
      </p:sp>
      <p:sp>
        <p:nvSpPr>
          <p:cNvPr id="1022" name="Google Shape;1022;p49"/>
          <p:cNvSpPr txBox="1"/>
          <p:nvPr/>
        </p:nvSpPr>
        <p:spPr>
          <a:xfrm>
            <a:off x="734787" y="1341152"/>
            <a:ext cx="1689397" cy="246181"/>
          </a:xfrm>
          <a:prstGeom prst="rect">
            <a:avLst/>
          </a:prstGeom>
          <a:noFill/>
          <a:ln>
            <a:noFill/>
          </a:ln>
        </p:spPr>
        <p:txBody>
          <a:bodyPr anchorCtr="0" anchor="ctr" bIns="45700" lIns="91450" spcFirstLastPara="1" rIns="91450" wrap="square" tIns="45700">
            <a:spAutoFit/>
          </a:bodyPr>
          <a:lstStyle/>
          <a:p>
            <a:pPr indent="0" lvl="0" marL="0" marR="0" rtl="0" algn="ctr">
              <a:lnSpc>
                <a:spcPct val="100000"/>
              </a:lnSpc>
              <a:spcBef>
                <a:spcPts val="0"/>
              </a:spcBef>
              <a:spcAft>
                <a:spcPts val="0"/>
              </a:spcAft>
              <a:buClr>
                <a:srgbClr val="000000"/>
              </a:buClr>
              <a:buSzPts val="2400"/>
              <a:buFont typeface="Arial"/>
              <a:buNone/>
            </a:pPr>
            <a:r>
              <a:rPr b="1" i="0" lang="pt-BR" sz="1000" u="none" cap="none" strike="noStrike">
                <a:solidFill>
                  <a:srgbClr val="000000"/>
                </a:solidFill>
                <a:latin typeface="Work Sans"/>
                <a:ea typeface="Work Sans"/>
                <a:cs typeface="Work Sans"/>
                <a:sym typeface="Work Sans"/>
              </a:rPr>
              <a:t>O que é cobrado?  </a:t>
            </a:r>
            <a:endParaRPr b="1" i="0" sz="1000" u="none" cap="none" strike="noStrike">
              <a:solidFill>
                <a:srgbClr val="000000"/>
              </a:solidFill>
              <a:latin typeface="Work Sans"/>
              <a:ea typeface="Work Sans"/>
              <a:cs typeface="Work Sans"/>
              <a:sym typeface="Work Sans"/>
            </a:endParaRPr>
          </a:p>
        </p:txBody>
      </p:sp>
      <p:sp>
        <p:nvSpPr>
          <p:cNvPr id="1023" name="Google Shape;1023;p49"/>
          <p:cNvSpPr txBox="1"/>
          <p:nvPr/>
        </p:nvSpPr>
        <p:spPr>
          <a:xfrm>
            <a:off x="2858547" y="1967424"/>
            <a:ext cx="6081828" cy="170521"/>
          </a:xfrm>
          <a:prstGeom prst="rect">
            <a:avLst/>
          </a:prstGeom>
          <a:noFill/>
          <a:ln>
            <a:noFill/>
          </a:ln>
        </p:spPr>
        <p:txBody>
          <a:bodyPr anchorCtr="0" anchor="ctr" bIns="45700" lIns="91450" spcFirstLastPara="1" rIns="91450" wrap="square" tIns="45700">
            <a:noAutofit/>
          </a:bodyPr>
          <a:lstStyle/>
          <a:p>
            <a:pPr indent="0" lvl="0" marL="0" marR="0" rtl="0" algn="ctr">
              <a:lnSpc>
                <a:spcPct val="100000"/>
              </a:lnSpc>
              <a:spcBef>
                <a:spcPts val="0"/>
              </a:spcBef>
              <a:spcAft>
                <a:spcPts val="0"/>
              </a:spcAft>
              <a:buClr>
                <a:srgbClr val="000000"/>
              </a:buClr>
              <a:buSzPts val="2400"/>
              <a:buFont typeface="Arial"/>
              <a:buNone/>
            </a:pPr>
            <a:r>
              <a:rPr b="0" i="0" lang="pt-BR" sz="1000" u="none" cap="none" strike="noStrike">
                <a:solidFill>
                  <a:srgbClr val="000000"/>
                </a:solidFill>
                <a:latin typeface="Work Sans"/>
                <a:ea typeface="Work Sans"/>
                <a:cs typeface="Work Sans"/>
                <a:sym typeface="Work Sans"/>
              </a:rPr>
              <a:t>Leia com atenção e anote os valores dados no problema usando incógnitas.</a:t>
            </a:r>
            <a:endParaRPr b="0" i="1" sz="1000" u="none" cap="none" strike="noStrike">
              <a:solidFill>
                <a:srgbClr val="000000"/>
              </a:solidFill>
              <a:latin typeface="Work Sans"/>
              <a:ea typeface="Work Sans"/>
              <a:cs typeface="Work Sans"/>
              <a:sym typeface="Work Sans"/>
            </a:endParaRPr>
          </a:p>
        </p:txBody>
      </p:sp>
      <p:sp>
        <p:nvSpPr>
          <p:cNvPr id="1024" name="Google Shape;1024;p49"/>
          <p:cNvSpPr txBox="1"/>
          <p:nvPr/>
        </p:nvSpPr>
        <p:spPr>
          <a:xfrm>
            <a:off x="2734361" y="1378476"/>
            <a:ext cx="6081828" cy="170521"/>
          </a:xfrm>
          <a:prstGeom prst="rect">
            <a:avLst/>
          </a:prstGeom>
          <a:noFill/>
          <a:ln>
            <a:noFill/>
          </a:ln>
        </p:spPr>
        <p:txBody>
          <a:bodyPr anchorCtr="0" anchor="ctr" bIns="45700" lIns="91450" spcFirstLastPara="1" rIns="91450" wrap="square" tIns="45700">
            <a:noAutofit/>
          </a:bodyPr>
          <a:lstStyle/>
          <a:p>
            <a:pPr indent="0" lvl="0" marL="0" marR="0" rtl="0" algn="ctr">
              <a:lnSpc>
                <a:spcPct val="100000"/>
              </a:lnSpc>
              <a:spcBef>
                <a:spcPts val="0"/>
              </a:spcBef>
              <a:spcAft>
                <a:spcPts val="0"/>
              </a:spcAft>
              <a:buClr>
                <a:srgbClr val="000000"/>
              </a:buClr>
              <a:buSzPts val="2600"/>
              <a:buFont typeface="Arial"/>
              <a:buNone/>
            </a:pPr>
            <a:r>
              <a:rPr b="1" i="0" lang="pt-BR" sz="1000" u="none" cap="none" strike="noStrike">
                <a:solidFill>
                  <a:srgbClr val="000000"/>
                </a:solidFill>
                <a:latin typeface="Work Sans"/>
                <a:ea typeface="Work Sans"/>
                <a:cs typeface="Work Sans"/>
                <a:sym typeface="Work Sans"/>
              </a:rPr>
              <a:t> Principais dicas</a:t>
            </a:r>
            <a:endParaRPr b="1" i="0" sz="1000" u="none" cap="none" strike="noStrike">
              <a:solidFill>
                <a:srgbClr val="000000"/>
              </a:solidFill>
              <a:latin typeface="Work Sans"/>
              <a:ea typeface="Work Sans"/>
              <a:cs typeface="Work Sans"/>
              <a:sym typeface="Work Sans"/>
            </a:endParaRPr>
          </a:p>
        </p:txBody>
      </p:sp>
      <p:sp>
        <p:nvSpPr>
          <p:cNvPr id="1025" name="Google Shape;1025;p49"/>
          <p:cNvSpPr txBox="1"/>
          <p:nvPr/>
        </p:nvSpPr>
        <p:spPr>
          <a:xfrm>
            <a:off x="2858547" y="2974692"/>
            <a:ext cx="6081828" cy="170521"/>
          </a:xfrm>
          <a:prstGeom prst="rect">
            <a:avLst/>
          </a:prstGeom>
          <a:noFill/>
          <a:ln>
            <a:noFill/>
          </a:ln>
        </p:spPr>
        <p:txBody>
          <a:bodyPr anchorCtr="0" anchor="ctr" bIns="45700" lIns="91450" spcFirstLastPara="1" rIns="91450" wrap="square" tIns="45700">
            <a:noAutofit/>
          </a:bodyPr>
          <a:lstStyle/>
          <a:p>
            <a:pPr indent="0" lvl="0" marL="0" marR="0" rtl="0" algn="ctr">
              <a:lnSpc>
                <a:spcPct val="100000"/>
              </a:lnSpc>
              <a:spcBef>
                <a:spcPts val="0"/>
              </a:spcBef>
              <a:spcAft>
                <a:spcPts val="0"/>
              </a:spcAft>
              <a:buClr>
                <a:srgbClr val="000000"/>
              </a:buClr>
              <a:buSzPts val="2400"/>
              <a:buFont typeface="Arial"/>
              <a:buNone/>
            </a:pPr>
            <a:r>
              <a:rPr b="0" i="0" lang="pt-BR" sz="1000" u="none" cap="none" strike="noStrike">
                <a:solidFill>
                  <a:srgbClr val="000000"/>
                </a:solidFill>
                <a:latin typeface="Work Sans"/>
                <a:ea typeface="Work Sans"/>
                <a:cs typeface="Work Sans"/>
                <a:sym typeface="Work Sans"/>
              </a:rPr>
              <a:t>Algumas fórmulas  de problemas recorrentes são usadas para facilitar.</a:t>
            </a:r>
            <a:endParaRPr b="0" i="1" sz="1000" u="none" cap="none" strike="noStrike">
              <a:solidFill>
                <a:srgbClr val="000000"/>
              </a:solidFill>
              <a:latin typeface="Work Sans"/>
              <a:ea typeface="Work Sans"/>
              <a:cs typeface="Work Sans"/>
              <a:sym typeface="Work Sans"/>
            </a:endParaRPr>
          </a:p>
        </p:txBody>
      </p:sp>
      <p:sp>
        <p:nvSpPr>
          <p:cNvPr id="1026" name="Google Shape;1026;p49"/>
          <p:cNvSpPr txBox="1"/>
          <p:nvPr/>
        </p:nvSpPr>
        <p:spPr>
          <a:xfrm>
            <a:off x="2858547" y="4010283"/>
            <a:ext cx="6081828" cy="170521"/>
          </a:xfrm>
          <a:prstGeom prst="rect">
            <a:avLst/>
          </a:prstGeom>
          <a:noFill/>
          <a:ln>
            <a:noFill/>
          </a:ln>
        </p:spPr>
        <p:txBody>
          <a:bodyPr anchorCtr="0" anchor="ctr" bIns="45700" lIns="91450" spcFirstLastPara="1" rIns="91450" wrap="square" tIns="45700">
            <a:noAutofit/>
          </a:bodyPr>
          <a:lstStyle/>
          <a:p>
            <a:pPr indent="0" lvl="0" marL="0" marR="0" rtl="0" algn="ctr">
              <a:lnSpc>
                <a:spcPct val="100000"/>
              </a:lnSpc>
              <a:spcBef>
                <a:spcPts val="0"/>
              </a:spcBef>
              <a:spcAft>
                <a:spcPts val="0"/>
              </a:spcAft>
              <a:buClr>
                <a:srgbClr val="000000"/>
              </a:buClr>
              <a:buSzPts val="2400"/>
              <a:buFont typeface="Arial"/>
              <a:buNone/>
            </a:pPr>
            <a:r>
              <a:rPr b="0" i="0" lang="pt-BR" sz="1000" u="none" cap="none" strike="noStrike">
                <a:solidFill>
                  <a:srgbClr val="000000"/>
                </a:solidFill>
                <a:latin typeface="Work Sans"/>
                <a:ea typeface="Work Sans"/>
                <a:cs typeface="Work Sans"/>
                <a:sym typeface="Work Sans"/>
              </a:rPr>
              <a:t>Não é necessário calcular o resultado final de todas as questões.</a:t>
            </a:r>
            <a:endParaRPr b="0" i="1" sz="1000" u="none" cap="none" strike="noStrike">
              <a:solidFill>
                <a:srgbClr val="000000"/>
              </a:solidFill>
              <a:latin typeface="Work Sans"/>
              <a:ea typeface="Work Sans"/>
              <a:cs typeface="Work Sans"/>
              <a:sym typeface="Work Sans"/>
            </a:endParaRPr>
          </a:p>
        </p:txBody>
      </p:sp>
      <p:sp>
        <p:nvSpPr>
          <p:cNvPr id="1027" name="Google Shape;1027;p49"/>
          <p:cNvSpPr txBox="1"/>
          <p:nvPr/>
        </p:nvSpPr>
        <p:spPr>
          <a:xfrm>
            <a:off x="0" y="4825425"/>
            <a:ext cx="4862100" cy="276900"/>
          </a:xfrm>
          <a:prstGeom prst="rect">
            <a:avLst/>
          </a:prstGeom>
          <a:noFill/>
          <a:ln>
            <a:noFill/>
          </a:ln>
        </p:spPr>
        <p:txBody>
          <a:bodyPr anchorCtr="0" anchor="t" bIns="68550" lIns="137125" spcFirstLastPara="1" rIns="137125" wrap="square" tIns="68550">
            <a:spAutoFit/>
          </a:bodyPr>
          <a:lstStyle/>
          <a:p>
            <a:pPr indent="0" lvl="0" marL="0" marR="0" rtl="0" algn="l">
              <a:lnSpc>
                <a:spcPct val="100000"/>
              </a:lnSpc>
              <a:spcBef>
                <a:spcPts val="0"/>
              </a:spcBef>
              <a:spcAft>
                <a:spcPts val="0"/>
              </a:spcAft>
              <a:buClr>
                <a:srgbClr val="000000"/>
              </a:buClr>
              <a:buSzPts val="900"/>
              <a:buFont typeface="Arial"/>
              <a:buNone/>
            </a:pPr>
            <a:r>
              <a:rPr b="1" i="0" lang="pt-BR" sz="900" u="none" cap="none" strike="noStrike">
                <a:solidFill>
                  <a:srgbClr val="000000"/>
                </a:solidFill>
                <a:latin typeface="Arial"/>
                <a:ea typeface="Arial"/>
                <a:cs typeface="Arial"/>
                <a:sym typeface="Arial"/>
              </a:rPr>
              <a:t>Prep4Consulting 2026.2 </a:t>
            </a:r>
            <a:r>
              <a:rPr b="0" i="0" lang="pt-BR" sz="900" u="none" cap="none" strike="noStrike">
                <a:solidFill>
                  <a:srgbClr val="000000"/>
                </a:solidFill>
                <a:latin typeface="Arial"/>
                <a:ea typeface="Arial"/>
                <a:cs typeface="Arial"/>
                <a:sym typeface="Arial"/>
              </a:rPr>
              <a:t>| GMAT: Estrutura da Prova</a:t>
            </a:r>
            <a:endParaRPr b="0" i="0" sz="900" u="none" cap="none" strike="noStrike">
              <a:solidFill>
                <a:srgbClr val="000000"/>
              </a:solidFill>
              <a:latin typeface="Arial"/>
              <a:ea typeface="Arial"/>
              <a:cs typeface="Arial"/>
              <a:sym typeface="Arial"/>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022"/>
                                        </p:tgtEl>
                                        <p:attrNameLst>
                                          <p:attrName>style.visibility</p:attrName>
                                        </p:attrNameLst>
                                      </p:cBhvr>
                                      <p:to>
                                        <p:strVal val="visible"/>
                                      </p:to>
                                    </p:set>
                                    <p:animEffect filter="fade" transition="in">
                                      <p:cBhvr>
                                        <p:cTn dur="1000"/>
                                        <p:tgtEl>
                                          <p:spTgt spid="1022"/>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021"/>
                                        </p:tgtEl>
                                        <p:attrNameLst>
                                          <p:attrName>style.visibility</p:attrName>
                                        </p:attrNameLst>
                                      </p:cBhvr>
                                      <p:to>
                                        <p:strVal val="visible"/>
                                      </p:to>
                                    </p:set>
                                    <p:animEffect filter="fade" transition="in">
                                      <p:cBhvr>
                                        <p:cTn dur="1000"/>
                                        <p:tgtEl>
                                          <p:spTgt spid="1021"/>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019"/>
                                        </p:tgtEl>
                                        <p:attrNameLst>
                                          <p:attrName>style.visibility</p:attrName>
                                        </p:attrNameLst>
                                      </p:cBhvr>
                                      <p:to>
                                        <p:strVal val="visible"/>
                                      </p:to>
                                    </p:set>
                                    <p:animEffect filter="fade" transition="in">
                                      <p:cBhvr>
                                        <p:cTn dur="1000"/>
                                        <p:tgtEl>
                                          <p:spTgt spid="1019"/>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020"/>
                                        </p:tgtEl>
                                        <p:attrNameLst>
                                          <p:attrName>style.visibility</p:attrName>
                                        </p:attrNameLst>
                                      </p:cBhvr>
                                      <p:to>
                                        <p:strVal val="visible"/>
                                      </p:to>
                                    </p:set>
                                    <p:animEffect filter="fade" transition="in">
                                      <p:cBhvr>
                                        <p:cTn dur="1000"/>
                                        <p:tgtEl>
                                          <p:spTgt spid="1020"/>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024"/>
                                        </p:tgtEl>
                                        <p:attrNameLst>
                                          <p:attrName>style.visibility</p:attrName>
                                        </p:attrNameLst>
                                      </p:cBhvr>
                                      <p:to>
                                        <p:strVal val="visible"/>
                                      </p:to>
                                    </p:set>
                                    <p:animEffect filter="fade" transition="in">
                                      <p:cBhvr>
                                        <p:cTn dur="1000"/>
                                        <p:tgtEl>
                                          <p:spTgt spid="1024"/>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023"/>
                                        </p:tgtEl>
                                        <p:attrNameLst>
                                          <p:attrName>style.visibility</p:attrName>
                                        </p:attrNameLst>
                                      </p:cBhvr>
                                      <p:to>
                                        <p:strVal val="visible"/>
                                      </p:to>
                                    </p:set>
                                    <p:animEffect filter="fade" transition="in">
                                      <p:cBhvr>
                                        <p:cTn dur="1000"/>
                                        <p:tgtEl>
                                          <p:spTgt spid="1023"/>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025"/>
                                        </p:tgtEl>
                                        <p:attrNameLst>
                                          <p:attrName>style.visibility</p:attrName>
                                        </p:attrNameLst>
                                      </p:cBhvr>
                                      <p:to>
                                        <p:strVal val="visible"/>
                                      </p:to>
                                    </p:set>
                                    <p:animEffect filter="fade" transition="in">
                                      <p:cBhvr>
                                        <p:cTn dur="1000"/>
                                        <p:tgtEl>
                                          <p:spTgt spid="1025"/>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026"/>
                                        </p:tgtEl>
                                        <p:attrNameLst>
                                          <p:attrName>style.visibility</p:attrName>
                                        </p:attrNameLst>
                                      </p:cBhvr>
                                      <p:to>
                                        <p:strVal val="visible"/>
                                      </p:to>
                                    </p:set>
                                    <p:animEffect filter="fade" transition="in">
                                      <p:cBhvr>
                                        <p:cTn dur="1000"/>
                                        <p:tgtEl>
                                          <p:spTgt spid="1026"/>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5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31" name="Shape 1031"/>
        <p:cNvGrpSpPr/>
        <p:nvPr/>
      </p:nvGrpSpPr>
      <p:grpSpPr>
        <a:xfrm>
          <a:off x="0" y="0"/>
          <a:ext cx="0" cy="0"/>
          <a:chOff x="0" y="0"/>
          <a:chExt cx="0" cy="0"/>
        </a:xfrm>
      </p:grpSpPr>
      <p:sp>
        <p:nvSpPr>
          <p:cNvPr id="1032" name="Google Shape;1032;p50"/>
          <p:cNvSpPr txBox="1"/>
          <p:nvPr>
            <p:ph idx="4294967295" type="title"/>
          </p:nvPr>
        </p:nvSpPr>
        <p:spPr>
          <a:xfrm>
            <a:off x="722375" y="384050"/>
            <a:ext cx="5052900" cy="5760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3000"/>
              <a:buNone/>
            </a:pPr>
            <a:r>
              <a:rPr lang="pt-BR"/>
              <a:t>REVISÃO DE MATEMÁTICA</a:t>
            </a:r>
            <a:endParaRPr/>
          </a:p>
        </p:txBody>
      </p:sp>
      <p:sp>
        <p:nvSpPr>
          <p:cNvPr id="1033" name="Google Shape;1033;p50"/>
          <p:cNvSpPr txBox="1"/>
          <p:nvPr/>
        </p:nvSpPr>
        <p:spPr>
          <a:xfrm>
            <a:off x="4281900" y="4825425"/>
            <a:ext cx="4862100" cy="276900"/>
          </a:xfrm>
          <a:prstGeom prst="rect">
            <a:avLst/>
          </a:prstGeom>
          <a:noFill/>
          <a:ln>
            <a:noFill/>
          </a:ln>
        </p:spPr>
        <p:txBody>
          <a:bodyPr anchorCtr="0" anchor="t" bIns="68550" lIns="137125" spcFirstLastPara="1" rIns="137125" wrap="square" tIns="68550">
            <a:spAutoFit/>
          </a:bodyPr>
          <a:lstStyle/>
          <a:p>
            <a:pPr indent="0" lvl="0" marL="0" marR="0" rtl="0" algn="r">
              <a:lnSpc>
                <a:spcPct val="100000"/>
              </a:lnSpc>
              <a:spcBef>
                <a:spcPts val="0"/>
              </a:spcBef>
              <a:spcAft>
                <a:spcPts val="0"/>
              </a:spcAft>
              <a:buClr>
                <a:srgbClr val="000000"/>
              </a:buClr>
              <a:buSzPts val="900"/>
              <a:buFont typeface="Arial"/>
              <a:buNone/>
            </a:pPr>
            <a:r>
              <a:rPr b="0" i="0" lang="pt-BR" sz="900" u="none" cap="none" strike="noStrike">
                <a:solidFill>
                  <a:srgbClr val="000000"/>
                </a:solidFill>
                <a:latin typeface="Arial"/>
                <a:ea typeface="Arial"/>
                <a:cs typeface="Arial"/>
                <a:sym typeface="Arial"/>
              </a:rPr>
              <a:t>Copyright © 2026 Clube de Consultoria Universitário. All rights reserved.</a:t>
            </a:r>
            <a:endParaRPr b="0" i="0" sz="900" u="none" cap="none" strike="noStrike">
              <a:solidFill>
                <a:srgbClr val="000000"/>
              </a:solidFill>
              <a:latin typeface="Arial"/>
              <a:ea typeface="Arial"/>
              <a:cs typeface="Arial"/>
              <a:sym typeface="Arial"/>
            </a:endParaRPr>
          </a:p>
        </p:txBody>
      </p:sp>
      <p:grpSp>
        <p:nvGrpSpPr>
          <p:cNvPr id="1034" name="Google Shape;1034;p50"/>
          <p:cNvGrpSpPr/>
          <p:nvPr/>
        </p:nvGrpSpPr>
        <p:grpSpPr>
          <a:xfrm>
            <a:off x="339712" y="888243"/>
            <a:ext cx="3874148" cy="397001"/>
            <a:chOff x="938974" y="1053283"/>
            <a:chExt cx="5761641" cy="575247"/>
          </a:xfrm>
        </p:grpSpPr>
        <p:sp>
          <p:nvSpPr>
            <p:cNvPr id="1035" name="Google Shape;1035;p50"/>
            <p:cNvSpPr txBox="1"/>
            <p:nvPr/>
          </p:nvSpPr>
          <p:spPr>
            <a:xfrm>
              <a:off x="1526530" y="1053283"/>
              <a:ext cx="5174085" cy="575247"/>
            </a:xfrm>
            <a:prstGeom prst="rect">
              <a:avLst/>
            </a:prstGeom>
            <a:noFill/>
            <a:ln>
              <a:noFill/>
            </a:ln>
          </p:spPr>
          <p:txBody>
            <a:bodyPr anchorCtr="0" anchor="t" bIns="91425" lIns="91425" spcFirstLastPara="1" rIns="91425" wrap="square" tIns="91425">
              <a:spAutoFit/>
            </a:bodyPr>
            <a:lstStyle/>
            <a:p>
              <a:pPr indent="0" lvl="0" marL="0" marR="0" rtl="0" algn="l">
                <a:lnSpc>
                  <a:spcPct val="115000"/>
                </a:lnSpc>
                <a:spcBef>
                  <a:spcPts val="0"/>
                </a:spcBef>
                <a:spcAft>
                  <a:spcPts val="0"/>
                </a:spcAft>
                <a:buClr>
                  <a:srgbClr val="000000"/>
                </a:buClr>
                <a:buSzPts val="2000"/>
                <a:buFont typeface="Arial"/>
                <a:buNone/>
              </a:pPr>
              <a:r>
                <a:rPr b="1" i="0" lang="pt-BR" sz="1200" u="none" cap="none" strike="noStrike">
                  <a:solidFill>
                    <a:schemeClr val="lt1"/>
                  </a:solidFill>
                  <a:latin typeface="Work Sans"/>
                  <a:ea typeface="Work Sans"/>
                  <a:cs typeface="Work Sans"/>
                  <a:sym typeface="Work Sans"/>
                </a:rPr>
                <a:t>Equações</a:t>
              </a:r>
              <a:endParaRPr b="1" i="0" sz="1200" u="none" cap="none" strike="noStrike">
                <a:solidFill>
                  <a:schemeClr val="lt1"/>
                </a:solidFill>
                <a:latin typeface="Work Sans"/>
                <a:ea typeface="Work Sans"/>
                <a:cs typeface="Work Sans"/>
                <a:sym typeface="Work Sans"/>
              </a:endParaRPr>
            </a:p>
          </p:txBody>
        </p:sp>
        <p:pic>
          <p:nvPicPr>
            <p:cNvPr descr="Tally outline" id="1036" name="Google Shape;1036;p50"/>
            <p:cNvPicPr preferRelativeResize="0"/>
            <p:nvPr/>
          </p:nvPicPr>
          <p:blipFill rotWithShape="1">
            <a:blip r:embed="rId3">
              <a:alphaModFix/>
            </a:blip>
            <a:srcRect b="0" l="0" r="0" t="0"/>
            <a:stretch/>
          </p:blipFill>
          <p:spPr>
            <a:xfrm>
              <a:off x="938974" y="1126471"/>
              <a:ext cx="432397" cy="432397"/>
            </a:xfrm>
            <a:prstGeom prst="rect">
              <a:avLst/>
            </a:prstGeom>
            <a:noFill/>
            <a:ln>
              <a:noFill/>
            </a:ln>
          </p:spPr>
        </p:pic>
      </p:grpSp>
      <p:sp>
        <p:nvSpPr>
          <p:cNvPr id="1037" name="Google Shape;1037;p50"/>
          <p:cNvSpPr txBox="1"/>
          <p:nvPr/>
        </p:nvSpPr>
        <p:spPr>
          <a:xfrm>
            <a:off x="722375" y="1237167"/>
            <a:ext cx="1332000" cy="361607"/>
          </a:xfrm>
          <a:prstGeom prst="rect">
            <a:avLst/>
          </a:prstGeom>
          <a:noFill/>
          <a:ln>
            <a:noFill/>
          </a:ln>
        </p:spPr>
        <p:txBody>
          <a:bodyPr anchorCtr="0" anchor="t" bIns="91425" lIns="91425" spcFirstLastPara="1" rIns="91425" wrap="square" tIns="91425">
            <a:spAutoFit/>
          </a:bodyPr>
          <a:lstStyle/>
          <a:p>
            <a:pPr indent="0" lvl="0" marL="0" marR="0" rtl="0" algn="l">
              <a:lnSpc>
                <a:spcPct val="115000"/>
              </a:lnSpc>
              <a:spcBef>
                <a:spcPts val="0"/>
              </a:spcBef>
              <a:spcAft>
                <a:spcPts val="0"/>
              </a:spcAft>
              <a:buClr>
                <a:srgbClr val="000000"/>
              </a:buClr>
              <a:buSzPts val="2000"/>
              <a:buFont typeface="Arial"/>
              <a:buNone/>
            </a:pPr>
            <a:r>
              <a:rPr b="1" i="0" lang="pt-BR" sz="1000" u="none" cap="none" strike="noStrike">
                <a:solidFill>
                  <a:schemeClr val="lt1"/>
                </a:solidFill>
                <a:latin typeface="Work Sans"/>
                <a:ea typeface="Work Sans"/>
                <a:cs typeface="Work Sans"/>
                <a:sym typeface="Work Sans"/>
              </a:rPr>
              <a:t>Exemplo 6</a:t>
            </a:r>
            <a:endParaRPr b="0" i="0" sz="1000" u="none" cap="none" strike="noStrike">
              <a:solidFill>
                <a:schemeClr val="lt1"/>
              </a:solidFill>
              <a:latin typeface="Work Sans"/>
              <a:ea typeface="Work Sans"/>
              <a:cs typeface="Work Sans"/>
              <a:sym typeface="Work Sans"/>
            </a:endParaRPr>
          </a:p>
        </p:txBody>
      </p:sp>
      <p:sp>
        <p:nvSpPr>
          <p:cNvPr id="1038" name="Google Shape;1038;p50"/>
          <p:cNvSpPr txBox="1"/>
          <p:nvPr/>
        </p:nvSpPr>
        <p:spPr>
          <a:xfrm>
            <a:off x="722375" y="1504809"/>
            <a:ext cx="2880000" cy="1877407"/>
          </a:xfrm>
          <a:prstGeom prst="rect">
            <a:avLst/>
          </a:prstGeom>
          <a:noFill/>
          <a:ln>
            <a:noFill/>
          </a:ln>
        </p:spPr>
        <p:txBody>
          <a:bodyPr anchorCtr="0" anchor="t" bIns="91425" lIns="91425" spcFirstLastPara="1" rIns="91425" wrap="square" tIns="91425">
            <a:spAutoFit/>
          </a:bodyPr>
          <a:lstStyle/>
          <a:p>
            <a:pPr indent="0" lvl="0" marL="0" marR="0" rtl="0" algn="just">
              <a:lnSpc>
                <a:spcPct val="100000"/>
              </a:lnSpc>
              <a:spcBef>
                <a:spcPts val="0"/>
              </a:spcBef>
              <a:spcAft>
                <a:spcPts val="0"/>
              </a:spcAft>
              <a:buClr>
                <a:schemeClr val="dk1"/>
              </a:buClr>
              <a:buSzPts val="2400"/>
              <a:buFont typeface="Arial"/>
              <a:buNone/>
            </a:pPr>
            <a:r>
              <a:rPr b="0" i="0" lang="pt-BR" sz="1000" u="none" cap="none" strike="noStrike">
                <a:solidFill>
                  <a:schemeClr val="lt1"/>
                </a:solidFill>
                <a:latin typeface="Work Sans"/>
                <a:ea typeface="Work Sans"/>
                <a:cs typeface="Work Sans"/>
                <a:sym typeface="Work Sans"/>
              </a:rPr>
              <a:t>If 9</a:t>
            </a:r>
            <a:r>
              <a:rPr b="0" baseline="30000" i="0" lang="pt-BR" sz="1000" u="none" cap="none" strike="noStrike">
                <a:solidFill>
                  <a:schemeClr val="lt1"/>
                </a:solidFill>
                <a:latin typeface="Work Sans"/>
                <a:ea typeface="Work Sans"/>
                <a:cs typeface="Work Sans"/>
                <a:sym typeface="Work Sans"/>
              </a:rPr>
              <a:t>x</a:t>
            </a:r>
            <a:r>
              <a:rPr b="0" i="0" lang="pt-BR" sz="1000" u="none" cap="none" strike="noStrike">
                <a:solidFill>
                  <a:schemeClr val="lt1"/>
                </a:solidFill>
                <a:latin typeface="Work Sans"/>
                <a:ea typeface="Work Sans"/>
                <a:cs typeface="Work Sans"/>
                <a:sym typeface="Work Sans"/>
              </a:rPr>
              <a:t> - 9</a:t>
            </a:r>
            <a:r>
              <a:rPr b="0" baseline="30000" i="0" lang="pt-BR" sz="1000" u="none" cap="none" strike="noStrike">
                <a:solidFill>
                  <a:schemeClr val="lt1"/>
                </a:solidFill>
                <a:latin typeface="Work Sans"/>
                <a:ea typeface="Work Sans"/>
                <a:cs typeface="Work Sans"/>
                <a:sym typeface="Work Sans"/>
              </a:rPr>
              <a:t>x-2</a:t>
            </a:r>
            <a:r>
              <a:rPr b="0" i="0" lang="pt-BR" sz="1000" u="none" cap="none" strike="noStrike">
                <a:solidFill>
                  <a:schemeClr val="lt1"/>
                </a:solidFill>
                <a:latin typeface="Work Sans"/>
                <a:ea typeface="Work Sans"/>
                <a:cs typeface="Work Sans"/>
                <a:sym typeface="Work Sans"/>
              </a:rPr>
              <a:t> = 240, then x(x-½) is?</a:t>
            </a:r>
            <a:endParaRPr b="0" i="0" sz="1000" u="none" cap="none" strike="noStrike">
              <a:solidFill>
                <a:schemeClr val="lt1"/>
              </a:solidFill>
              <a:latin typeface="Work Sans"/>
              <a:ea typeface="Work Sans"/>
              <a:cs typeface="Work Sans"/>
              <a:sym typeface="Work Sans"/>
            </a:endParaRPr>
          </a:p>
          <a:p>
            <a:pPr indent="0" lvl="0" marL="0" marR="0" rtl="0" algn="just">
              <a:lnSpc>
                <a:spcPct val="100000"/>
              </a:lnSpc>
              <a:spcBef>
                <a:spcPts val="1000"/>
              </a:spcBef>
              <a:spcAft>
                <a:spcPts val="0"/>
              </a:spcAft>
              <a:buClr>
                <a:schemeClr val="dk1"/>
              </a:buClr>
              <a:buSzPts val="1100"/>
              <a:buFont typeface="Arial"/>
              <a:buNone/>
            </a:pPr>
            <a:r>
              <a:rPr b="0" i="0" lang="pt-BR" sz="1000" u="none" cap="none" strike="noStrike">
                <a:solidFill>
                  <a:schemeClr val="lt1"/>
                </a:solidFill>
                <a:latin typeface="Work Sans"/>
                <a:ea typeface="Work Sans"/>
                <a:cs typeface="Work Sans"/>
                <a:sym typeface="Work Sans"/>
              </a:rPr>
              <a:t>(A) 5/2</a:t>
            </a:r>
            <a:endParaRPr b="0" i="0" sz="1000" u="none" cap="none" strike="noStrike">
              <a:solidFill>
                <a:schemeClr val="lt1"/>
              </a:solidFill>
              <a:latin typeface="Work Sans"/>
              <a:ea typeface="Work Sans"/>
              <a:cs typeface="Work Sans"/>
              <a:sym typeface="Work Sans"/>
            </a:endParaRPr>
          </a:p>
          <a:p>
            <a:pPr indent="0" lvl="0" marL="0" marR="0" rtl="0" algn="just">
              <a:lnSpc>
                <a:spcPct val="100000"/>
              </a:lnSpc>
              <a:spcBef>
                <a:spcPts val="1000"/>
              </a:spcBef>
              <a:spcAft>
                <a:spcPts val="0"/>
              </a:spcAft>
              <a:buClr>
                <a:schemeClr val="dk1"/>
              </a:buClr>
              <a:buSzPts val="1100"/>
              <a:buFont typeface="Arial"/>
              <a:buNone/>
            </a:pPr>
            <a:r>
              <a:rPr b="0" i="0" lang="pt-BR" sz="1000" u="none" cap="none" strike="noStrike">
                <a:solidFill>
                  <a:schemeClr val="lt1"/>
                </a:solidFill>
                <a:latin typeface="Work Sans"/>
                <a:ea typeface="Work Sans"/>
                <a:cs typeface="Work Sans"/>
                <a:sym typeface="Work Sans"/>
              </a:rPr>
              <a:t>(B) 4</a:t>
            </a:r>
            <a:endParaRPr b="0" i="0" sz="1000" u="none" cap="none" strike="noStrike">
              <a:solidFill>
                <a:schemeClr val="lt1"/>
              </a:solidFill>
              <a:latin typeface="Work Sans"/>
              <a:ea typeface="Work Sans"/>
              <a:cs typeface="Work Sans"/>
              <a:sym typeface="Work Sans"/>
            </a:endParaRPr>
          </a:p>
          <a:p>
            <a:pPr indent="0" lvl="0" marL="0" marR="0" rtl="0" algn="just">
              <a:lnSpc>
                <a:spcPct val="100000"/>
              </a:lnSpc>
              <a:spcBef>
                <a:spcPts val="1000"/>
              </a:spcBef>
              <a:spcAft>
                <a:spcPts val="0"/>
              </a:spcAft>
              <a:buClr>
                <a:schemeClr val="dk1"/>
              </a:buClr>
              <a:buSzPts val="1100"/>
              <a:buFont typeface="Arial"/>
              <a:buNone/>
            </a:pPr>
            <a:r>
              <a:rPr b="0" i="0" lang="pt-BR" sz="1000" u="none" cap="none" strike="noStrike">
                <a:solidFill>
                  <a:schemeClr val="lt1"/>
                </a:solidFill>
                <a:latin typeface="Work Sans"/>
                <a:ea typeface="Work Sans"/>
                <a:cs typeface="Work Sans"/>
                <a:sym typeface="Work Sans"/>
              </a:rPr>
              <a:t>(C) 5</a:t>
            </a:r>
            <a:endParaRPr b="0" i="0" sz="1000" u="none" cap="none" strike="noStrike">
              <a:solidFill>
                <a:schemeClr val="lt1"/>
              </a:solidFill>
              <a:latin typeface="Work Sans"/>
              <a:ea typeface="Work Sans"/>
              <a:cs typeface="Work Sans"/>
              <a:sym typeface="Work Sans"/>
            </a:endParaRPr>
          </a:p>
          <a:p>
            <a:pPr indent="0" lvl="0" marL="0" marR="0" rtl="0" algn="just">
              <a:lnSpc>
                <a:spcPct val="100000"/>
              </a:lnSpc>
              <a:spcBef>
                <a:spcPts val="1000"/>
              </a:spcBef>
              <a:spcAft>
                <a:spcPts val="0"/>
              </a:spcAft>
              <a:buClr>
                <a:schemeClr val="dk1"/>
              </a:buClr>
              <a:buSzPts val="1100"/>
              <a:buFont typeface="Arial"/>
              <a:buNone/>
            </a:pPr>
            <a:r>
              <a:rPr b="0" i="0" lang="pt-BR" sz="1000" u="none" cap="none" strike="noStrike">
                <a:solidFill>
                  <a:schemeClr val="lt1"/>
                </a:solidFill>
                <a:latin typeface="Work Sans"/>
                <a:ea typeface="Work Sans"/>
                <a:cs typeface="Work Sans"/>
                <a:sym typeface="Work Sans"/>
              </a:rPr>
              <a:t>(D) 3</a:t>
            </a:r>
            <a:endParaRPr b="0" i="0" sz="1000" u="none" cap="none" strike="noStrike">
              <a:solidFill>
                <a:schemeClr val="lt1"/>
              </a:solidFill>
              <a:latin typeface="Work Sans"/>
              <a:ea typeface="Work Sans"/>
              <a:cs typeface="Work Sans"/>
              <a:sym typeface="Work Sans"/>
            </a:endParaRPr>
          </a:p>
          <a:p>
            <a:pPr indent="0" lvl="0" marL="0" marR="0" rtl="0" algn="just">
              <a:lnSpc>
                <a:spcPct val="100000"/>
              </a:lnSpc>
              <a:spcBef>
                <a:spcPts val="1000"/>
              </a:spcBef>
              <a:spcAft>
                <a:spcPts val="1000"/>
              </a:spcAft>
              <a:buClr>
                <a:srgbClr val="000000"/>
              </a:buClr>
              <a:buSzPts val="1300"/>
              <a:buFont typeface="Arial"/>
              <a:buNone/>
            </a:pPr>
            <a:r>
              <a:rPr b="0" i="0" lang="pt-BR" sz="1000" u="none" cap="none" strike="noStrike">
                <a:solidFill>
                  <a:schemeClr val="lt1"/>
                </a:solidFill>
                <a:latin typeface="Work Sans"/>
                <a:ea typeface="Work Sans"/>
                <a:cs typeface="Work Sans"/>
                <a:sym typeface="Work Sans"/>
              </a:rPr>
              <a:t>(E) 9</a:t>
            </a:r>
            <a:endParaRPr b="0" i="0" sz="1000" u="none" cap="none" strike="noStrike">
              <a:solidFill>
                <a:schemeClr val="lt1"/>
              </a:solidFill>
              <a:latin typeface="Work Sans"/>
              <a:ea typeface="Work Sans"/>
              <a:cs typeface="Work Sans"/>
              <a:sym typeface="Work Sans"/>
            </a:endParaRPr>
          </a:p>
        </p:txBody>
      </p:sp>
      <p:pic>
        <p:nvPicPr>
          <p:cNvPr id="1039" name="Google Shape;1039;p50"/>
          <p:cNvPicPr preferRelativeResize="0"/>
          <p:nvPr/>
        </p:nvPicPr>
        <p:blipFill rotWithShape="1">
          <a:blip r:embed="rId4">
            <a:alphaModFix/>
          </a:blip>
          <a:srcRect b="0" l="32505" r="0" t="0"/>
          <a:stretch/>
        </p:blipFill>
        <p:spPr>
          <a:xfrm>
            <a:off x="3752391" y="2332774"/>
            <a:ext cx="1423458" cy="244871"/>
          </a:xfrm>
          <a:prstGeom prst="rect">
            <a:avLst/>
          </a:prstGeom>
          <a:noFill/>
          <a:ln>
            <a:noFill/>
          </a:ln>
        </p:spPr>
      </p:pic>
      <p:pic>
        <p:nvPicPr>
          <p:cNvPr id="1040" name="Google Shape;1040;p50"/>
          <p:cNvPicPr preferRelativeResize="0"/>
          <p:nvPr/>
        </p:nvPicPr>
        <p:blipFill rotWithShape="1">
          <a:blip r:embed="rId5">
            <a:alphaModFix/>
          </a:blip>
          <a:srcRect b="0" l="0" r="0" t="0"/>
          <a:stretch/>
        </p:blipFill>
        <p:spPr>
          <a:xfrm>
            <a:off x="6843339" y="2442692"/>
            <a:ext cx="597052" cy="122436"/>
          </a:xfrm>
          <a:prstGeom prst="rect">
            <a:avLst/>
          </a:prstGeom>
          <a:noFill/>
          <a:ln>
            <a:noFill/>
          </a:ln>
        </p:spPr>
      </p:pic>
      <p:pic>
        <p:nvPicPr>
          <p:cNvPr id="1041" name="Google Shape;1041;p50"/>
          <p:cNvPicPr preferRelativeResize="0"/>
          <p:nvPr/>
        </p:nvPicPr>
        <p:blipFill rotWithShape="1">
          <a:blip r:embed="rId6">
            <a:alphaModFix/>
          </a:blip>
          <a:srcRect b="0" l="0" r="0" t="0"/>
          <a:stretch/>
        </p:blipFill>
        <p:spPr>
          <a:xfrm>
            <a:off x="6729236" y="2751391"/>
            <a:ext cx="870700" cy="155827"/>
          </a:xfrm>
          <a:prstGeom prst="rect">
            <a:avLst/>
          </a:prstGeom>
          <a:noFill/>
          <a:ln>
            <a:noFill/>
          </a:ln>
        </p:spPr>
      </p:pic>
      <p:pic>
        <p:nvPicPr>
          <p:cNvPr id="1042" name="Google Shape;1042;p50"/>
          <p:cNvPicPr preferRelativeResize="0"/>
          <p:nvPr/>
        </p:nvPicPr>
        <p:blipFill rotWithShape="1">
          <a:blip r:embed="rId7">
            <a:alphaModFix/>
          </a:blip>
          <a:srcRect b="0" l="0" r="0" t="0"/>
          <a:stretch/>
        </p:blipFill>
        <p:spPr>
          <a:xfrm>
            <a:off x="6629530" y="3063362"/>
            <a:ext cx="1024670" cy="122436"/>
          </a:xfrm>
          <a:prstGeom prst="rect">
            <a:avLst/>
          </a:prstGeom>
          <a:noFill/>
          <a:ln>
            <a:noFill/>
          </a:ln>
        </p:spPr>
      </p:pic>
      <p:pic>
        <p:nvPicPr>
          <p:cNvPr id="1043" name="Google Shape;1043;p50"/>
          <p:cNvPicPr preferRelativeResize="0"/>
          <p:nvPr/>
        </p:nvPicPr>
        <p:blipFill rotWithShape="1">
          <a:blip r:embed="rId8">
            <a:alphaModFix/>
          </a:blip>
          <a:srcRect b="0" l="0" r="0" t="0"/>
          <a:stretch/>
        </p:blipFill>
        <p:spPr>
          <a:xfrm>
            <a:off x="3526770" y="3983445"/>
            <a:ext cx="1893709" cy="222610"/>
          </a:xfrm>
          <a:prstGeom prst="rect">
            <a:avLst/>
          </a:prstGeom>
          <a:noFill/>
          <a:ln>
            <a:noFill/>
          </a:ln>
        </p:spPr>
      </p:pic>
      <p:sp>
        <p:nvSpPr>
          <p:cNvPr id="1044" name="Google Shape;1044;p50"/>
          <p:cNvSpPr txBox="1"/>
          <p:nvPr/>
        </p:nvSpPr>
        <p:spPr>
          <a:xfrm>
            <a:off x="2930577" y="1369996"/>
            <a:ext cx="3000000" cy="338524"/>
          </a:xfrm>
          <a:prstGeom prst="rect">
            <a:avLst/>
          </a:prstGeom>
          <a:noFill/>
          <a:ln>
            <a:noFill/>
          </a:ln>
        </p:spPr>
        <p:txBody>
          <a:bodyPr anchorCtr="0" anchor="t" bIns="91425" lIns="91425" spcFirstLastPara="1" rIns="91425" wrap="square" tIns="91425">
            <a:spAutoFit/>
          </a:bodyPr>
          <a:lstStyle/>
          <a:p>
            <a:pPr indent="0" lvl="0" marL="0" marR="0" rtl="0" algn="ctr">
              <a:lnSpc>
                <a:spcPct val="100000"/>
              </a:lnSpc>
              <a:spcBef>
                <a:spcPts val="0"/>
              </a:spcBef>
              <a:spcAft>
                <a:spcPts val="0"/>
              </a:spcAft>
              <a:buClr>
                <a:srgbClr val="BA0E02"/>
              </a:buClr>
              <a:buSzPts val="1500"/>
              <a:buFont typeface="Arial"/>
              <a:buNone/>
            </a:pPr>
            <a:r>
              <a:rPr b="1" i="0" lang="pt-BR" sz="1000" u="none" cap="none" strike="noStrike">
                <a:solidFill>
                  <a:schemeClr val="lt1"/>
                </a:solidFill>
                <a:latin typeface="Work Sans"/>
                <a:ea typeface="Work Sans"/>
                <a:cs typeface="Work Sans"/>
                <a:sym typeface="Work Sans"/>
              </a:rPr>
              <a:t>TERMO DA ESQUERDA</a:t>
            </a:r>
            <a:endParaRPr b="0" i="0" sz="1000" u="none" cap="none" strike="noStrike">
              <a:solidFill>
                <a:schemeClr val="lt1"/>
              </a:solidFill>
              <a:latin typeface="Work Sans"/>
              <a:ea typeface="Work Sans"/>
              <a:cs typeface="Work Sans"/>
              <a:sym typeface="Work Sans"/>
            </a:endParaRPr>
          </a:p>
        </p:txBody>
      </p:sp>
      <p:sp>
        <p:nvSpPr>
          <p:cNvPr id="1045" name="Google Shape;1045;p50"/>
          <p:cNvSpPr txBox="1"/>
          <p:nvPr/>
        </p:nvSpPr>
        <p:spPr>
          <a:xfrm>
            <a:off x="5586778" y="1369996"/>
            <a:ext cx="3000000" cy="338524"/>
          </a:xfrm>
          <a:prstGeom prst="rect">
            <a:avLst/>
          </a:prstGeom>
          <a:noFill/>
          <a:ln>
            <a:noFill/>
          </a:ln>
        </p:spPr>
        <p:txBody>
          <a:bodyPr anchorCtr="0" anchor="t" bIns="91425" lIns="91425" spcFirstLastPara="1" rIns="91425" wrap="square" tIns="91425">
            <a:spAutoFit/>
          </a:bodyPr>
          <a:lstStyle/>
          <a:p>
            <a:pPr indent="0" lvl="0" marL="0" marR="0" rtl="0" algn="ctr">
              <a:lnSpc>
                <a:spcPct val="100000"/>
              </a:lnSpc>
              <a:spcBef>
                <a:spcPts val="0"/>
              </a:spcBef>
              <a:spcAft>
                <a:spcPts val="0"/>
              </a:spcAft>
              <a:buClr>
                <a:srgbClr val="BA0E02"/>
              </a:buClr>
              <a:buSzPts val="1500"/>
              <a:buFont typeface="Arial"/>
              <a:buNone/>
            </a:pPr>
            <a:r>
              <a:rPr b="1" i="0" lang="pt-BR" sz="1000" u="none" cap="none" strike="noStrike">
                <a:solidFill>
                  <a:schemeClr val="lt1"/>
                </a:solidFill>
                <a:latin typeface="Work Sans"/>
                <a:ea typeface="Work Sans"/>
                <a:cs typeface="Work Sans"/>
                <a:sym typeface="Work Sans"/>
              </a:rPr>
              <a:t>VOLTANDO À IGUALDADE</a:t>
            </a:r>
            <a:endParaRPr b="0" i="0" sz="1000" u="none" cap="none" strike="noStrike">
              <a:solidFill>
                <a:schemeClr val="lt1"/>
              </a:solidFill>
              <a:latin typeface="Work Sans"/>
              <a:ea typeface="Work Sans"/>
              <a:cs typeface="Work Sans"/>
              <a:sym typeface="Work Sans"/>
            </a:endParaRPr>
          </a:p>
        </p:txBody>
      </p:sp>
      <p:sp>
        <p:nvSpPr>
          <p:cNvPr id="1046" name="Google Shape;1046;p50"/>
          <p:cNvSpPr/>
          <p:nvPr/>
        </p:nvSpPr>
        <p:spPr>
          <a:xfrm>
            <a:off x="4532156" y="2283995"/>
            <a:ext cx="713394" cy="338524"/>
          </a:xfrm>
          <a:prstGeom prst="rect">
            <a:avLst/>
          </a:prstGeom>
          <a:noFill/>
          <a:ln cap="flat" cmpd="sng" w="19050">
            <a:solidFill>
              <a:srgbClr val="BA0E02"/>
            </a:solidFill>
            <a:prstDash val="dash"/>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chemeClr val="dk1"/>
              </a:buClr>
              <a:buSzPts val="1800"/>
              <a:buFont typeface="Calibri"/>
              <a:buNone/>
            </a:pPr>
            <a:r>
              <a:t/>
            </a:r>
            <a:endParaRPr b="0" i="0" sz="1000" u="none" cap="none" strike="noStrike">
              <a:solidFill>
                <a:schemeClr val="lt1"/>
              </a:solidFill>
              <a:latin typeface="Work Sans"/>
              <a:ea typeface="Work Sans"/>
              <a:cs typeface="Work Sans"/>
              <a:sym typeface="Work Sans"/>
            </a:endParaRPr>
          </a:p>
        </p:txBody>
      </p:sp>
      <p:pic>
        <p:nvPicPr>
          <p:cNvPr id="1047" name="Google Shape;1047;p50"/>
          <p:cNvPicPr preferRelativeResize="0"/>
          <p:nvPr/>
        </p:nvPicPr>
        <p:blipFill rotWithShape="1">
          <a:blip r:embed="rId9">
            <a:alphaModFix/>
          </a:blip>
          <a:srcRect b="0" l="0" r="0" t="0"/>
          <a:stretch/>
        </p:blipFill>
        <p:spPr>
          <a:xfrm>
            <a:off x="6467210" y="2048703"/>
            <a:ext cx="1239135" cy="222610"/>
          </a:xfrm>
          <a:prstGeom prst="rect">
            <a:avLst/>
          </a:prstGeom>
          <a:noFill/>
          <a:ln>
            <a:noFill/>
          </a:ln>
        </p:spPr>
      </p:pic>
      <p:pic>
        <p:nvPicPr>
          <p:cNvPr id="1048" name="Google Shape;1048;p50"/>
          <p:cNvPicPr preferRelativeResize="0"/>
          <p:nvPr/>
        </p:nvPicPr>
        <p:blipFill rotWithShape="1">
          <a:blip r:embed="rId10">
            <a:alphaModFix/>
          </a:blip>
          <a:srcRect b="0" l="0" r="0" t="0"/>
          <a:stretch/>
        </p:blipFill>
        <p:spPr>
          <a:xfrm>
            <a:off x="6687625" y="1727139"/>
            <a:ext cx="798307" cy="222610"/>
          </a:xfrm>
          <a:prstGeom prst="rect">
            <a:avLst/>
          </a:prstGeom>
          <a:noFill/>
          <a:ln>
            <a:noFill/>
          </a:ln>
        </p:spPr>
      </p:pic>
      <p:grpSp>
        <p:nvGrpSpPr>
          <p:cNvPr id="1049" name="Google Shape;1049;p50"/>
          <p:cNvGrpSpPr/>
          <p:nvPr/>
        </p:nvGrpSpPr>
        <p:grpSpPr>
          <a:xfrm>
            <a:off x="6944542" y="3341942"/>
            <a:ext cx="440087" cy="289393"/>
            <a:chOff x="6333100" y="4887150"/>
            <a:chExt cx="648000" cy="468000"/>
          </a:xfrm>
        </p:grpSpPr>
        <p:pic>
          <p:nvPicPr>
            <p:cNvPr id="1050" name="Google Shape;1050;p50"/>
            <p:cNvPicPr preferRelativeResize="0"/>
            <p:nvPr/>
          </p:nvPicPr>
          <p:blipFill rotWithShape="1">
            <a:blip r:embed="rId11">
              <a:alphaModFix/>
            </a:blip>
            <a:srcRect b="0" l="0" r="0" t="0"/>
            <a:stretch/>
          </p:blipFill>
          <p:spPr>
            <a:xfrm>
              <a:off x="6403963" y="4941150"/>
              <a:ext cx="461455" cy="360000"/>
            </a:xfrm>
            <a:prstGeom prst="rect">
              <a:avLst/>
            </a:prstGeom>
            <a:noFill/>
            <a:ln>
              <a:noFill/>
            </a:ln>
          </p:spPr>
        </p:pic>
        <p:sp>
          <p:nvSpPr>
            <p:cNvPr id="1051" name="Google Shape;1051;p50"/>
            <p:cNvSpPr/>
            <p:nvPr/>
          </p:nvSpPr>
          <p:spPr>
            <a:xfrm>
              <a:off x="6333100" y="4887150"/>
              <a:ext cx="648000" cy="468000"/>
            </a:xfrm>
            <a:prstGeom prst="rect">
              <a:avLst/>
            </a:prstGeom>
            <a:noFill/>
            <a:ln cap="flat" cmpd="sng" w="19050">
              <a:solidFill>
                <a:srgbClr val="BA0E02"/>
              </a:solidFill>
              <a:prstDash val="dash"/>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chemeClr val="dk1"/>
                </a:buClr>
                <a:buSzPts val="1800"/>
                <a:buFont typeface="Calibri"/>
                <a:buNone/>
              </a:pPr>
              <a:r>
                <a:t/>
              </a:r>
              <a:endParaRPr b="0" i="0" sz="1000" u="none" cap="none" strike="noStrike">
                <a:solidFill>
                  <a:schemeClr val="lt1"/>
                </a:solidFill>
                <a:latin typeface="Work Sans"/>
                <a:ea typeface="Work Sans"/>
                <a:cs typeface="Work Sans"/>
                <a:sym typeface="Work Sans"/>
              </a:endParaRPr>
            </a:p>
          </p:txBody>
        </p:sp>
      </p:grpSp>
      <p:grpSp>
        <p:nvGrpSpPr>
          <p:cNvPr id="1052" name="Google Shape;1052;p50"/>
          <p:cNvGrpSpPr/>
          <p:nvPr/>
        </p:nvGrpSpPr>
        <p:grpSpPr>
          <a:xfrm>
            <a:off x="339712" y="2353316"/>
            <a:ext cx="852127" cy="324197"/>
            <a:chOff x="271410" y="3520307"/>
            <a:chExt cx="898962" cy="241200"/>
          </a:xfrm>
        </p:grpSpPr>
        <p:sp>
          <p:nvSpPr>
            <p:cNvPr id="1053" name="Google Shape;1053;p50"/>
            <p:cNvSpPr/>
            <p:nvPr/>
          </p:nvSpPr>
          <p:spPr>
            <a:xfrm>
              <a:off x="619572" y="3520307"/>
              <a:ext cx="550800" cy="241200"/>
            </a:xfrm>
            <a:prstGeom prst="roundRect">
              <a:avLst>
                <a:gd fmla="val 16667" name="adj"/>
              </a:avLst>
            </a:prstGeom>
            <a:noFill/>
            <a:ln cap="flat" cmpd="sng" w="19050">
              <a:solidFill>
                <a:srgbClr val="00DF7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000" u="none" cap="none" strike="noStrike">
                <a:solidFill>
                  <a:schemeClr val="lt1"/>
                </a:solidFill>
                <a:latin typeface="Work Sans"/>
                <a:ea typeface="Work Sans"/>
                <a:cs typeface="Work Sans"/>
                <a:sym typeface="Work Sans"/>
              </a:endParaRPr>
            </a:p>
          </p:txBody>
        </p:sp>
        <p:pic>
          <p:nvPicPr>
            <p:cNvPr id="1054" name="Google Shape;1054;p50"/>
            <p:cNvPicPr preferRelativeResize="0"/>
            <p:nvPr/>
          </p:nvPicPr>
          <p:blipFill rotWithShape="1">
            <a:blip r:embed="rId12">
              <a:alphaModFix/>
            </a:blip>
            <a:srcRect b="0" l="0" r="0" t="0"/>
            <a:stretch/>
          </p:blipFill>
          <p:spPr>
            <a:xfrm>
              <a:off x="271410" y="3547160"/>
              <a:ext cx="256540" cy="187485"/>
            </a:xfrm>
            <a:prstGeom prst="rect">
              <a:avLst/>
            </a:prstGeom>
            <a:noFill/>
            <a:ln>
              <a:noFill/>
            </a:ln>
          </p:spPr>
        </p:pic>
      </p:grpSp>
      <p:sp>
        <p:nvSpPr>
          <p:cNvPr id="1055" name="Google Shape;1055;p50"/>
          <p:cNvSpPr txBox="1"/>
          <p:nvPr/>
        </p:nvSpPr>
        <p:spPr>
          <a:xfrm>
            <a:off x="3132476" y="3471076"/>
            <a:ext cx="3000000" cy="338524"/>
          </a:xfrm>
          <a:prstGeom prst="rect">
            <a:avLst/>
          </a:prstGeom>
          <a:noFill/>
          <a:ln>
            <a:noFill/>
          </a:ln>
        </p:spPr>
        <p:txBody>
          <a:bodyPr anchorCtr="0" anchor="t" bIns="91425" lIns="91425" spcFirstLastPara="1" rIns="91425" wrap="square" tIns="91425">
            <a:spAutoFit/>
          </a:bodyPr>
          <a:lstStyle/>
          <a:p>
            <a:pPr indent="0" lvl="0" marL="0" marR="0" rtl="0" algn="ctr">
              <a:lnSpc>
                <a:spcPct val="100000"/>
              </a:lnSpc>
              <a:spcBef>
                <a:spcPts val="0"/>
              </a:spcBef>
              <a:spcAft>
                <a:spcPts val="0"/>
              </a:spcAft>
              <a:buClr>
                <a:srgbClr val="BA0E02"/>
              </a:buClr>
              <a:buSzPts val="1500"/>
              <a:buFont typeface="Arial"/>
              <a:buNone/>
            </a:pPr>
            <a:r>
              <a:rPr b="1" i="0" lang="pt-BR" sz="1000" u="none" cap="none" strike="noStrike">
                <a:solidFill>
                  <a:schemeClr val="lt1"/>
                </a:solidFill>
                <a:latin typeface="Work Sans"/>
                <a:ea typeface="Work Sans"/>
                <a:cs typeface="Work Sans"/>
                <a:sym typeface="Work Sans"/>
              </a:rPr>
              <a:t>EXPRESSÃO FINAL</a:t>
            </a:r>
            <a:endParaRPr b="0" i="0" sz="1000" u="none" cap="none" strike="noStrike">
              <a:solidFill>
                <a:schemeClr val="lt1"/>
              </a:solidFill>
              <a:latin typeface="Work Sans"/>
              <a:ea typeface="Work Sans"/>
              <a:cs typeface="Work Sans"/>
              <a:sym typeface="Work Sans"/>
            </a:endParaRPr>
          </a:p>
        </p:txBody>
      </p:sp>
      <p:sp>
        <p:nvSpPr>
          <p:cNvPr id="1056" name="Google Shape;1056;p50"/>
          <p:cNvSpPr/>
          <p:nvPr/>
        </p:nvSpPr>
        <p:spPr>
          <a:xfrm>
            <a:off x="5276479" y="3956300"/>
            <a:ext cx="288000" cy="276900"/>
          </a:xfrm>
          <a:prstGeom prst="rect">
            <a:avLst/>
          </a:prstGeom>
          <a:noFill/>
          <a:ln cap="flat" cmpd="sng" w="19050">
            <a:solidFill>
              <a:srgbClr val="BA0E02"/>
            </a:solidFill>
            <a:prstDash val="dash"/>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chemeClr val="dk1"/>
              </a:buClr>
              <a:buSzPts val="1800"/>
              <a:buFont typeface="Calibri"/>
              <a:buNone/>
            </a:pPr>
            <a:r>
              <a:t/>
            </a:r>
            <a:endParaRPr b="0" i="0" sz="1000" u="none" cap="none" strike="noStrike">
              <a:solidFill>
                <a:schemeClr val="lt1"/>
              </a:solidFill>
              <a:latin typeface="Work Sans"/>
              <a:ea typeface="Work Sans"/>
              <a:cs typeface="Work Sans"/>
              <a:sym typeface="Work Sans"/>
            </a:endParaRPr>
          </a:p>
        </p:txBody>
      </p:sp>
      <p:pic>
        <p:nvPicPr>
          <p:cNvPr id="1057" name="Google Shape;1057;p50"/>
          <p:cNvPicPr preferRelativeResize="0"/>
          <p:nvPr/>
        </p:nvPicPr>
        <p:blipFill rotWithShape="1">
          <a:blip r:embed="rId13">
            <a:alphaModFix/>
          </a:blip>
          <a:srcRect b="0" l="48822" r="0" t="0"/>
          <a:stretch/>
        </p:blipFill>
        <p:spPr>
          <a:xfrm>
            <a:off x="4093620" y="2059784"/>
            <a:ext cx="713393" cy="144697"/>
          </a:xfrm>
          <a:prstGeom prst="rect">
            <a:avLst/>
          </a:prstGeom>
          <a:noFill/>
          <a:ln>
            <a:noFill/>
          </a:ln>
        </p:spPr>
      </p:pic>
      <p:pic>
        <p:nvPicPr>
          <p:cNvPr id="1058" name="Google Shape;1058;p50"/>
          <p:cNvPicPr preferRelativeResize="0"/>
          <p:nvPr/>
        </p:nvPicPr>
        <p:blipFill rotWithShape="1">
          <a:blip r:embed="rId14">
            <a:alphaModFix/>
          </a:blip>
          <a:srcRect b="0" l="0" r="0" t="0"/>
          <a:stretch/>
        </p:blipFill>
        <p:spPr>
          <a:xfrm>
            <a:off x="3752391" y="1759682"/>
            <a:ext cx="1356372" cy="133566"/>
          </a:xfrm>
          <a:prstGeom prst="rect">
            <a:avLst/>
          </a:prstGeom>
          <a:noFill/>
          <a:ln>
            <a:noFill/>
          </a:ln>
        </p:spPr>
      </p:pic>
      <p:cxnSp>
        <p:nvCxnSpPr>
          <p:cNvPr id="1059" name="Google Shape;1059;p50"/>
          <p:cNvCxnSpPr/>
          <p:nvPr/>
        </p:nvCxnSpPr>
        <p:spPr>
          <a:xfrm>
            <a:off x="2226788" y="1826140"/>
            <a:ext cx="609000" cy="0"/>
          </a:xfrm>
          <a:prstGeom prst="straightConnector1">
            <a:avLst/>
          </a:prstGeom>
          <a:noFill/>
          <a:ln cap="flat" cmpd="sng" w="28575">
            <a:solidFill>
              <a:srgbClr val="BA0E02"/>
            </a:solidFill>
            <a:prstDash val="solid"/>
            <a:round/>
            <a:headEnd len="sm" w="sm" type="none"/>
            <a:tailEnd len="sm" w="sm" type="none"/>
          </a:ln>
        </p:spPr>
      </p:cxnSp>
      <p:sp>
        <p:nvSpPr>
          <p:cNvPr id="1060" name="Google Shape;1060;p50"/>
          <p:cNvSpPr txBox="1"/>
          <p:nvPr/>
        </p:nvSpPr>
        <p:spPr>
          <a:xfrm>
            <a:off x="0" y="4825425"/>
            <a:ext cx="4862100" cy="276900"/>
          </a:xfrm>
          <a:prstGeom prst="rect">
            <a:avLst/>
          </a:prstGeom>
          <a:noFill/>
          <a:ln>
            <a:noFill/>
          </a:ln>
        </p:spPr>
        <p:txBody>
          <a:bodyPr anchorCtr="0" anchor="t" bIns="68550" lIns="137125" spcFirstLastPara="1" rIns="137125" wrap="square" tIns="68550">
            <a:spAutoFit/>
          </a:bodyPr>
          <a:lstStyle/>
          <a:p>
            <a:pPr indent="0" lvl="0" marL="0" marR="0" rtl="0" algn="l">
              <a:lnSpc>
                <a:spcPct val="100000"/>
              </a:lnSpc>
              <a:spcBef>
                <a:spcPts val="0"/>
              </a:spcBef>
              <a:spcAft>
                <a:spcPts val="0"/>
              </a:spcAft>
              <a:buClr>
                <a:srgbClr val="000000"/>
              </a:buClr>
              <a:buSzPts val="900"/>
              <a:buFont typeface="Arial"/>
              <a:buNone/>
            </a:pPr>
            <a:r>
              <a:rPr b="1" i="0" lang="pt-BR" sz="900" u="none" cap="none" strike="noStrike">
                <a:solidFill>
                  <a:srgbClr val="000000"/>
                </a:solidFill>
                <a:latin typeface="Arial"/>
                <a:ea typeface="Arial"/>
                <a:cs typeface="Arial"/>
                <a:sym typeface="Arial"/>
              </a:rPr>
              <a:t>Prep4Consulting 2026.2 </a:t>
            </a:r>
            <a:r>
              <a:rPr b="0" i="0" lang="pt-BR" sz="900" u="none" cap="none" strike="noStrike">
                <a:solidFill>
                  <a:srgbClr val="000000"/>
                </a:solidFill>
                <a:latin typeface="Arial"/>
                <a:ea typeface="Arial"/>
                <a:cs typeface="Arial"/>
                <a:sym typeface="Arial"/>
              </a:rPr>
              <a:t>| GMAT: Estrutura da Prova</a:t>
            </a:r>
            <a:endParaRPr b="0" i="0" sz="900" u="none" cap="none" strike="noStrike">
              <a:solidFill>
                <a:srgbClr val="000000"/>
              </a:solidFill>
              <a:latin typeface="Arial"/>
              <a:ea typeface="Arial"/>
              <a:cs typeface="Arial"/>
              <a:sym typeface="Arial"/>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044"/>
                                        </p:tgtEl>
                                        <p:attrNameLst>
                                          <p:attrName>style.visibility</p:attrName>
                                        </p:attrNameLst>
                                      </p:cBhvr>
                                      <p:to>
                                        <p:strVal val="visible"/>
                                      </p:to>
                                    </p:set>
                                    <p:animEffect filter="fade" transition="in">
                                      <p:cBhvr>
                                        <p:cTn dur="1000"/>
                                        <p:tgtEl>
                                          <p:spTgt spid="1044"/>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058"/>
                                        </p:tgtEl>
                                        <p:attrNameLst>
                                          <p:attrName>style.visibility</p:attrName>
                                        </p:attrNameLst>
                                      </p:cBhvr>
                                      <p:to>
                                        <p:strVal val="visible"/>
                                      </p:to>
                                    </p:set>
                                    <p:animEffect filter="fade" transition="in">
                                      <p:cBhvr>
                                        <p:cTn dur="1000"/>
                                        <p:tgtEl>
                                          <p:spTgt spid="1058"/>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057"/>
                                        </p:tgtEl>
                                        <p:attrNameLst>
                                          <p:attrName>style.visibility</p:attrName>
                                        </p:attrNameLst>
                                      </p:cBhvr>
                                      <p:to>
                                        <p:strVal val="visible"/>
                                      </p:to>
                                    </p:set>
                                    <p:animEffect filter="fade" transition="in">
                                      <p:cBhvr>
                                        <p:cTn dur="1000"/>
                                        <p:tgtEl>
                                          <p:spTgt spid="1057"/>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039"/>
                                        </p:tgtEl>
                                        <p:attrNameLst>
                                          <p:attrName>style.visibility</p:attrName>
                                        </p:attrNameLst>
                                      </p:cBhvr>
                                      <p:to>
                                        <p:strVal val="visible"/>
                                      </p:to>
                                    </p:set>
                                    <p:animEffect filter="fade" transition="in">
                                      <p:cBhvr>
                                        <p:cTn dur="1000"/>
                                        <p:tgtEl>
                                          <p:spTgt spid="1039"/>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046"/>
                                        </p:tgtEl>
                                        <p:attrNameLst>
                                          <p:attrName>style.visibility</p:attrName>
                                        </p:attrNameLst>
                                      </p:cBhvr>
                                      <p:to>
                                        <p:strVal val="visible"/>
                                      </p:to>
                                    </p:set>
                                    <p:animEffect filter="fade" transition="in">
                                      <p:cBhvr>
                                        <p:cTn dur="1000"/>
                                        <p:tgtEl>
                                          <p:spTgt spid="1046"/>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045"/>
                                        </p:tgtEl>
                                        <p:attrNameLst>
                                          <p:attrName>style.visibility</p:attrName>
                                        </p:attrNameLst>
                                      </p:cBhvr>
                                      <p:to>
                                        <p:strVal val="visible"/>
                                      </p:to>
                                    </p:set>
                                    <p:animEffect filter="fade" transition="in">
                                      <p:cBhvr>
                                        <p:cTn dur="1000"/>
                                        <p:tgtEl>
                                          <p:spTgt spid="1045"/>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048"/>
                                        </p:tgtEl>
                                        <p:attrNameLst>
                                          <p:attrName>style.visibility</p:attrName>
                                        </p:attrNameLst>
                                      </p:cBhvr>
                                      <p:to>
                                        <p:strVal val="visible"/>
                                      </p:to>
                                    </p:set>
                                    <p:animEffect filter="fade" transition="in">
                                      <p:cBhvr>
                                        <p:cTn dur="1000"/>
                                        <p:tgtEl>
                                          <p:spTgt spid="1048"/>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047"/>
                                        </p:tgtEl>
                                        <p:attrNameLst>
                                          <p:attrName>style.visibility</p:attrName>
                                        </p:attrNameLst>
                                      </p:cBhvr>
                                      <p:to>
                                        <p:strVal val="visible"/>
                                      </p:to>
                                    </p:set>
                                    <p:animEffect filter="fade" transition="in">
                                      <p:cBhvr>
                                        <p:cTn dur="1000"/>
                                        <p:tgtEl>
                                          <p:spTgt spid="1047"/>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040"/>
                                        </p:tgtEl>
                                        <p:attrNameLst>
                                          <p:attrName>style.visibility</p:attrName>
                                        </p:attrNameLst>
                                      </p:cBhvr>
                                      <p:to>
                                        <p:strVal val="visible"/>
                                      </p:to>
                                    </p:set>
                                    <p:animEffect filter="fade" transition="in">
                                      <p:cBhvr>
                                        <p:cTn dur="1000"/>
                                        <p:tgtEl>
                                          <p:spTgt spid="1040"/>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041"/>
                                        </p:tgtEl>
                                        <p:attrNameLst>
                                          <p:attrName>style.visibility</p:attrName>
                                        </p:attrNameLst>
                                      </p:cBhvr>
                                      <p:to>
                                        <p:strVal val="visible"/>
                                      </p:to>
                                    </p:set>
                                    <p:animEffect filter="fade" transition="in">
                                      <p:cBhvr>
                                        <p:cTn dur="1000"/>
                                        <p:tgtEl>
                                          <p:spTgt spid="1041"/>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042"/>
                                        </p:tgtEl>
                                        <p:attrNameLst>
                                          <p:attrName>style.visibility</p:attrName>
                                        </p:attrNameLst>
                                      </p:cBhvr>
                                      <p:to>
                                        <p:strVal val="visible"/>
                                      </p:to>
                                    </p:set>
                                    <p:animEffect filter="fade" transition="in">
                                      <p:cBhvr>
                                        <p:cTn dur="1000"/>
                                        <p:tgtEl>
                                          <p:spTgt spid="1042"/>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049"/>
                                        </p:tgtEl>
                                        <p:attrNameLst>
                                          <p:attrName>style.visibility</p:attrName>
                                        </p:attrNameLst>
                                      </p:cBhvr>
                                      <p:to>
                                        <p:strVal val="visible"/>
                                      </p:to>
                                    </p:set>
                                    <p:animEffect filter="fade" transition="in">
                                      <p:cBhvr>
                                        <p:cTn dur="1000"/>
                                        <p:tgtEl>
                                          <p:spTgt spid="1049"/>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059"/>
                                        </p:tgtEl>
                                        <p:attrNameLst>
                                          <p:attrName>style.visibility</p:attrName>
                                        </p:attrNameLst>
                                      </p:cBhvr>
                                      <p:to>
                                        <p:strVal val="visible"/>
                                      </p:to>
                                    </p:set>
                                    <p:animEffect filter="fade" transition="in">
                                      <p:cBhvr>
                                        <p:cTn dur="1000"/>
                                        <p:tgtEl>
                                          <p:spTgt spid="1059"/>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055"/>
                                        </p:tgtEl>
                                        <p:attrNameLst>
                                          <p:attrName>style.visibility</p:attrName>
                                        </p:attrNameLst>
                                      </p:cBhvr>
                                      <p:to>
                                        <p:strVal val="visible"/>
                                      </p:to>
                                    </p:set>
                                    <p:animEffect filter="fade" transition="in">
                                      <p:cBhvr>
                                        <p:cTn dur="1000"/>
                                        <p:tgtEl>
                                          <p:spTgt spid="1055"/>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043"/>
                                        </p:tgtEl>
                                        <p:attrNameLst>
                                          <p:attrName>style.visibility</p:attrName>
                                        </p:attrNameLst>
                                      </p:cBhvr>
                                      <p:to>
                                        <p:strVal val="visible"/>
                                      </p:to>
                                    </p:set>
                                    <p:animEffect filter="fade" transition="in">
                                      <p:cBhvr>
                                        <p:cTn dur="1000"/>
                                        <p:tgtEl>
                                          <p:spTgt spid="1043"/>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056"/>
                                        </p:tgtEl>
                                        <p:attrNameLst>
                                          <p:attrName>style.visibility</p:attrName>
                                        </p:attrNameLst>
                                      </p:cBhvr>
                                      <p:to>
                                        <p:strVal val="visible"/>
                                      </p:to>
                                    </p:set>
                                    <p:animEffect filter="fade" transition="in">
                                      <p:cBhvr>
                                        <p:cTn dur="1000"/>
                                        <p:tgtEl>
                                          <p:spTgt spid="1056"/>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052"/>
                                        </p:tgtEl>
                                        <p:attrNameLst>
                                          <p:attrName>style.visibility</p:attrName>
                                        </p:attrNameLst>
                                      </p:cBhvr>
                                      <p:to>
                                        <p:strVal val="visible"/>
                                      </p:to>
                                    </p:set>
                                    <p:animEffect filter="fade" transition="in">
                                      <p:cBhvr>
                                        <p:cTn dur="1000"/>
                                        <p:tgtEl>
                                          <p:spTgt spid="1052"/>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5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64" name="Shape 1064"/>
        <p:cNvGrpSpPr/>
        <p:nvPr/>
      </p:nvGrpSpPr>
      <p:grpSpPr>
        <a:xfrm>
          <a:off x="0" y="0"/>
          <a:ext cx="0" cy="0"/>
          <a:chOff x="0" y="0"/>
          <a:chExt cx="0" cy="0"/>
        </a:xfrm>
      </p:grpSpPr>
      <p:sp>
        <p:nvSpPr>
          <p:cNvPr id="1065" name="Google Shape;1065;p51"/>
          <p:cNvSpPr txBox="1"/>
          <p:nvPr>
            <p:ph idx="4294967295" type="title"/>
          </p:nvPr>
        </p:nvSpPr>
        <p:spPr>
          <a:xfrm>
            <a:off x="722375" y="384050"/>
            <a:ext cx="5052900" cy="5760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3000"/>
              <a:buNone/>
            </a:pPr>
            <a:r>
              <a:rPr lang="pt-BR"/>
              <a:t>REVISÃO DE MATEMÁTICA</a:t>
            </a:r>
            <a:endParaRPr/>
          </a:p>
        </p:txBody>
      </p:sp>
      <p:sp>
        <p:nvSpPr>
          <p:cNvPr id="1066" name="Google Shape;1066;p51"/>
          <p:cNvSpPr txBox="1"/>
          <p:nvPr/>
        </p:nvSpPr>
        <p:spPr>
          <a:xfrm>
            <a:off x="4281900" y="4825425"/>
            <a:ext cx="4862100" cy="276900"/>
          </a:xfrm>
          <a:prstGeom prst="rect">
            <a:avLst/>
          </a:prstGeom>
          <a:noFill/>
          <a:ln>
            <a:noFill/>
          </a:ln>
        </p:spPr>
        <p:txBody>
          <a:bodyPr anchorCtr="0" anchor="t" bIns="68550" lIns="137125" spcFirstLastPara="1" rIns="137125" wrap="square" tIns="68550">
            <a:spAutoFit/>
          </a:bodyPr>
          <a:lstStyle/>
          <a:p>
            <a:pPr indent="0" lvl="0" marL="0" marR="0" rtl="0" algn="r">
              <a:lnSpc>
                <a:spcPct val="100000"/>
              </a:lnSpc>
              <a:spcBef>
                <a:spcPts val="0"/>
              </a:spcBef>
              <a:spcAft>
                <a:spcPts val="0"/>
              </a:spcAft>
              <a:buClr>
                <a:srgbClr val="000000"/>
              </a:buClr>
              <a:buSzPts val="900"/>
              <a:buFont typeface="Arial"/>
              <a:buNone/>
            </a:pPr>
            <a:r>
              <a:rPr b="0" i="0" lang="pt-BR" sz="900" u="none" cap="none" strike="noStrike">
                <a:solidFill>
                  <a:srgbClr val="000000"/>
                </a:solidFill>
                <a:latin typeface="Arial"/>
                <a:ea typeface="Arial"/>
                <a:cs typeface="Arial"/>
                <a:sym typeface="Arial"/>
              </a:rPr>
              <a:t>Copyright © 2026 Clube de Consultoria Universitário. All rights reserved.</a:t>
            </a:r>
            <a:endParaRPr b="0" i="0" sz="900" u="none" cap="none" strike="noStrike">
              <a:solidFill>
                <a:srgbClr val="000000"/>
              </a:solidFill>
              <a:latin typeface="Arial"/>
              <a:ea typeface="Arial"/>
              <a:cs typeface="Arial"/>
              <a:sym typeface="Arial"/>
            </a:endParaRPr>
          </a:p>
        </p:txBody>
      </p:sp>
      <p:pic>
        <p:nvPicPr>
          <p:cNvPr descr="Abacus outline" id="1067" name="Google Shape;1067;p51"/>
          <p:cNvPicPr preferRelativeResize="0"/>
          <p:nvPr/>
        </p:nvPicPr>
        <p:blipFill rotWithShape="1">
          <a:blip r:embed="rId3">
            <a:alphaModFix/>
          </a:blip>
          <a:srcRect b="0" l="0" r="0" t="0"/>
          <a:stretch/>
        </p:blipFill>
        <p:spPr>
          <a:xfrm>
            <a:off x="3557840" y="1188424"/>
            <a:ext cx="524922" cy="524922"/>
          </a:xfrm>
          <a:prstGeom prst="rect">
            <a:avLst/>
          </a:prstGeom>
          <a:noFill/>
          <a:ln>
            <a:noFill/>
          </a:ln>
        </p:spPr>
      </p:pic>
      <p:pic>
        <p:nvPicPr>
          <p:cNvPr descr="Puzzle outline" id="1068" name="Google Shape;1068;p51"/>
          <p:cNvPicPr preferRelativeResize="0"/>
          <p:nvPr/>
        </p:nvPicPr>
        <p:blipFill rotWithShape="1">
          <a:blip r:embed="rId4">
            <a:alphaModFix/>
          </a:blip>
          <a:srcRect b="0" l="0" r="0" t="0"/>
          <a:stretch/>
        </p:blipFill>
        <p:spPr>
          <a:xfrm>
            <a:off x="2682995" y="4128681"/>
            <a:ext cx="587556" cy="587556"/>
          </a:xfrm>
          <a:prstGeom prst="rect">
            <a:avLst/>
          </a:prstGeom>
          <a:noFill/>
          <a:ln>
            <a:noFill/>
          </a:ln>
        </p:spPr>
      </p:pic>
      <p:sp>
        <p:nvSpPr>
          <p:cNvPr id="1069" name="Google Shape;1069;p51"/>
          <p:cNvSpPr txBox="1"/>
          <p:nvPr/>
        </p:nvSpPr>
        <p:spPr>
          <a:xfrm>
            <a:off x="1710004" y="2134184"/>
            <a:ext cx="2880000" cy="432396"/>
          </a:xfrm>
          <a:prstGeom prst="rect">
            <a:avLst/>
          </a:prstGeom>
          <a:noFill/>
          <a:ln>
            <a:noFill/>
          </a:ln>
        </p:spPr>
        <p:txBody>
          <a:bodyPr anchorCtr="0" anchor="t" bIns="91425" lIns="91425" spcFirstLastPara="1" rIns="91425" wrap="square" tIns="91425">
            <a:spAutoFit/>
          </a:bodyPr>
          <a:lstStyle/>
          <a:p>
            <a:pPr indent="0" lvl="0" marL="0" marR="0" rtl="0" algn="l">
              <a:lnSpc>
                <a:spcPct val="115000"/>
              </a:lnSpc>
              <a:spcBef>
                <a:spcPts val="0"/>
              </a:spcBef>
              <a:spcAft>
                <a:spcPts val="0"/>
              </a:spcAft>
              <a:buClr>
                <a:srgbClr val="000000"/>
              </a:buClr>
              <a:buSzPts val="2000"/>
              <a:buFont typeface="Arial"/>
              <a:buNone/>
            </a:pPr>
            <a:r>
              <a:rPr b="0" i="0" lang="pt-BR" sz="1400" u="none" cap="none" strike="noStrike">
                <a:solidFill>
                  <a:schemeClr val="lt1"/>
                </a:solidFill>
                <a:latin typeface="Work Sans"/>
                <a:ea typeface="Work Sans"/>
                <a:cs typeface="Work Sans"/>
                <a:sym typeface="Work Sans"/>
              </a:rPr>
              <a:t>Polígonos Convexos</a:t>
            </a:r>
            <a:endParaRPr b="0" i="0" sz="1400" u="none" cap="none" strike="noStrike">
              <a:solidFill>
                <a:schemeClr val="lt1"/>
              </a:solidFill>
              <a:latin typeface="Work Sans"/>
              <a:ea typeface="Work Sans"/>
              <a:cs typeface="Work Sans"/>
              <a:sym typeface="Work Sans"/>
            </a:endParaRPr>
          </a:p>
        </p:txBody>
      </p:sp>
      <p:sp>
        <p:nvSpPr>
          <p:cNvPr id="1070" name="Google Shape;1070;p51"/>
          <p:cNvSpPr txBox="1"/>
          <p:nvPr/>
        </p:nvSpPr>
        <p:spPr>
          <a:xfrm>
            <a:off x="1710004" y="4154261"/>
            <a:ext cx="2880000" cy="432396"/>
          </a:xfrm>
          <a:prstGeom prst="rect">
            <a:avLst/>
          </a:prstGeom>
          <a:noFill/>
          <a:ln>
            <a:noFill/>
          </a:ln>
        </p:spPr>
        <p:txBody>
          <a:bodyPr anchorCtr="0" anchor="t" bIns="91425" lIns="91425" spcFirstLastPara="1" rIns="91425" wrap="square" tIns="91425">
            <a:spAutoFit/>
          </a:bodyPr>
          <a:lstStyle/>
          <a:p>
            <a:pPr indent="0" lvl="0" marL="0" marR="0" rtl="0" algn="l">
              <a:lnSpc>
                <a:spcPct val="115000"/>
              </a:lnSpc>
              <a:spcBef>
                <a:spcPts val="0"/>
              </a:spcBef>
              <a:spcAft>
                <a:spcPts val="0"/>
              </a:spcAft>
              <a:buClr>
                <a:srgbClr val="000000"/>
              </a:buClr>
              <a:buSzPts val="2000"/>
              <a:buFont typeface="Arial"/>
              <a:buNone/>
            </a:pPr>
            <a:r>
              <a:rPr b="0" i="0" lang="pt-BR" sz="1400" u="none" cap="none" strike="noStrike">
                <a:solidFill>
                  <a:schemeClr val="lt1"/>
                </a:solidFill>
                <a:latin typeface="Work Sans"/>
                <a:ea typeface="Work Sans"/>
                <a:cs typeface="Work Sans"/>
                <a:sym typeface="Work Sans"/>
              </a:rPr>
              <a:t>Sólidos</a:t>
            </a:r>
            <a:endParaRPr b="0" i="0" sz="1400" u="none" cap="none" strike="noStrike">
              <a:solidFill>
                <a:schemeClr val="lt1"/>
              </a:solidFill>
              <a:latin typeface="Work Sans"/>
              <a:ea typeface="Work Sans"/>
              <a:cs typeface="Work Sans"/>
              <a:sym typeface="Work Sans"/>
            </a:endParaRPr>
          </a:p>
        </p:txBody>
      </p:sp>
      <p:sp>
        <p:nvSpPr>
          <p:cNvPr id="1071" name="Google Shape;1071;p51"/>
          <p:cNvSpPr txBox="1"/>
          <p:nvPr/>
        </p:nvSpPr>
        <p:spPr>
          <a:xfrm>
            <a:off x="5628236" y="2126790"/>
            <a:ext cx="2880000" cy="432396"/>
          </a:xfrm>
          <a:prstGeom prst="rect">
            <a:avLst/>
          </a:prstGeom>
          <a:noFill/>
          <a:ln>
            <a:noFill/>
          </a:ln>
        </p:spPr>
        <p:txBody>
          <a:bodyPr anchorCtr="0" anchor="t" bIns="91425" lIns="91425" spcFirstLastPara="1" rIns="91425" wrap="square" tIns="91425">
            <a:spAutoFit/>
          </a:bodyPr>
          <a:lstStyle/>
          <a:p>
            <a:pPr indent="0" lvl="0" marL="0" marR="0" rtl="0" algn="l">
              <a:lnSpc>
                <a:spcPct val="115000"/>
              </a:lnSpc>
              <a:spcBef>
                <a:spcPts val="0"/>
              </a:spcBef>
              <a:spcAft>
                <a:spcPts val="0"/>
              </a:spcAft>
              <a:buClr>
                <a:srgbClr val="000000"/>
              </a:buClr>
              <a:buSzPts val="2000"/>
              <a:buFont typeface="Arial"/>
              <a:buNone/>
            </a:pPr>
            <a:r>
              <a:rPr b="0" i="0" lang="pt-BR" sz="1400" u="none" cap="none" strike="noStrike">
                <a:solidFill>
                  <a:schemeClr val="lt1"/>
                </a:solidFill>
                <a:latin typeface="Work Sans"/>
                <a:ea typeface="Work Sans"/>
                <a:cs typeface="Work Sans"/>
                <a:sym typeface="Work Sans"/>
              </a:rPr>
              <a:t>Linhas</a:t>
            </a:r>
            <a:endParaRPr b="0" i="0" sz="1400" u="none" cap="none" strike="noStrike">
              <a:solidFill>
                <a:schemeClr val="lt1"/>
              </a:solidFill>
              <a:latin typeface="Work Sans"/>
              <a:ea typeface="Work Sans"/>
              <a:cs typeface="Work Sans"/>
              <a:sym typeface="Work Sans"/>
            </a:endParaRPr>
          </a:p>
        </p:txBody>
      </p:sp>
      <p:sp>
        <p:nvSpPr>
          <p:cNvPr id="1072" name="Google Shape;1072;p51"/>
          <p:cNvSpPr txBox="1"/>
          <p:nvPr/>
        </p:nvSpPr>
        <p:spPr>
          <a:xfrm>
            <a:off x="5628236" y="3117087"/>
            <a:ext cx="3476894" cy="432396"/>
          </a:xfrm>
          <a:prstGeom prst="rect">
            <a:avLst/>
          </a:prstGeom>
          <a:noFill/>
          <a:ln>
            <a:noFill/>
          </a:ln>
        </p:spPr>
        <p:txBody>
          <a:bodyPr anchorCtr="0" anchor="t" bIns="91425" lIns="91425" spcFirstLastPara="1" rIns="91425" wrap="square" tIns="91425">
            <a:spAutoFit/>
          </a:bodyPr>
          <a:lstStyle/>
          <a:p>
            <a:pPr indent="0" lvl="0" marL="0" marR="0" rtl="0" algn="l">
              <a:lnSpc>
                <a:spcPct val="115000"/>
              </a:lnSpc>
              <a:spcBef>
                <a:spcPts val="0"/>
              </a:spcBef>
              <a:spcAft>
                <a:spcPts val="0"/>
              </a:spcAft>
              <a:buClr>
                <a:srgbClr val="000000"/>
              </a:buClr>
              <a:buSzPts val="2000"/>
              <a:buFont typeface="Arial"/>
              <a:buNone/>
            </a:pPr>
            <a:r>
              <a:rPr b="0" i="0" lang="pt-BR" sz="1400" u="none" cap="none" strike="noStrike">
                <a:solidFill>
                  <a:schemeClr val="lt1"/>
                </a:solidFill>
                <a:latin typeface="Work Sans"/>
                <a:ea typeface="Work Sans"/>
                <a:cs typeface="Work Sans"/>
                <a:sym typeface="Work Sans"/>
              </a:rPr>
              <a:t>Geometria Analítica</a:t>
            </a:r>
            <a:endParaRPr b="0" i="0" sz="1400" u="none" cap="none" strike="noStrike">
              <a:solidFill>
                <a:schemeClr val="lt1"/>
              </a:solidFill>
              <a:latin typeface="Work Sans"/>
              <a:ea typeface="Work Sans"/>
              <a:cs typeface="Work Sans"/>
              <a:sym typeface="Work Sans"/>
            </a:endParaRPr>
          </a:p>
        </p:txBody>
      </p:sp>
      <p:sp>
        <p:nvSpPr>
          <p:cNvPr id="1073" name="Google Shape;1073;p51"/>
          <p:cNvSpPr txBox="1"/>
          <p:nvPr/>
        </p:nvSpPr>
        <p:spPr>
          <a:xfrm>
            <a:off x="1710004" y="3145235"/>
            <a:ext cx="2880000" cy="432396"/>
          </a:xfrm>
          <a:prstGeom prst="rect">
            <a:avLst/>
          </a:prstGeom>
          <a:noFill/>
          <a:ln>
            <a:noFill/>
          </a:ln>
        </p:spPr>
        <p:txBody>
          <a:bodyPr anchorCtr="0" anchor="t" bIns="91425" lIns="91425" spcFirstLastPara="1" rIns="91425" wrap="square" tIns="91425">
            <a:spAutoFit/>
          </a:bodyPr>
          <a:lstStyle/>
          <a:p>
            <a:pPr indent="0" lvl="0" marL="0" marR="0" rtl="0" algn="l">
              <a:lnSpc>
                <a:spcPct val="115000"/>
              </a:lnSpc>
              <a:spcBef>
                <a:spcPts val="0"/>
              </a:spcBef>
              <a:spcAft>
                <a:spcPts val="0"/>
              </a:spcAft>
              <a:buClr>
                <a:srgbClr val="000000"/>
              </a:buClr>
              <a:buSzPts val="2000"/>
              <a:buFont typeface="Arial"/>
              <a:buNone/>
            </a:pPr>
            <a:r>
              <a:rPr b="0" i="0" lang="pt-BR" sz="1400" u="none" cap="none" strike="noStrike">
                <a:solidFill>
                  <a:schemeClr val="lt1"/>
                </a:solidFill>
                <a:latin typeface="Work Sans"/>
                <a:ea typeface="Work Sans"/>
                <a:cs typeface="Work Sans"/>
                <a:sym typeface="Work Sans"/>
              </a:rPr>
              <a:t>Círculos</a:t>
            </a:r>
            <a:endParaRPr b="0" i="0" sz="1400" u="none" cap="none" strike="noStrike">
              <a:solidFill>
                <a:schemeClr val="lt1"/>
              </a:solidFill>
              <a:latin typeface="Work Sans"/>
              <a:ea typeface="Work Sans"/>
              <a:cs typeface="Work Sans"/>
              <a:sym typeface="Work Sans"/>
            </a:endParaRPr>
          </a:p>
        </p:txBody>
      </p:sp>
      <p:pic>
        <p:nvPicPr>
          <p:cNvPr descr="Golden Ratio outline" id="1074" name="Google Shape;1074;p51"/>
          <p:cNvPicPr preferRelativeResize="0"/>
          <p:nvPr/>
        </p:nvPicPr>
        <p:blipFill rotWithShape="1">
          <a:blip r:embed="rId5">
            <a:alphaModFix/>
          </a:blip>
          <a:srcRect b="0" l="0" r="0" t="0"/>
          <a:stretch/>
        </p:blipFill>
        <p:spPr>
          <a:xfrm>
            <a:off x="1009938" y="4056242"/>
            <a:ext cx="524922" cy="524922"/>
          </a:xfrm>
          <a:prstGeom prst="rect">
            <a:avLst/>
          </a:prstGeom>
          <a:noFill/>
          <a:ln>
            <a:noFill/>
          </a:ln>
        </p:spPr>
      </p:pic>
      <p:pic>
        <p:nvPicPr>
          <p:cNvPr descr="Ruler outline" id="1075" name="Google Shape;1075;p51"/>
          <p:cNvPicPr preferRelativeResize="0"/>
          <p:nvPr/>
        </p:nvPicPr>
        <p:blipFill rotWithShape="1">
          <a:blip r:embed="rId6">
            <a:alphaModFix/>
          </a:blip>
          <a:srcRect b="0" l="0" r="0" t="0"/>
          <a:stretch/>
        </p:blipFill>
        <p:spPr>
          <a:xfrm>
            <a:off x="4992339" y="2107873"/>
            <a:ext cx="490094" cy="490094"/>
          </a:xfrm>
          <a:prstGeom prst="rect">
            <a:avLst/>
          </a:prstGeom>
          <a:noFill/>
          <a:ln>
            <a:noFill/>
          </a:ln>
        </p:spPr>
      </p:pic>
      <p:sp>
        <p:nvSpPr>
          <p:cNvPr id="1076" name="Google Shape;1076;p51"/>
          <p:cNvSpPr txBox="1"/>
          <p:nvPr/>
        </p:nvSpPr>
        <p:spPr>
          <a:xfrm>
            <a:off x="996448" y="2060995"/>
            <a:ext cx="587556" cy="576001"/>
          </a:xfrm>
          <a:prstGeom prst="rect">
            <a:avLst/>
          </a:prstGeom>
          <a:solidFill>
            <a:srgbClr val="FFFFFF"/>
          </a:solidFill>
          <a:ln cap="flat" cmpd="sng" w="38100">
            <a:solidFill>
              <a:schemeClr val="dk1"/>
            </a:solidFill>
            <a:prstDash val="solid"/>
            <a:round/>
            <a:headEnd len="sm" w="sm" type="none"/>
            <a:tailEnd len="sm" w="sm" type="none"/>
          </a:ln>
        </p:spPr>
        <p:txBody>
          <a:bodyPr anchorCtr="0" anchor="ctr" bIns="91425" lIns="0" spcFirstLastPara="1" rIns="0" wrap="square" tIns="91425">
            <a:noAutofit/>
          </a:bodyPr>
          <a:lstStyle/>
          <a:p>
            <a:pPr indent="0" lvl="0" marL="0" marR="0" rtl="0" algn="ctr">
              <a:lnSpc>
                <a:spcPct val="100000"/>
              </a:lnSpc>
              <a:spcBef>
                <a:spcPts val="0"/>
              </a:spcBef>
              <a:spcAft>
                <a:spcPts val="0"/>
              </a:spcAft>
              <a:buClr>
                <a:srgbClr val="000000"/>
              </a:buClr>
              <a:buSzPts val="3000"/>
              <a:buFont typeface="Arial"/>
              <a:buNone/>
            </a:pPr>
            <a:r>
              <a:t/>
            </a:r>
            <a:endParaRPr b="0" i="0" sz="3000" u="none" cap="none" strike="noStrike">
              <a:solidFill>
                <a:srgbClr val="F3F3F3"/>
              </a:solidFill>
              <a:latin typeface="Kanit"/>
              <a:ea typeface="Kanit"/>
              <a:cs typeface="Kanit"/>
              <a:sym typeface="Kanit"/>
            </a:endParaRPr>
          </a:p>
        </p:txBody>
      </p:sp>
      <p:sp>
        <p:nvSpPr>
          <p:cNvPr id="1077" name="Google Shape;1077;p51"/>
          <p:cNvSpPr txBox="1"/>
          <p:nvPr/>
        </p:nvSpPr>
        <p:spPr>
          <a:xfrm>
            <a:off x="996448" y="3070110"/>
            <a:ext cx="587556" cy="576001"/>
          </a:xfrm>
          <a:prstGeom prst="rect">
            <a:avLst/>
          </a:prstGeom>
          <a:solidFill>
            <a:srgbClr val="FFFFFF"/>
          </a:solidFill>
          <a:ln cap="flat" cmpd="sng" w="38100">
            <a:solidFill>
              <a:schemeClr val="dk1"/>
            </a:solidFill>
            <a:prstDash val="solid"/>
            <a:round/>
            <a:headEnd len="sm" w="sm" type="none"/>
            <a:tailEnd len="sm" w="sm" type="none"/>
          </a:ln>
        </p:spPr>
        <p:txBody>
          <a:bodyPr anchorCtr="0" anchor="ctr" bIns="91425" lIns="0" spcFirstLastPara="1" rIns="0" wrap="square" tIns="91425">
            <a:noAutofit/>
          </a:bodyPr>
          <a:lstStyle/>
          <a:p>
            <a:pPr indent="0" lvl="0" marL="0" marR="0" rtl="0" algn="ctr">
              <a:lnSpc>
                <a:spcPct val="100000"/>
              </a:lnSpc>
              <a:spcBef>
                <a:spcPts val="0"/>
              </a:spcBef>
              <a:spcAft>
                <a:spcPts val="0"/>
              </a:spcAft>
              <a:buClr>
                <a:srgbClr val="000000"/>
              </a:buClr>
              <a:buSzPts val="3000"/>
              <a:buFont typeface="Arial"/>
              <a:buNone/>
            </a:pPr>
            <a:r>
              <a:t/>
            </a:r>
            <a:endParaRPr b="0" i="0" sz="3000" u="none" cap="none" strike="noStrike">
              <a:solidFill>
                <a:srgbClr val="F3F3F3"/>
              </a:solidFill>
              <a:latin typeface="Kanit"/>
              <a:ea typeface="Kanit"/>
              <a:cs typeface="Kanit"/>
              <a:sym typeface="Kanit"/>
            </a:endParaRPr>
          </a:p>
        </p:txBody>
      </p:sp>
      <p:sp>
        <p:nvSpPr>
          <p:cNvPr id="1078" name="Google Shape;1078;p51"/>
          <p:cNvSpPr txBox="1"/>
          <p:nvPr/>
        </p:nvSpPr>
        <p:spPr>
          <a:xfrm>
            <a:off x="996448" y="4079225"/>
            <a:ext cx="587556" cy="576001"/>
          </a:xfrm>
          <a:prstGeom prst="rect">
            <a:avLst/>
          </a:prstGeom>
          <a:solidFill>
            <a:srgbClr val="FFFFFF"/>
          </a:solidFill>
          <a:ln cap="flat" cmpd="sng" w="38100">
            <a:solidFill>
              <a:schemeClr val="dk1"/>
            </a:solidFill>
            <a:prstDash val="solid"/>
            <a:round/>
            <a:headEnd len="sm" w="sm" type="none"/>
            <a:tailEnd len="sm" w="sm" type="none"/>
          </a:ln>
        </p:spPr>
        <p:txBody>
          <a:bodyPr anchorCtr="0" anchor="ctr" bIns="91425" lIns="0" spcFirstLastPara="1" rIns="0" wrap="square" tIns="91425">
            <a:noAutofit/>
          </a:bodyPr>
          <a:lstStyle/>
          <a:p>
            <a:pPr indent="0" lvl="0" marL="0" marR="0" rtl="0" algn="ctr">
              <a:lnSpc>
                <a:spcPct val="100000"/>
              </a:lnSpc>
              <a:spcBef>
                <a:spcPts val="0"/>
              </a:spcBef>
              <a:spcAft>
                <a:spcPts val="0"/>
              </a:spcAft>
              <a:buClr>
                <a:srgbClr val="000000"/>
              </a:buClr>
              <a:buSzPts val="3000"/>
              <a:buFont typeface="Arial"/>
              <a:buNone/>
            </a:pPr>
            <a:r>
              <a:t/>
            </a:r>
            <a:endParaRPr b="0" i="0" sz="3000" u="none" cap="none" strike="noStrike">
              <a:solidFill>
                <a:srgbClr val="F3F3F3"/>
              </a:solidFill>
              <a:latin typeface="Kanit"/>
              <a:ea typeface="Kanit"/>
              <a:cs typeface="Kanit"/>
              <a:sym typeface="Kanit"/>
            </a:endParaRPr>
          </a:p>
        </p:txBody>
      </p:sp>
      <p:sp>
        <p:nvSpPr>
          <p:cNvPr id="1079" name="Google Shape;1079;p51"/>
          <p:cNvSpPr txBox="1"/>
          <p:nvPr/>
        </p:nvSpPr>
        <p:spPr>
          <a:xfrm>
            <a:off x="4894877" y="2060995"/>
            <a:ext cx="587556" cy="576001"/>
          </a:xfrm>
          <a:prstGeom prst="rect">
            <a:avLst/>
          </a:prstGeom>
          <a:solidFill>
            <a:srgbClr val="FFFFFF"/>
          </a:solidFill>
          <a:ln cap="flat" cmpd="sng" w="38100">
            <a:solidFill>
              <a:schemeClr val="dk1"/>
            </a:solidFill>
            <a:prstDash val="solid"/>
            <a:round/>
            <a:headEnd len="sm" w="sm" type="none"/>
            <a:tailEnd len="sm" w="sm" type="none"/>
          </a:ln>
        </p:spPr>
        <p:txBody>
          <a:bodyPr anchorCtr="0" anchor="ctr" bIns="91425" lIns="0" spcFirstLastPara="1" rIns="0" wrap="square" tIns="91425">
            <a:noAutofit/>
          </a:bodyPr>
          <a:lstStyle/>
          <a:p>
            <a:pPr indent="0" lvl="0" marL="0" marR="0" rtl="0" algn="ctr">
              <a:lnSpc>
                <a:spcPct val="100000"/>
              </a:lnSpc>
              <a:spcBef>
                <a:spcPts val="0"/>
              </a:spcBef>
              <a:spcAft>
                <a:spcPts val="0"/>
              </a:spcAft>
              <a:buClr>
                <a:srgbClr val="000000"/>
              </a:buClr>
              <a:buSzPts val="3000"/>
              <a:buFont typeface="Arial"/>
              <a:buNone/>
            </a:pPr>
            <a:r>
              <a:t/>
            </a:r>
            <a:endParaRPr b="0" i="0" sz="3000" u="none" cap="none" strike="noStrike">
              <a:solidFill>
                <a:srgbClr val="F3F3F3"/>
              </a:solidFill>
              <a:latin typeface="Kanit"/>
              <a:ea typeface="Kanit"/>
              <a:cs typeface="Kanit"/>
              <a:sym typeface="Kanit"/>
            </a:endParaRPr>
          </a:p>
        </p:txBody>
      </p:sp>
      <p:sp>
        <p:nvSpPr>
          <p:cNvPr id="1080" name="Google Shape;1080;p51"/>
          <p:cNvSpPr txBox="1"/>
          <p:nvPr/>
        </p:nvSpPr>
        <p:spPr>
          <a:xfrm>
            <a:off x="4894877" y="3070109"/>
            <a:ext cx="587556" cy="576001"/>
          </a:xfrm>
          <a:prstGeom prst="rect">
            <a:avLst/>
          </a:prstGeom>
          <a:solidFill>
            <a:srgbClr val="FFFFFF"/>
          </a:solidFill>
          <a:ln cap="flat" cmpd="sng" w="38100">
            <a:solidFill>
              <a:schemeClr val="dk1"/>
            </a:solidFill>
            <a:prstDash val="solid"/>
            <a:round/>
            <a:headEnd len="sm" w="sm" type="none"/>
            <a:tailEnd len="sm" w="sm" type="none"/>
          </a:ln>
        </p:spPr>
        <p:txBody>
          <a:bodyPr anchorCtr="0" anchor="ctr" bIns="91425" lIns="0" spcFirstLastPara="1" rIns="0" wrap="square" tIns="91425">
            <a:noAutofit/>
          </a:bodyPr>
          <a:lstStyle/>
          <a:p>
            <a:pPr indent="0" lvl="0" marL="0" marR="0" rtl="0" algn="ctr">
              <a:lnSpc>
                <a:spcPct val="100000"/>
              </a:lnSpc>
              <a:spcBef>
                <a:spcPts val="0"/>
              </a:spcBef>
              <a:spcAft>
                <a:spcPts val="0"/>
              </a:spcAft>
              <a:buClr>
                <a:srgbClr val="000000"/>
              </a:buClr>
              <a:buSzPts val="3000"/>
              <a:buFont typeface="Arial"/>
              <a:buNone/>
            </a:pPr>
            <a:r>
              <a:t/>
            </a:r>
            <a:endParaRPr b="0" i="0" sz="3000" u="none" cap="none" strike="noStrike">
              <a:solidFill>
                <a:srgbClr val="F3F3F3"/>
              </a:solidFill>
              <a:latin typeface="Kanit"/>
              <a:ea typeface="Kanit"/>
              <a:cs typeface="Kanit"/>
              <a:sym typeface="Kanit"/>
            </a:endParaRPr>
          </a:p>
        </p:txBody>
      </p:sp>
      <p:grpSp>
        <p:nvGrpSpPr>
          <p:cNvPr id="1081" name="Google Shape;1081;p51"/>
          <p:cNvGrpSpPr/>
          <p:nvPr/>
        </p:nvGrpSpPr>
        <p:grpSpPr>
          <a:xfrm>
            <a:off x="4182339" y="1052209"/>
            <a:ext cx="1620000" cy="720000"/>
            <a:chOff x="5220000" y="5040000"/>
            <a:chExt cx="1620000" cy="720000"/>
          </a:xfrm>
        </p:grpSpPr>
        <p:sp>
          <p:nvSpPr>
            <p:cNvPr id="1082" name="Google Shape;1082;p51"/>
            <p:cNvSpPr txBox="1"/>
            <p:nvPr/>
          </p:nvSpPr>
          <p:spPr>
            <a:xfrm>
              <a:off x="5220000" y="5040000"/>
              <a:ext cx="1620000" cy="467790"/>
            </a:xfrm>
            <a:prstGeom prst="rect">
              <a:avLst/>
            </a:prstGeom>
            <a:noFill/>
            <a:ln>
              <a:noFill/>
            </a:ln>
          </p:spPr>
          <p:txBody>
            <a:bodyPr anchorCtr="0" anchor="t" bIns="91425" lIns="91425" spcFirstLastPara="1" rIns="91425" wrap="square" tIns="91425">
              <a:spAutoFit/>
            </a:bodyPr>
            <a:lstStyle/>
            <a:p>
              <a:pPr indent="0" lvl="0" marL="0" marR="0" rtl="0" algn="l">
                <a:lnSpc>
                  <a:spcPct val="115000"/>
                </a:lnSpc>
                <a:spcBef>
                  <a:spcPts val="0"/>
                </a:spcBef>
                <a:spcAft>
                  <a:spcPts val="0"/>
                </a:spcAft>
                <a:buClr>
                  <a:srgbClr val="000000"/>
                </a:buClr>
                <a:buSzPts val="2000"/>
                <a:buFont typeface="Arial"/>
                <a:buNone/>
              </a:pPr>
              <a:r>
                <a:rPr b="1" i="0" lang="pt-BR" sz="1600" u="none" cap="none" strike="noStrike">
                  <a:solidFill>
                    <a:schemeClr val="lt1"/>
                  </a:solidFill>
                  <a:latin typeface="Arial"/>
                  <a:ea typeface="Arial"/>
                  <a:cs typeface="Arial"/>
                  <a:sym typeface="Arial"/>
                </a:rPr>
                <a:t>GEOMETRIA</a:t>
              </a:r>
              <a:endParaRPr b="0" i="0" sz="1600" u="none" cap="none" strike="noStrike">
                <a:solidFill>
                  <a:schemeClr val="lt1"/>
                </a:solidFill>
                <a:latin typeface="Arial"/>
                <a:ea typeface="Arial"/>
                <a:cs typeface="Arial"/>
                <a:sym typeface="Arial"/>
              </a:endParaRPr>
            </a:p>
          </p:txBody>
        </p:sp>
        <p:sp>
          <p:nvSpPr>
            <p:cNvPr id="1083" name="Google Shape;1083;p51"/>
            <p:cNvSpPr txBox="1"/>
            <p:nvPr/>
          </p:nvSpPr>
          <p:spPr>
            <a:xfrm>
              <a:off x="5220000" y="5400000"/>
              <a:ext cx="1620000" cy="360000"/>
            </a:xfrm>
            <a:prstGeom prst="rect">
              <a:avLst/>
            </a:prstGeom>
            <a:noFill/>
            <a:ln>
              <a:noFill/>
            </a:ln>
          </p:spPr>
          <p:txBody>
            <a:bodyPr anchorCtr="0" anchor="ctr" bIns="91425" lIns="91425" spcFirstLastPara="1" rIns="91425" wrap="square" tIns="91425">
              <a:noAutofit/>
            </a:bodyPr>
            <a:lstStyle/>
            <a:p>
              <a:pPr indent="0" lvl="0" marL="0" marR="0" rtl="0" algn="l">
                <a:lnSpc>
                  <a:spcPct val="115000"/>
                </a:lnSpc>
                <a:spcBef>
                  <a:spcPts val="0"/>
                </a:spcBef>
                <a:spcAft>
                  <a:spcPts val="0"/>
                </a:spcAft>
                <a:buClr>
                  <a:srgbClr val="000000"/>
                </a:buClr>
                <a:buSzPts val="2000"/>
                <a:buFont typeface="Arial"/>
                <a:buNone/>
              </a:pPr>
              <a:r>
                <a:rPr b="1" i="1" lang="pt-BR" sz="1800" u="none" cap="none" strike="noStrike">
                  <a:solidFill>
                    <a:schemeClr val="dk1"/>
                  </a:solidFill>
                  <a:latin typeface="Arial"/>
                  <a:ea typeface="Arial"/>
                  <a:cs typeface="Arial"/>
                  <a:sym typeface="Arial"/>
                </a:rPr>
                <a:t>geometry</a:t>
              </a:r>
              <a:endParaRPr b="0" i="1" sz="1800" u="none" cap="none" strike="noStrike">
                <a:solidFill>
                  <a:srgbClr val="000000"/>
                </a:solidFill>
                <a:latin typeface="Arial"/>
                <a:ea typeface="Arial"/>
                <a:cs typeface="Arial"/>
                <a:sym typeface="Arial"/>
              </a:endParaRPr>
            </a:p>
          </p:txBody>
        </p:sp>
      </p:grpSp>
      <p:sp>
        <p:nvSpPr>
          <p:cNvPr id="1084" name="Google Shape;1084;p51"/>
          <p:cNvSpPr txBox="1"/>
          <p:nvPr/>
        </p:nvSpPr>
        <p:spPr>
          <a:xfrm>
            <a:off x="3553587" y="1136923"/>
            <a:ext cx="587556" cy="576001"/>
          </a:xfrm>
          <a:prstGeom prst="rect">
            <a:avLst/>
          </a:prstGeom>
          <a:solidFill>
            <a:schemeClr val="dk1"/>
          </a:solidFill>
          <a:ln>
            <a:noFill/>
          </a:ln>
        </p:spPr>
        <p:txBody>
          <a:bodyPr anchorCtr="0" anchor="ctr" bIns="91425" lIns="0" spcFirstLastPara="1" rIns="0" wrap="square" tIns="91425">
            <a:noAutofit/>
          </a:bodyPr>
          <a:lstStyle/>
          <a:p>
            <a:pPr indent="0" lvl="0" marL="0" marR="0" rtl="0" algn="ctr">
              <a:lnSpc>
                <a:spcPct val="100000"/>
              </a:lnSpc>
              <a:spcBef>
                <a:spcPts val="0"/>
              </a:spcBef>
              <a:spcAft>
                <a:spcPts val="0"/>
              </a:spcAft>
              <a:buClr>
                <a:srgbClr val="000000"/>
              </a:buClr>
              <a:buSzPts val="3000"/>
              <a:buFont typeface="Arial"/>
              <a:buNone/>
            </a:pPr>
            <a:r>
              <a:t/>
            </a:r>
            <a:endParaRPr b="0" i="0" sz="3000" u="none" cap="none" strike="noStrike">
              <a:solidFill>
                <a:srgbClr val="F3F3F3"/>
              </a:solidFill>
              <a:latin typeface="Kanit"/>
              <a:ea typeface="Kanit"/>
              <a:cs typeface="Kanit"/>
              <a:sym typeface="Kanit"/>
            </a:endParaRPr>
          </a:p>
        </p:txBody>
      </p:sp>
      <p:pic>
        <p:nvPicPr>
          <p:cNvPr descr="Cube outline" id="1085" name="Google Shape;1085;p51"/>
          <p:cNvPicPr preferRelativeResize="0"/>
          <p:nvPr/>
        </p:nvPicPr>
        <p:blipFill rotWithShape="1">
          <a:blip r:embed="rId7">
            <a:alphaModFix/>
          </a:blip>
          <a:srcRect b="0" l="0" r="0" t="0"/>
          <a:stretch/>
        </p:blipFill>
        <p:spPr>
          <a:xfrm>
            <a:off x="3553587" y="1135053"/>
            <a:ext cx="609517" cy="609517"/>
          </a:xfrm>
          <a:prstGeom prst="rect">
            <a:avLst/>
          </a:prstGeom>
          <a:noFill/>
          <a:ln>
            <a:noFill/>
          </a:ln>
        </p:spPr>
      </p:pic>
      <p:pic>
        <p:nvPicPr>
          <p:cNvPr id="1086" name="Google Shape;1086;p51"/>
          <p:cNvPicPr preferRelativeResize="0"/>
          <p:nvPr/>
        </p:nvPicPr>
        <p:blipFill rotWithShape="1">
          <a:blip r:embed="rId8">
            <a:alphaModFix/>
          </a:blip>
          <a:srcRect b="0" l="0" r="0" t="0"/>
          <a:stretch/>
        </p:blipFill>
        <p:spPr>
          <a:xfrm>
            <a:off x="1125791" y="3155569"/>
            <a:ext cx="407100" cy="405080"/>
          </a:xfrm>
          <a:prstGeom prst="rect">
            <a:avLst/>
          </a:prstGeom>
          <a:noFill/>
          <a:ln>
            <a:noFill/>
          </a:ln>
        </p:spPr>
      </p:pic>
      <p:pic>
        <p:nvPicPr>
          <p:cNvPr id="1087" name="Google Shape;1087;p51"/>
          <p:cNvPicPr preferRelativeResize="0"/>
          <p:nvPr/>
        </p:nvPicPr>
        <p:blipFill rotWithShape="1">
          <a:blip r:embed="rId9">
            <a:alphaModFix/>
          </a:blip>
          <a:srcRect b="0" l="0" r="0" t="0"/>
          <a:stretch/>
        </p:blipFill>
        <p:spPr>
          <a:xfrm>
            <a:off x="1101916" y="2161500"/>
            <a:ext cx="394844" cy="405080"/>
          </a:xfrm>
          <a:prstGeom prst="rect">
            <a:avLst/>
          </a:prstGeom>
          <a:noFill/>
          <a:ln>
            <a:noFill/>
          </a:ln>
        </p:spPr>
      </p:pic>
      <p:pic>
        <p:nvPicPr>
          <p:cNvPr id="1088" name="Google Shape;1088;p51"/>
          <p:cNvPicPr preferRelativeResize="0"/>
          <p:nvPr/>
        </p:nvPicPr>
        <p:blipFill rotWithShape="1">
          <a:blip r:embed="rId10">
            <a:alphaModFix/>
          </a:blip>
          <a:srcRect b="0" l="0" r="0" t="0"/>
          <a:stretch/>
        </p:blipFill>
        <p:spPr>
          <a:xfrm>
            <a:off x="1086676" y="4176084"/>
            <a:ext cx="407100" cy="405080"/>
          </a:xfrm>
          <a:prstGeom prst="rect">
            <a:avLst/>
          </a:prstGeom>
          <a:noFill/>
          <a:ln>
            <a:noFill/>
          </a:ln>
        </p:spPr>
      </p:pic>
      <p:pic>
        <p:nvPicPr>
          <p:cNvPr id="1089" name="Google Shape;1089;p51"/>
          <p:cNvPicPr preferRelativeResize="0"/>
          <p:nvPr/>
        </p:nvPicPr>
        <p:blipFill rotWithShape="1">
          <a:blip r:embed="rId11">
            <a:alphaModFix/>
          </a:blip>
          <a:srcRect b="0" l="0" r="0" t="0"/>
          <a:stretch/>
        </p:blipFill>
        <p:spPr>
          <a:xfrm>
            <a:off x="4985105" y="3172551"/>
            <a:ext cx="407100" cy="405080"/>
          </a:xfrm>
          <a:prstGeom prst="rect">
            <a:avLst/>
          </a:prstGeom>
          <a:noFill/>
          <a:ln>
            <a:noFill/>
          </a:ln>
        </p:spPr>
      </p:pic>
      <p:pic>
        <p:nvPicPr>
          <p:cNvPr id="1090" name="Google Shape;1090;p51"/>
          <p:cNvPicPr preferRelativeResize="0"/>
          <p:nvPr/>
        </p:nvPicPr>
        <p:blipFill rotWithShape="1">
          <a:blip r:embed="rId12">
            <a:alphaModFix/>
          </a:blip>
          <a:srcRect b="0" l="0" r="0" t="0"/>
          <a:stretch/>
        </p:blipFill>
        <p:spPr>
          <a:xfrm>
            <a:off x="4992339" y="2147842"/>
            <a:ext cx="407100" cy="405080"/>
          </a:xfrm>
          <a:prstGeom prst="rect">
            <a:avLst/>
          </a:prstGeom>
          <a:noFill/>
          <a:ln>
            <a:noFill/>
          </a:ln>
        </p:spPr>
      </p:pic>
      <p:sp>
        <p:nvSpPr>
          <p:cNvPr id="1091" name="Google Shape;1091;p51"/>
          <p:cNvSpPr txBox="1"/>
          <p:nvPr/>
        </p:nvSpPr>
        <p:spPr>
          <a:xfrm>
            <a:off x="0" y="4825425"/>
            <a:ext cx="4862100" cy="276900"/>
          </a:xfrm>
          <a:prstGeom prst="rect">
            <a:avLst/>
          </a:prstGeom>
          <a:noFill/>
          <a:ln>
            <a:noFill/>
          </a:ln>
        </p:spPr>
        <p:txBody>
          <a:bodyPr anchorCtr="0" anchor="t" bIns="68550" lIns="137125" spcFirstLastPara="1" rIns="137125" wrap="square" tIns="68550">
            <a:spAutoFit/>
          </a:bodyPr>
          <a:lstStyle/>
          <a:p>
            <a:pPr indent="0" lvl="0" marL="0" marR="0" rtl="0" algn="l">
              <a:lnSpc>
                <a:spcPct val="100000"/>
              </a:lnSpc>
              <a:spcBef>
                <a:spcPts val="0"/>
              </a:spcBef>
              <a:spcAft>
                <a:spcPts val="0"/>
              </a:spcAft>
              <a:buClr>
                <a:srgbClr val="000000"/>
              </a:buClr>
              <a:buSzPts val="900"/>
              <a:buFont typeface="Arial"/>
              <a:buNone/>
            </a:pPr>
            <a:r>
              <a:rPr b="1" i="0" lang="pt-BR" sz="900" u="none" cap="none" strike="noStrike">
                <a:solidFill>
                  <a:srgbClr val="000000"/>
                </a:solidFill>
                <a:latin typeface="Arial"/>
                <a:ea typeface="Arial"/>
                <a:cs typeface="Arial"/>
                <a:sym typeface="Arial"/>
              </a:rPr>
              <a:t>Prep4Consulting 2026.2 </a:t>
            </a:r>
            <a:r>
              <a:rPr b="0" i="0" lang="pt-BR" sz="900" u="none" cap="none" strike="noStrike">
                <a:solidFill>
                  <a:srgbClr val="000000"/>
                </a:solidFill>
                <a:latin typeface="Arial"/>
                <a:ea typeface="Arial"/>
                <a:cs typeface="Arial"/>
                <a:sym typeface="Arial"/>
              </a:rPr>
              <a:t>| GMAT: Estrutura da Prova</a:t>
            </a:r>
            <a:endParaRPr b="0" i="0" sz="900" u="none" cap="none" strike="noStrike">
              <a:solidFill>
                <a:srgbClr val="000000"/>
              </a:solidFill>
              <a:latin typeface="Arial"/>
              <a:ea typeface="Arial"/>
              <a:cs typeface="Arial"/>
              <a:sym typeface="Arial"/>
            </a:endParaRPr>
          </a:p>
        </p:txBody>
      </p:sp>
    </p:spTree>
  </p:cSld>
  <p:clrMapOvr>
    <a:masterClrMapping/>
  </p:clrMapOvr>
</p:sld>
</file>

<file path=ppt/slides/slide5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95" name="Shape 1095"/>
        <p:cNvGrpSpPr/>
        <p:nvPr/>
      </p:nvGrpSpPr>
      <p:grpSpPr>
        <a:xfrm>
          <a:off x="0" y="0"/>
          <a:ext cx="0" cy="0"/>
          <a:chOff x="0" y="0"/>
          <a:chExt cx="0" cy="0"/>
        </a:xfrm>
      </p:grpSpPr>
      <p:sp>
        <p:nvSpPr>
          <p:cNvPr id="1096" name="Google Shape;1096;p52"/>
          <p:cNvSpPr txBox="1"/>
          <p:nvPr>
            <p:ph idx="4294967295" type="title"/>
          </p:nvPr>
        </p:nvSpPr>
        <p:spPr>
          <a:xfrm>
            <a:off x="722375" y="384050"/>
            <a:ext cx="5052900" cy="5760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3000"/>
              <a:buNone/>
            </a:pPr>
            <a:r>
              <a:rPr lang="pt-BR"/>
              <a:t>REVISÃO DE MATEMÁTICA</a:t>
            </a:r>
            <a:endParaRPr/>
          </a:p>
        </p:txBody>
      </p:sp>
      <p:sp>
        <p:nvSpPr>
          <p:cNvPr id="1097" name="Google Shape;1097;p52"/>
          <p:cNvSpPr txBox="1"/>
          <p:nvPr/>
        </p:nvSpPr>
        <p:spPr>
          <a:xfrm>
            <a:off x="4281900" y="4825425"/>
            <a:ext cx="4862100" cy="276900"/>
          </a:xfrm>
          <a:prstGeom prst="rect">
            <a:avLst/>
          </a:prstGeom>
          <a:noFill/>
          <a:ln>
            <a:noFill/>
          </a:ln>
        </p:spPr>
        <p:txBody>
          <a:bodyPr anchorCtr="0" anchor="t" bIns="68550" lIns="137125" spcFirstLastPara="1" rIns="137125" wrap="square" tIns="68550">
            <a:spAutoFit/>
          </a:bodyPr>
          <a:lstStyle/>
          <a:p>
            <a:pPr indent="0" lvl="0" marL="0" marR="0" rtl="0" algn="r">
              <a:lnSpc>
                <a:spcPct val="100000"/>
              </a:lnSpc>
              <a:spcBef>
                <a:spcPts val="0"/>
              </a:spcBef>
              <a:spcAft>
                <a:spcPts val="0"/>
              </a:spcAft>
              <a:buClr>
                <a:srgbClr val="000000"/>
              </a:buClr>
              <a:buSzPts val="900"/>
              <a:buFont typeface="Arial"/>
              <a:buNone/>
            </a:pPr>
            <a:r>
              <a:rPr b="0" i="0" lang="pt-BR" sz="900" u="none" cap="none" strike="noStrike">
                <a:solidFill>
                  <a:srgbClr val="000000"/>
                </a:solidFill>
                <a:latin typeface="Arial"/>
                <a:ea typeface="Arial"/>
                <a:cs typeface="Arial"/>
                <a:sym typeface="Arial"/>
              </a:rPr>
              <a:t>Copyright © 2026 Clube de Consultoria Universitário. All rights reserved.</a:t>
            </a:r>
            <a:endParaRPr b="0" i="0" sz="900" u="none" cap="none" strike="noStrike">
              <a:solidFill>
                <a:srgbClr val="000000"/>
              </a:solidFill>
              <a:latin typeface="Arial"/>
              <a:ea typeface="Arial"/>
              <a:cs typeface="Arial"/>
              <a:sym typeface="Arial"/>
            </a:endParaRPr>
          </a:p>
        </p:txBody>
      </p:sp>
      <p:grpSp>
        <p:nvGrpSpPr>
          <p:cNvPr id="1098" name="Google Shape;1098;p52"/>
          <p:cNvGrpSpPr/>
          <p:nvPr/>
        </p:nvGrpSpPr>
        <p:grpSpPr>
          <a:xfrm>
            <a:off x="339712" y="888243"/>
            <a:ext cx="3874148" cy="397001"/>
            <a:chOff x="938974" y="1053283"/>
            <a:chExt cx="5761641" cy="575247"/>
          </a:xfrm>
        </p:grpSpPr>
        <p:sp>
          <p:nvSpPr>
            <p:cNvPr id="1099" name="Google Shape;1099;p52"/>
            <p:cNvSpPr txBox="1"/>
            <p:nvPr/>
          </p:nvSpPr>
          <p:spPr>
            <a:xfrm>
              <a:off x="1526530" y="1053283"/>
              <a:ext cx="5174085" cy="575247"/>
            </a:xfrm>
            <a:prstGeom prst="rect">
              <a:avLst/>
            </a:prstGeom>
            <a:noFill/>
            <a:ln>
              <a:noFill/>
            </a:ln>
          </p:spPr>
          <p:txBody>
            <a:bodyPr anchorCtr="0" anchor="t" bIns="91425" lIns="91425" spcFirstLastPara="1" rIns="91425" wrap="square" tIns="91425">
              <a:spAutoFit/>
            </a:bodyPr>
            <a:lstStyle/>
            <a:p>
              <a:pPr indent="0" lvl="0" marL="0" marR="0" rtl="0" algn="l">
                <a:lnSpc>
                  <a:spcPct val="115000"/>
                </a:lnSpc>
                <a:spcBef>
                  <a:spcPts val="0"/>
                </a:spcBef>
                <a:spcAft>
                  <a:spcPts val="0"/>
                </a:spcAft>
                <a:buClr>
                  <a:srgbClr val="000000"/>
                </a:buClr>
                <a:buSzPts val="2000"/>
                <a:buFont typeface="Arial"/>
                <a:buNone/>
              </a:pPr>
              <a:r>
                <a:rPr b="1" i="0" lang="pt-BR" sz="1200" u="none" cap="none" strike="noStrike">
                  <a:solidFill>
                    <a:schemeClr val="lt1"/>
                  </a:solidFill>
                  <a:latin typeface="Work Sans"/>
                  <a:ea typeface="Work Sans"/>
                  <a:cs typeface="Work Sans"/>
                  <a:sym typeface="Work Sans"/>
                </a:rPr>
                <a:t>Polígonos Convexos</a:t>
              </a:r>
              <a:endParaRPr b="1" i="0" sz="1200" u="none" cap="none" strike="noStrike">
                <a:solidFill>
                  <a:schemeClr val="lt1"/>
                </a:solidFill>
                <a:latin typeface="Work Sans"/>
                <a:ea typeface="Work Sans"/>
                <a:cs typeface="Work Sans"/>
                <a:sym typeface="Work Sans"/>
              </a:endParaRPr>
            </a:p>
          </p:txBody>
        </p:sp>
        <p:pic>
          <p:nvPicPr>
            <p:cNvPr descr="Tally outline" id="1100" name="Google Shape;1100;p52"/>
            <p:cNvPicPr preferRelativeResize="0"/>
            <p:nvPr/>
          </p:nvPicPr>
          <p:blipFill rotWithShape="1">
            <a:blip r:embed="rId3">
              <a:alphaModFix/>
            </a:blip>
            <a:srcRect b="0" l="0" r="0" t="0"/>
            <a:stretch/>
          </p:blipFill>
          <p:spPr>
            <a:xfrm>
              <a:off x="938974" y="1126471"/>
              <a:ext cx="432397" cy="432397"/>
            </a:xfrm>
            <a:prstGeom prst="rect">
              <a:avLst/>
            </a:prstGeom>
            <a:noFill/>
            <a:ln>
              <a:noFill/>
            </a:ln>
          </p:spPr>
        </p:pic>
      </p:grpSp>
      <p:sp>
        <p:nvSpPr>
          <p:cNvPr id="1101" name="Google Shape;1101;p52"/>
          <p:cNvSpPr txBox="1"/>
          <p:nvPr/>
        </p:nvSpPr>
        <p:spPr>
          <a:xfrm>
            <a:off x="714633" y="1166595"/>
            <a:ext cx="1307912" cy="595004"/>
          </a:xfrm>
          <a:prstGeom prst="rect">
            <a:avLst/>
          </a:prstGeom>
          <a:noFill/>
          <a:ln>
            <a:noFill/>
          </a:ln>
        </p:spPr>
        <p:txBody>
          <a:bodyPr anchorCtr="0" anchor="t" bIns="91425" lIns="91425" spcFirstLastPara="1" rIns="91425" wrap="square" tIns="91425">
            <a:spAutoFit/>
          </a:bodyPr>
          <a:lstStyle/>
          <a:p>
            <a:pPr indent="0" lvl="0" marL="0" marR="0" rtl="0" algn="just">
              <a:lnSpc>
                <a:spcPct val="100000"/>
              </a:lnSpc>
              <a:spcBef>
                <a:spcPts val="1000"/>
              </a:spcBef>
              <a:spcAft>
                <a:spcPts val="1000"/>
              </a:spcAft>
              <a:buClr>
                <a:srgbClr val="000000"/>
              </a:buClr>
              <a:buSzPts val="1300"/>
              <a:buFont typeface="Arial"/>
              <a:buNone/>
            </a:pPr>
            <a:r>
              <a:rPr b="1" i="0" lang="pt-BR" sz="1000" u="none" cap="none" strike="noStrike">
                <a:solidFill>
                  <a:schemeClr val="lt1"/>
                </a:solidFill>
                <a:latin typeface="Work Sans"/>
                <a:ea typeface="Work Sans"/>
                <a:cs typeface="Work Sans"/>
                <a:sym typeface="Work Sans"/>
              </a:rPr>
              <a:t>Definição:</a:t>
            </a:r>
            <a:endParaRPr b="0" i="0" sz="1000" u="none" cap="none" strike="noStrike">
              <a:solidFill>
                <a:schemeClr val="lt1"/>
              </a:solidFill>
              <a:latin typeface="Work Sans"/>
              <a:ea typeface="Work Sans"/>
              <a:cs typeface="Work Sans"/>
              <a:sym typeface="Work Sans"/>
            </a:endParaRPr>
          </a:p>
        </p:txBody>
      </p:sp>
      <p:sp>
        <p:nvSpPr>
          <p:cNvPr id="1102" name="Google Shape;1102;p52"/>
          <p:cNvSpPr txBox="1"/>
          <p:nvPr/>
        </p:nvSpPr>
        <p:spPr>
          <a:xfrm>
            <a:off x="712914" y="1650490"/>
            <a:ext cx="2160000" cy="595004"/>
          </a:xfrm>
          <a:prstGeom prst="rect">
            <a:avLst/>
          </a:prstGeom>
          <a:noFill/>
          <a:ln>
            <a:noFill/>
          </a:ln>
        </p:spPr>
        <p:txBody>
          <a:bodyPr anchorCtr="0" anchor="t" bIns="91425" lIns="91425" spcFirstLastPara="1" rIns="91425" wrap="square" tIns="91425">
            <a:spAutoFit/>
          </a:bodyPr>
          <a:lstStyle/>
          <a:p>
            <a:pPr indent="0" lvl="0" marL="0" marR="0" rtl="0" algn="just">
              <a:lnSpc>
                <a:spcPct val="100000"/>
              </a:lnSpc>
              <a:spcBef>
                <a:spcPts val="1000"/>
              </a:spcBef>
              <a:spcAft>
                <a:spcPts val="1000"/>
              </a:spcAft>
              <a:buClr>
                <a:srgbClr val="000000"/>
              </a:buClr>
              <a:buSzPts val="1300"/>
              <a:buFont typeface="Arial"/>
              <a:buNone/>
            </a:pPr>
            <a:r>
              <a:rPr b="1" i="0" lang="pt-BR" sz="1000" u="none" cap="none" strike="noStrike">
                <a:solidFill>
                  <a:schemeClr val="lt1"/>
                </a:solidFill>
                <a:latin typeface="Work Sans"/>
                <a:ea typeface="Work Sans"/>
                <a:cs typeface="Work Sans"/>
                <a:sym typeface="Work Sans"/>
              </a:rPr>
              <a:t>Principais Equações:</a:t>
            </a:r>
            <a:endParaRPr b="0" i="0" sz="1000" u="none" cap="none" strike="noStrike">
              <a:solidFill>
                <a:schemeClr val="lt1"/>
              </a:solidFill>
              <a:latin typeface="Work Sans"/>
              <a:ea typeface="Work Sans"/>
              <a:cs typeface="Work Sans"/>
              <a:sym typeface="Work Sans"/>
            </a:endParaRPr>
          </a:p>
        </p:txBody>
      </p:sp>
      <p:pic>
        <p:nvPicPr>
          <p:cNvPr id="1103" name="Google Shape;1103;p52"/>
          <p:cNvPicPr preferRelativeResize="0"/>
          <p:nvPr/>
        </p:nvPicPr>
        <p:blipFill rotWithShape="1">
          <a:blip r:embed="rId4">
            <a:alphaModFix/>
          </a:blip>
          <a:srcRect b="0" l="0" r="0" t="0"/>
          <a:stretch/>
        </p:blipFill>
        <p:spPr>
          <a:xfrm>
            <a:off x="2119892" y="3669768"/>
            <a:ext cx="2342542" cy="882022"/>
          </a:xfrm>
          <a:prstGeom prst="rect">
            <a:avLst/>
          </a:prstGeom>
          <a:noFill/>
          <a:ln>
            <a:noFill/>
          </a:ln>
        </p:spPr>
      </p:pic>
      <p:pic>
        <p:nvPicPr>
          <p:cNvPr descr="Resultado de imagem para triangulo retangulo" id="1104" name="Google Shape;1104;p52"/>
          <p:cNvPicPr preferRelativeResize="0"/>
          <p:nvPr/>
        </p:nvPicPr>
        <p:blipFill rotWithShape="1">
          <a:blip r:embed="rId5">
            <a:alphaModFix/>
          </a:blip>
          <a:srcRect b="0" l="0" r="0" t="0"/>
          <a:stretch/>
        </p:blipFill>
        <p:spPr>
          <a:xfrm>
            <a:off x="4819105" y="3689807"/>
            <a:ext cx="1407704" cy="735681"/>
          </a:xfrm>
          <a:prstGeom prst="rect">
            <a:avLst/>
          </a:prstGeom>
          <a:noFill/>
          <a:ln>
            <a:noFill/>
          </a:ln>
        </p:spPr>
      </p:pic>
      <p:sp>
        <p:nvSpPr>
          <p:cNvPr id="1105" name="Google Shape;1105;p52"/>
          <p:cNvSpPr txBox="1"/>
          <p:nvPr/>
        </p:nvSpPr>
        <p:spPr>
          <a:xfrm>
            <a:off x="2119892" y="1500050"/>
            <a:ext cx="3600000" cy="877133"/>
          </a:xfrm>
          <a:prstGeom prst="rect">
            <a:avLst/>
          </a:prstGeom>
          <a:noFill/>
          <a:ln>
            <a:noFill/>
          </a:ln>
        </p:spPr>
        <p:txBody>
          <a:bodyPr anchorCtr="0" anchor="t" bIns="91425" lIns="91425" spcFirstLastPara="1" rIns="91425" wrap="square" tIns="91425">
            <a:spAutoFit/>
          </a:bodyPr>
          <a:lstStyle/>
          <a:p>
            <a:pPr indent="0" lvl="0" marL="0" marR="0" rtl="0" algn="just">
              <a:lnSpc>
                <a:spcPct val="100000"/>
              </a:lnSpc>
              <a:spcBef>
                <a:spcPts val="1000"/>
              </a:spcBef>
              <a:spcAft>
                <a:spcPts val="0"/>
              </a:spcAft>
              <a:buClr>
                <a:schemeClr val="dk1"/>
              </a:buClr>
              <a:buSzPts val="1300"/>
              <a:buFont typeface="Arial"/>
              <a:buNone/>
            </a:pPr>
            <a:r>
              <a:rPr b="0" i="0" lang="pt-BR" sz="1000" u="none" cap="none" strike="noStrike">
                <a:solidFill>
                  <a:schemeClr val="lt1"/>
                </a:solidFill>
                <a:latin typeface="Work Sans"/>
                <a:ea typeface="Work Sans"/>
                <a:cs typeface="Work Sans"/>
                <a:sym typeface="Work Sans"/>
              </a:rPr>
              <a:t>Soma dos ângulos externos = 360</a:t>
            </a:r>
            <a:endParaRPr b="0" i="0" sz="1000" u="none" cap="none" strike="noStrike">
              <a:solidFill>
                <a:schemeClr val="lt1"/>
              </a:solidFill>
              <a:latin typeface="Work Sans"/>
              <a:ea typeface="Work Sans"/>
              <a:cs typeface="Work Sans"/>
              <a:sym typeface="Work Sans"/>
            </a:endParaRPr>
          </a:p>
          <a:p>
            <a:pPr indent="0" lvl="0" marL="0" marR="0" rtl="0" algn="just">
              <a:lnSpc>
                <a:spcPct val="100000"/>
              </a:lnSpc>
              <a:spcBef>
                <a:spcPts val="1000"/>
              </a:spcBef>
              <a:spcAft>
                <a:spcPts val="1000"/>
              </a:spcAft>
              <a:buClr>
                <a:schemeClr val="dk1"/>
              </a:buClr>
              <a:buSzPts val="1300"/>
              <a:buFont typeface="Arial"/>
              <a:buNone/>
            </a:pPr>
            <a:r>
              <a:rPr b="0" i="0" lang="pt-BR" sz="1000" u="none" cap="none" strike="noStrike">
                <a:solidFill>
                  <a:schemeClr val="lt1"/>
                </a:solidFill>
                <a:latin typeface="Work Sans"/>
                <a:ea typeface="Work Sans"/>
                <a:cs typeface="Work Sans"/>
                <a:sym typeface="Work Sans"/>
              </a:rPr>
              <a:t>Soma dos ângulos internos = (n - 2) * 180</a:t>
            </a:r>
            <a:endParaRPr b="0" i="0" sz="1000" u="none" cap="none" strike="noStrike">
              <a:solidFill>
                <a:schemeClr val="lt1"/>
              </a:solidFill>
              <a:latin typeface="Work Sans"/>
              <a:ea typeface="Work Sans"/>
              <a:cs typeface="Work Sans"/>
              <a:sym typeface="Work Sans"/>
            </a:endParaRPr>
          </a:p>
        </p:txBody>
      </p:sp>
      <p:sp>
        <p:nvSpPr>
          <p:cNvPr id="1106" name="Google Shape;1106;p52"/>
          <p:cNvSpPr txBox="1"/>
          <p:nvPr/>
        </p:nvSpPr>
        <p:spPr>
          <a:xfrm>
            <a:off x="1368589" y="1156897"/>
            <a:ext cx="5040000" cy="595004"/>
          </a:xfrm>
          <a:prstGeom prst="rect">
            <a:avLst/>
          </a:prstGeom>
          <a:noFill/>
          <a:ln>
            <a:noFill/>
          </a:ln>
        </p:spPr>
        <p:txBody>
          <a:bodyPr anchorCtr="0" anchor="t" bIns="91425" lIns="91425" spcFirstLastPara="1" rIns="91425" wrap="square" tIns="91425">
            <a:spAutoFit/>
          </a:bodyPr>
          <a:lstStyle/>
          <a:p>
            <a:pPr indent="0" lvl="0" marL="0" marR="0" rtl="0" algn="just">
              <a:lnSpc>
                <a:spcPct val="100000"/>
              </a:lnSpc>
              <a:spcBef>
                <a:spcPts val="1000"/>
              </a:spcBef>
              <a:spcAft>
                <a:spcPts val="1000"/>
              </a:spcAft>
              <a:buClr>
                <a:schemeClr val="dk1"/>
              </a:buClr>
              <a:buSzPts val="1300"/>
              <a:buFont typeface="Arial"/>
              <a:buNone/>
            </a:pPr>
            <a:r>
              <a:rPr b="0" i="0" lang="pt-BR" sz="1000" u="none" cap="none" strike="noStrike">
                <a:solidFill>
                  <a:schemeClr val="lt1"/>
                </a:solidFill>
                <a:latin typeface="Work Sans"/>
                <a:ea typeface="Work Sans"/>
                <a:cs typeface="Work Sans"/>
                <a:sym typeface="Work Sans"/>
              </a:rPr>
              <a:t>Figuras planas formadas por 3 segmentos de reta ou mais.</a:t>
            </a:r>
            <a:endParaRPr b="0" i="0" sz="1000" u="none" cap="none" strike="noStrike">
              <a:solidFill>
                <a:schemeClr val="lt1"/>
              </a:solidFill>
              <a:latin typeface="Work Sans"/>
              <a:ea typeface="Work Sans"/>
              <a:cs typeface="Work Sans"/>
              <a:sym typeface="Work Sans"/>
            </a:endParaRPr>
          </a:p>
        </p:txBody>
      </p:sp>
      <p:sp>
        <p:nvSpPr>
          <p:cNvPr id="1107" name="Google Shape;1107;p52"/>
          <p:cNvSpPr txBox="1"/>
          <p:nvPr/>
        </p:nvSpPr>
        <p:spPr>
          <a:xfrm>
            <a:off x="714633" y="2414649"/>
            <a:ext cx="1440000" cy="595004"/>
          </a:xfrm>
          <a:prstGeom prst="rect">
            <a:avLst/>
          </a:prstGeom>
          <a:noFill/>
          <a:ln>
            <a:noFill/>
          </a:ln>
        </p:spPr>
        <p:txBody>
          <a:bodyPr anchorCtr="0" anchor="t" bIns="91425" lIns="91425" spcFirstLastPara="1" rIns="91425" wrap="square" tIns="91425">
            <a:spAutoFit/>
          </a:bodyPr>
          <a:lstStyle/>
          <a:p>
            <a:pPr indent="0" lvl="0" marL="0" marR="0" rtl="0" algn="just">
              <a:lnSpc>
                <a:spcPct val="100000"/>
              </a:lnSpc>
              <a:spcBef>
                <a:spcPts val="1000"/>
              </a:spcBef>
              <a:spcAft>
                <a:spcPts val="1000"/>
              </a:spcAft>
              <a:buClr>
                <a:srgbClr val="000000"/>
              </a:buClr>
              <a:buSzPts val="1300"/>
              <a:buFont typeface="Arial"/>
              <a:buNone/>
            </a:pPr>
            <a:r>
              <a:rPr b="1" i="0" lang="pt-BR" sz="1000" u="none" cap="none" strike="noStrike">
                <a:solidFill>
                  <a:schemeClr val="lt1"/>
                </a:solidFill>
                <a:latin typeface="Work Sans"/>
                <a:ea typeface="Work Sans"/>
                <a:cs typeface="Work Sans"/>
                <a:sym typeface="Work Sans"/>
              </a:rPr>
              <a:t>Triângulos:</a:t>
            </a:r>
            <a:endParaRPr b="0" i="0" sz="1000" u="none" cap="none" strike="noStrike">
              <a:solidFill>
                <a:schemeClr val="lt1"/>
              </a:solidFill>
              <a:latin typeface="Work Sans"/>
              <a:ea typeface="Work Sans"/>
              <a:cs typeface="Work Sans"/>
              <a:sym typeface="Work Sans"/>
            </a:endParaRPr>
          </a:p>
        </p:txBody>
      </p:sp>
      <p:sp>
        <p:nvSpPr>
          <p:cNvPr id="1108" name="Google Shape;1108;p52"/>
          <p:cNvSpPr txBox="1"/>
          <p:nvPr/>
        </p:nvSpPr>
        <p:spPr>
          <a:xfrm>
            <a:off x="1545115" y="2423352"/>
            <a:ext cx="5040000" cy="595004"/>
          </a:xfrm>
          <a:prstGeom prst="rect">
            <a:avLst/>
          </a:prstGeom>
          <a:noFill/>
          <a:ln>
            <a:noFill/>
          </a:ln>
        </p:spPr>
        <p:txBody>
          <a:bodyPr anchorCtr="0" anchor="t" bIns="91425" lIns="91425" spcFirstLastPara="1" rIns="91425" wrap="square" tIns="91425">
            <a:spAutoFit/>
          </a:bodyPr>
          <a:lstStyle/>
          <a:p>
            <a:pPr indent="0" lvl="0" marL="0" marR="0" rtl="0" algn="just">
              <a:lnSpc>
                <a:spcPct val="100000"/>
              </a:lnSpc>
              <a:spcBef>
                <a:spcPts val="1000"/>
              </a:spcBef>
              <a:spcAft>
                <a:spcPts val="1000"/>
              </a:spcAft>
              <a:buClr>
                <a:schemeClr val="dk1"/>
              </a:buClr>
              <a:buSzPts val="1300"/>
              <a:buFont typeface="Arial"/>
              <a:buNone/>
            </a:pPr>
            <a:r>
              <a:rPr b="0" i="0" lang="pt-BR" sz="1000" u="none" cap="none" strike="noStrike">
                <a:solidFill>
                  <a:schemeClr val="lt1"/>
                </a:solidFill>
                <a:latin typeface="Work Sans"/>
                <a:ea typeface="Work Sans"/>
                <a:cs typeface="Work Sans"/>
                <a:sym typeface="Work Sans"/>
              </a:rPr>
              <a:t>Polígonos formados por </a:t>
            </a:r>
            <a:r>
              <a:rPr b="1" i="0" lang="pt-BR" sz="1000" u="none" cap="none" strike="noStrike">
                <a:solidFill>
                  <a:schemeClr val="lt1"/>
                </a:solidFill>
                <a:latin typeface="Work Sans"/>
                <a:ea typeface="Work Sans"/>
                <a:cs typeface="Work Sans"/>
                <a:sym typeface="Work Sans"/>
              </a:rPr>
              <a:t>3 </a:t>
            </a:r>
            <a:r>
              <a:rPr b="0" i="0" lang="pt-BR" sz="1000" u="none" cap="none" strike="noStrike">
                <a:solidFill>
                  <a:schemeClr val="lt1"/>
                </a:solidFill>
                <a:latin typeface="Work Sans"/>
                <a:ea typeface="Work Sans"/>
                <a:cs typeface="Work Sans"/>
                <a:sym typeface="Work Sans"/>
              </a:rPr>
              <a:t>segmentos de reta.</a:t>
            </a:r>
            <a:endParaRPr b="0" i="0" sz="1000" u="none" cap="none" strike="noStrike">
              <a:solidFill>
                <a:schemeClr val="lt1"/>
              </a:solidFill>
              <a:latin typeface="Work Sans"/>
              <a:ea typeface="Work Sans"/>
              <a:cs typeface="Work Sans"/>
              <a:sym typeface="Work Sans"/>
            </a:endParaRPr>
          </a:p>
        </p:txBody>
      </p:sp>
      <p:sp>
        <p:nvSpPr>
          <p:cNvPr id="1109" name="Google Shape;1109;p52"/>
          <p:cNvSpPr txBox="1"/>
          <p:nvPr/>
        </p:nvSpPr>
        <p:spPr>
          <a:xfrm>
            <a:off x="712914" y="2965212"/>
            <a:ext cx="2160000" cy="595004"/>
          </a:xfrm>
          <a:prstGeom prst="rect">
            <a:avLst/>
          </a:prstGeom>
          <a:noFill/>
          <a:ln>
            <a:noFill/>
          </a:ln>
        </p:spPr>
        <p:txBody>
          <a:bodyPr anchorCtr="0" anchor="t" bIns="91425" lIns="91425" spcFirstLastPara="1" rIns="91425" wrap="square" tIns="91425">
            <a:spAutoFit/>
          </a:bodyPr>
          <a:lstStyle/>
          <a:p>
            <a:pPr indent="0" lvl="0" marL="0" marR="0" rtl="0" algn="just">
              <a:lnSpc>
                <a:spcPct val="100000"/>
              </a:lnSpc>
              <a:spcBef>
                <a:spcPts val="1000"/>
              </a:spcBef>
              <a:spcAft>
                <a:spcPts val="1000"/>
              </a:spcAft>
              <a:buClr>
                <a:srgbClr val="000000"/>
              </a:buClr>
              <a:buSzPts val="1300"/>
              <a:buFont typeface="Arial"/>
              <a:buNone/>
            </a:pPr>
            <a:r>
              <a:rPr b="1" i="0" lang="pt-BR" sz="1000" u="none" cap="none" strike="noStrike">
                <a:solidFill>
                  <a:schemeClr val="lt1"/>
                </a:solidFill>
                <a:latin typeface="Work Sans"/>
                <a:ea typeface="Work Sans"/>
                <a:cs typeface="Work Sans"/>
                <a:sym typeface="Work Sans"/>
              </a:rPr>
              <a:t>Principais Equações:</a:t>
            </a:r>
            <a:endParaRPr b="0" i="0" sz="1000" u="none" cap="none" strike="noStrike">
              <a:solidFill>
                <a:schemeClr val="lt1"/>
              </a:solidFill>
              <a:latin typeface="Work Sans"/>
              <a:ea typeface="Work Sans"/>
              <a:cs typeface="Work Sans"/>
              <a:sym typeface="Work Sans"/>
            </a:endParaRPr>
          </a:p>
        </p:txBody>
      </p:sp>
      <p:sp>
        <p:nvSpPr>
          <p:cNvPr id="1110" name="Google Shape;1110;p52"/>
          <p:cNvSpPr txBox="1"/>
          <p:nvPr/>
        </p:nvSpPr>
        <p:spPr>
          <a:xfrm>
            <a:off x="805898" y="2854180"/>
            <a:ext cx="4651119" cy="757934"/>
          </a:xfrm>
          <a:prstGeom prst="rect">
            <a:avLst/>
          </a:prstGeom>
          <a:blipFill rotWithShape="1">
            <a:blip r:embed="rId6">
              <a:alphaModFix/>
            </a:blip>
            <a:stretch>
              <a:fillRect b="0" l="0" r="0" t="0"/>
            </a:stretch>
          </a:blip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None/>
            </a:pPr>
            <a:r>
              <a:rPr b="0" i="0" lang="pt-BR" sz="1400" u="none" cap="none" strike="noStrike">
                <a:latin typeface="Arial"/>
                <a:ea typeface="Arial"/>
                <a:cs typeface="Arial"/>
                <a:sym typeface="Arial"/>
              </a:rPr>
              <a:t> </a:t>
            </a:r>
            <a:endParaRPr/>
          </a:p>
        </p:txBody>
      </p:sp>
      <p:sp>
        <p:nvSpPr>
          <p:cNvPr id="1111" name="Google Shape;1111;p52"/>
          <p:cNvSpPr/>
          <p:nvPr/>
        </p:nvSpPr>
        <p:spPr>
          <a:xfrm>
            <a:off x="6941786" y="2770376"/>
            <a:ext cx="1407705" cy="1683475"/>
          </a:xfrm>
          <a:prstGeom prst="roundRect">
            <a:avLst>
              <a:gd fmla="val 8069" name="adj"/>
            </a:avLst>
          </a:prstGeom>
          <a:noFill/>
          <a:ln cap="flat" cmpd="sng" w="9525">
            <a:solidFill>
              <a:schemeClr val="dk1"/>
            </a:solidFill>
            <a:prstDash val="dash"/>
            <a:round/>
            <a:headEnd len="sm" w="sm" type="none"/>
            <a:tailEnd len="sm" w="sm" type="none"/>
          </a:ln>
        </p:spPr>
        <p:txBody>
          <a:bodyPr anchorCtr="0" anchor="ctr" bIns="91425" lIns="91425" spcFirstLastPara="1" rIns="91425" wrap="square" tIns="91425">
            <a:noAutofit/>
          </a:bodyPr>
          <a:lstStyle/>
          <a:p>
            <a:pPr indent="0" lvl="0" marL="0" marR="0" rtl="0" algn="ctr">
              <a:lnSpc>
                <a:spcPct val="115000"/>
              </a:lnSpc>
              <a:spcBef>
                <a:spcPts val="0"/>
              </a:spcBef>
              <a:spcAft>
                <a:spcPts val="0"/>
              </a:spcAft>
              <a:buClr>
                <a:schemeClr val="dk1"/>
              </a:buClr>
              <a:buSzPts val="1800"/>
              <a:buFont typeface="Arial"/>
              <a:buNone/>
            </a:pPr>
            <a:r>
              <a:rPr b="1" i="0" lang="pt-BR" sz="1000" u="none" cap="none" strike="noStrike">
                <a:solidFill>
                  <a:schemeClr val="lt1"/>
                </a:solidFill>
                <a:latin typeface="Work Sans"/>
                <a:ea typeface="Work Sans"/>
                <a:cs typeface="Work Sans"/>
                <a:sym typeface="Work Sans"/>
              </a:rPr>
              <a:t>DICA</a:t>
            </a:r>
            <a:endParaRPr b="0" i="0" sz="1000" u="none" cap="none" strike="noStrike">
              <a:solidFill>
                <a:schemeClr val="lt1"/>
              </a:solidFill>
              <a:latin typeface="Work Sans"/>
              <a:ea typeface="Work Sans"/>
              <a:cs typeface="Work Sans"/>
              <a:sym typeface="Work Sans"/>
            </a:endParaRPr>
          </a:p>
          <a:p>
            <a:pPr indent="0" lvl="0" marL="0" marR="0" rtl="0" algn="ctr">
              <a:lnSpc>
                <a:spcPct val="115000"/>
              </a:lnSpc>
              <a:spcBef>
                <a:spcPts val="0"/>
              </a:spcBef>
              <a:spcAft>
                <a:spcPts val="0"/>
              </a:spcAft>
              <a:buClr>
                <a:schemeClr val="dk1"/>
              </a:buClr>
              <a:buSzPts val="1100"/>
              <a:buFont typeface="Arial"/>
              <a:buNone/>
            </a:pPr>
            <a:r>
              <a:rPr b="0" i="0" lang="pt-BR" sz="1000" u="none" cap="none" strike="noStrike">
                <a:solidFill>
                  <a:schemeClr val="lt1"/>
                </a:solidFill>
                <a:latin typeface="Work Sans"/>
                <a:ea typeface="Work Sans"/>
                <a:cs typeface="Work Sans"/>
                <a:sym typeface="Work Sans"/>
              </a:rPr>
              <a:t>Triângulo - 180º</a:t>
            </a:r>
            <a:endParaRPr b="0" i="0" sz="1000" u="none" cap="none" strike="noStrike">
              <a:solidFill>
                <a:schemeClr val="lt1"/>
              </a:solidFill>
              <a:latin typeface="Work Sans"/>
              <a:ea typeface="Work Sans"/>
              <a:cs typeface="Work Sans"/>
              <a:sym typeface="Work Sans"/>
            </a:endParaRPr>
          </a:p>
          <a:p>
            <a:pPr indent="0" lvl="0" marL="0" marR="0" rtl="0" algn="ctr">
              <a:lnSpc>
                <a:spcPct val="115000"/>
              </a:lnSpc>
              <a:spcBef>
                <a:spcPts val="0"/>
              </a:spcBef>
              <a:spcAft>
                <a:spcPts val="0"/>
              </a:spcAft>
              <a:buClr>
                <a:schemeClr val="dk1"/>
              </a:buClr>
              <a:buSzPts val="1100"/>
              <a:buFont typeface="Arial"/>
              <a:buNone/>
            </a:pPr>
            <a:r>
              <a:rPr b="0" i="0" lang="pt-BR" sz="1000" u="none" cap="none" strike="noStrike">
                <a:solidFill>
                  <a:schemeClr val="lt1"/>
                </a:solidFill>
                <a:latin typeface="Work Sans"/>
                <a:ea typeface="Work Sans"/>
                <a:cs typeface="Work Sans"/>
                <a:sym typeface="Work Sans"/>
              </a:rPr>
              <a:t>Quadrado - 360º</a:t>
            </a:r>
            <a:endParaRPr b="0" i="0" sz="1000" u="none" cap="none" strike="noStrike">
              <a:solidFill>
                <a:schemeClr val="lt1"/>
              </a:solidFill>
              <a:latin typeface="Work Sans"/>
              <a:ea typeface="Work Sans"/>
              <a:cs typeface="Work Sans"/>
              <a:sym typeface="Work Sans"/>
            </a:endParaRPr>
          </a:p>
          <a:p>
            <a:pPr indent="0" lvl="0" marL="0" marR="0" rtl="0" algn="ctr">
              <a:lnSpc>
                <a:spcPct val="115000"/>
              </a:lnSpc>
              <a:spcBef>
                <a:spcPts val="0"/>
              </a:spcBef>
              <a:spcAft>
                <a:spcPts val="0"/>
              </a:spcAft>
              <a:buClr>
                <a:schemeClr val="dk1"/>
              </a:buClr>
              <a:buSzPts val="1300"/>
              <a:buFont typeface="Arial"/>
              <a:buNone/>
            </a:pPr>
            <a:r>
              <a:rPr b="0" i="0" lang="pt-BR" sz="1000" u="none" cap="none" strike="noStrike">
                <a:solidFill>
                  <a:schemeClr val="lt1"/>
                </a:solidFill>
                <a:latin typeface="Work Sans"/>
                <a:ea typeface="Work Sans"/>
                <a:cs typeface="Work Sans"/>
                <a:sym typeface="Work Sans"/>
              </a:rPr>
              <a:t>…</a:t>
            </a:r>
            <a:endParaRPr b="0" i="0" sz="1000" u="none" cap="none" strike="noStrike">
              <a:solidFill>
                <a:schemeClr val="lt1"/>
              </a:solidFill>
              <a:latin typeface="Work Sans"/>
              <a:ea typeface="Work Sans"/>
              <a:cs typeface="Work Sans"/>
              <a:sym typeface="Work Sans"/>
            </a:endParaRPr>
          </a:p>
          <a:p>
            <a:pPr indent="0" lvl="0" marL="0" marR="0" rtl="0" algn="ctr">
              <a:lnSpc>
                <a:spcPct val="115000"/>
              </a:lnSpc>
              <a:spcBef>
                <a:spcPts val="0"/>
              </a:spcBef>
              <a:spcAft>
                <a:spcPts val="0"/>
              </a:spcAft>
              <a:buClr>
                <a:schemeClr val="dk1"/>
              </a:buClr>
              <a:buSzPts val="1300"/>
              <a:buFont typeface="Arial"/>
              <a:buNone/>
            </a:pPr>
            <a:r>
              <a:rPr b="0" i="0" lang="pt-BR" sz="1000" u="none" cap="none" strike="noStrike">
                <a:solidFill>
                  <a:schemeClr val="lt1"/>
                </a:solidFill>
                <a:latin typeface="Work Sans"/>
                <a:ea typeface="Work Sans"/>
                <a:cs typeface="Work Sans"/>
                <a:sym typeface="Work Sans"/>
              </a:rPr>
              <a:t>Aumentou 180º</a:t>
            </a:r>
            <a:endParaRPr b="0" i="0" sz="1000" u="none" cap="none" strike="noStrike">
              <a:solidFill>
                <a:schemeClr val="lt1"/>
              </a:solidFill>
              <a:latin typeface="Work Sans"/>
              <a:ea typeface="Work Sans"/>
              <a:cs typeface="Work Sans"/>
              <a:sym typeface="Work Sans"/>
            </a:endParaRPr>
          </a:p>
          <a:p>
            <a:pPr indent="0" lvl="0" marL="0" marR="0" rtl="0" algn="ctr">
              <a:lnSpc>
                <a:spcPct val="115000"/>
              </a:lnSpc>
              <a:spcBef>
                <a:spcPts val="0"/>
              </a:spcBef>
              <a:spcAft>
                <a:spcPts val="0"/>
              </a:spcAft>
              <a:buClr>
                <a:schemeClr val="dk1"/>
              </a:buClr>
              <a:buSzPts val="1300"/>
              <a:buFont typeface="Arial"/>
              <a:buNone/>
            </a:pPr>
            <a:r>
              <a:rPr b="0" i="0" lang="pt-BR" sz="1000" u="none" cap="none" strike="noStrike">
                <a:solidFill>
                  <a:schemeClr val="lt1"/>
                </a:solidFill>
                <a:latin typeface="Work Sans"/>
                <a:ea typeface="Work Sans"/>
                <a:cs typeface="Work Sans"/>
                <a:sym typeface="Work Sans"/>
              </a:rPr>
              <a:t>…</a:t>
            </a:r>
            <a:endParaRPr b="0" i="0" sz="1000" u="none" cap="none" strike="noStrike">
              <a:solidFill>
                <a:schemeClr val="lt1"/>
              </a:solidFill>
              <a:latin typeface="Work Sans"/>
              <a:ea typeface="Work Sans"/>
              <a:cs typeface="Work Sans"/>
              <a:sym typeface="Work Sans"/>
            </a:endParaRPr>
          </a:p>
          <a:p>
            <a:pPr indent="0" lvl="0" marL="0" marR="0" rtl="0" algn="ctr">
              <a:lnSpc>
                <a:spcPct val="115000"/>
              </a:lnSpc>
              <a:spcBef>
                <a:spcPts val="0"/>
              </a:spcBef>
              <a:spcAft>
                <a:spcPts val="0"/>
              </a:spcAft>
              <a:buClr>
                <a:schemeClr val="dk1"/>
              </a:buClr>
              <a:buSzPts val="1300"/>
              <a:buFont typeface="Arial"/>
              <a:buNone/>
            </a:pPr>
            <a:r>
              <a:rPr b="1" i="0" lang="pt-BR" sz="1000" u="none" cap="none" strike="noStrike">
                <a:solidFill>
                  <a:schemeClr val="lt1"/>
                </a:solidFill>
                <a:latin typeface="Work Sans"/>
                <a:ea typeface="Work Sans"/>
                <a:cs typeface="Work Sans"/>
                <a:sym typeface="Work Sans"/>
              </a:rPr>
              <a:t>Aumenta 180º a cada lado</a:t>
            </a:r>
            <a:endParaRPr b="1" i="0" sz="1000" u="none" cap="none" strike="noStrike">
              <a:solidFill>
                <a:schemeClr val="lt1"/>
              </a:solidFill>
              <a:latin typeface="Work Sans"/>
              <a:ea typeface="Work Sans"/>
              <a:cs typeface="Work Sans"/>
              <a:sym typeface="Work Sans"/>
            </a:endParaRPr>
          </a:p>
        </p:txBody>
      </p:sp>
      <p:pic>
        <p:nvPicPr>
          <p:cNvPr id="1112" name="Google Shape;1112;p52"/>
          <p:cNvPicPr preferRelativeResize="0"/>
          <p:nvPr/>
        </p:nvPicPr>
        <p:blipFill rotWithShape="1">
          <a:blip r:embed="rId7">
            <a:alphaModFix/>
          </a:blip>
          <a:srcRect b="0" l="16866" r="9445" t="0"/>
          <a:stretch/>
        </p:blipFill>
        <p:spPr>
          <a:xfrm>
            <a:off x="6729214" y="938753"/>
            <a:ext cx="1832847" cy="1567926"/>
          </a:xfrm>
          <a:prstGeom prst="rect">
            <a:avLst/>
          </a:prstGeom>
          <a:noFill/>
          <a:ln>
            <a:noFill/>
          </a:ln>
        </p:spPr>
      </p:pic>
      <p:pic>
        <p:nvPicPr>
          <p:cNvPr descr="Triângulo Retângulo - Toda Matéria" id="1113" name="Google Shape;1113;p52"/>
          <p:cNvPicPr preferRelativeResize="0"/>
          <p:nvPr/>
        </p:nvPicPr>
        <p:blipFill rotWithShape="1">
          <a:blip r:embed="rId8">
            <a:alphaModFix/>
          </a:blip>
          <a:srcRect b="0" l="0" r="0" t="0"/>
          <a:stretch/>
        </p:blipFill>
        <p:spPr>
          <a:xfrm>
            <a:off x="485084" y="3560216"/>
            <a:ext cx="1226232" cy="931710"/>
          </a:xfrm>
          <a:prstGeom prst="rect">
            <a:avLst/>
          </a:prstGeom>
          <a:noFill/>
          <a:ln>
            <a:noFill/>
          </a:ln>
        </p:spPr>
      </p:pic>
      <p:sp>
        <p:nvSpPr>
          <p:cNvPr id="1114" name="Google Shape;1114;p52"/>
          <p:cNvSpPr txBox="1"/>
          <p:nvPr/>
        </p:nvSpPr>
        <p:spPr>
          <a:xfrm>
            <a:off x="632890" y="4243111"/>
            <a:ext cx="1169957" cy="610393"/>
          </a:xfrm>
          <a:prstGeom prst="rect">
            <a:avLst/>
          </a:prstGeom>
          <a:noFill/>
          <a:ln>
            <a:noFill/>
          </a:ln>
        </p:spPr>
        <p:txBody>
          <a:bodyPr anchorCtr="0" anchor="t" bIns="91425" lIns="91425" spcFirstLastPara="1" rIns="91425" wrap="square" tIns="91425">
            <a:spAutoFit/>
          </a:bodyPr>
          <a:lstStyle/>
          <a:p>
            <a:pPr indent="0" lvl="0" marL="0" marR="0" rtl="0" algn="just">
              <a:lnSpc>
                <a:spcPct val="100000"/>
              </a:lnSpc>
              <a:spcBef>
                <a:spcPts val="1000"/>
              </a:spcBef>
              <a:spcAft>
                <a:spcPts val="1000"/>
              </a:spcAft>
              <a:buClr>
                <a:schemeClr val="dk1"/>
              </a:buClr>
              <a:buSzPts val="1300"/>
              <a:buFont typeface="Arial"/>
              <a:buNone/>
            </a:pPr>
            <a:r>
              <a:rPr b="0" i="0" lang="pt-BR" sz="1000" u="none" cap="none" strike="noStrike">
                <a:solidFill>
                  <a:schemeClr val="lt1"/>
                </a:solidFill>
                <a:latin typeface="Work Sans"/>
                <a:ea typeface="Work Sans"/>
                <a:cs typeface="Work Sans"/>
                <a:sym typeface="Work Sans"/>
              </a:rPr>
              <a:t>Retângulo</a:t>
            </a:r>
            <a:endParaRPr b="0" i="0" sz="1000" u="none" cap="none" strike="noStrike">
              <a:solidFill>
                <a:schemeClr val="lt1"/>
              </a:solidFill>
              <a:latin typeface="Work Sans"/>
              <a:ea typeface="Work Sans"/>
              <a:cs typeface="Work Sans"/>
              <a:sym typeface="Work Sans"/>
            </a:endParaRPr>
          </a:p>
        </p:txBody>
      </p:sp>
      <p:sp>
        <p:nvSpPr>
          <p:cNvPr id="1115" name="Google Shape;1115;p52"/>
          <p:cNvSpPr txBox="1"/>
          <p:nvPr/>
        </p:nvSpPr>
        <p:spPr>
          <a:xfrm>
            <a:off x="0" y="4825425"/>
            <a:ext cx="4862100" cy="276900"/>
          </a:xfrm>
          <a:prstGeom prst="rect">
            <a:avLst/>
          </a:prstGeom>
          <a:noFill/>
          <a:ln>
            <a:noFill/>
          </a:ln>
        </p:spPr>
        <p:txBody>
          <a:bodyPr anchorCtr="0" anchor="t" bIns="68550" lIns="137125" spcFirstLastPara="1" rIns="137125" wrap="square" tIns="68550">
            <a:spAutoFit/>
          </a:bodyPr>
          <a:lstStyle/>
          <a:p>
            <a:pPr indent="0" lvl="0" marL="0" marR="0" rtl="0" algn="l">
              <a:lnSpc>
                <a:spcPct val="100000"/>
              </a:lnSpc>
              <a:spcBef>
                <a:spcPts val="0"/>
              </a:spcBef>
              <a:spcAft>
                <a:spcPts val="0"/>
              </a:spcAft>
              <a:buClr>
                <a:srgbClr val="000000"/>
              </a:buClr>
              <a:buSzPts val="900"/>
              <a:buFont typeface="Arial"/>
              <a:buNone/>
            </a:pPr>
            <a:r>
              <a:rPr b="1" i="0" lang="pt-BR" sz="900" u="none" cap="none" strike="noStrike">
                <a:solidFill>
                  <a:srgbClr val="000000"/>
                </a:solidFill>
                <a:latin typeface="Arial"/>
                <a:ea typeface="Arial"/>
                <a:cs typeface="Arial"/>
                <a:sym typeface="Arial"/>
              </a:rPr>
              <a:t>Prep4Consulting 2026.2 </a:t>
            </a:r>
            <a:r>
              <a:rPr b="0" i="0" lang="pt-BR" sz="900" u="none" cap="none" strike="noStrike">
                <a:solidFill>
                  <a:srgbClr val="000000"/>
                </a:solidFill>
                <a:latin typeface="Arial"/>
                <a:ea typeface="Arial"/>
                <a:cs typeface="Arial"/>
                <a:sym typeface="Arial"/>
              </a:rPr>
              <a:t>| GMAT: Estrutura da Prova</a:t>
            </a:r>
            <a:endParaRPr b="0" i="0" sz="900" u="none" cap="none" strike="noStrike">
              <a:solidFill>
                <a:srgbClr val="000000"/>
              </a:solidFill>
              <a:latin typeface="Arial"/>
              <a:ea typeface="Arial"/>
              <a:cs typeface="Arial"/>
              <a:sym typeface="Arial"/>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102"/>
                                        </p:tgtEl>
                                        <p:attrNameLst>
                                          <p:attrName>style.visibility</p:attrName>
                                        </p:attrNameLst>
                                      </p:cBhvr>
                                      <p:to>
                                        <p:strVal val="visible"/>
                                      </p:to>
                                    </p:set>
                                    <p:animEffect filter="fade" transition="in">
                                      <p:cBhvr>
                                        <p:cTn dur="1000"/>
                                        <p:tgtEl>
                                          <p:spTgt spid="1102"/>
                                        </p:tgtEl>
                                      </p:cBhvr>
                                    </p:animEffect>
                                  </p:childTnLst>
                                </p:cTn>
                              </p:par>
                              <p:par>
                                <p:cTn fill="hold" nodeType="withEffect" presetClass="entr" presetID="10" presetSubtype="0">
                                  <p:stCondLst>
                                    <p:cond delay="0"/>
                                  </p:stCondLst>
                                  <p:childTnLst>
                                    <p:set>
                                      <p:cBhvr>
                                        <p:cTn dur="1" fill="hold">
                                          <p:stCondLst>
                                            <p:cond delay="0"/>
                                          </p:stCondLst>
                                        </p:cTn>
                                        <p:tgtEl>
                                          <p:spTgt spid="1105"/>
                                        </p:tgtEl>
                                        <p:attrNameLst>
                                          <p:attrName>style.visibility</p:attrName>
                                        </p:attrNameLst>
                                      </p:cBhvr>
                                      <p:to>
                                        <p:strVal val="visible"/>
                                      </p:to>
                                    </p:set>
                                    <p:animEffect filter="fade" transition="in">
                                      <p:cBhvr>
                                        <p:cTn dur="1000"/>
                                        <p:tgtEl>
                                          <p:spTgt spid="1105"/>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107"/>
                                        </p:tgtEl>
                                        <p:attrNameLst>
                                          <p:attrName>style.visibility</p:attrName>
                                        </p:attrNameLst>
                                      </p:cBhvr>
                                      <p:to>
                                        <p:strVal val="visible"/>
                                      </p:to>
                                    </p:set>
                                    <p:animEffect filter="fade" transition="in">
                                      <p:cBhvr>
                                        <p:cTn dur="1000"/>
                                        <p:tgtEl>
                                          <p:spTgt spid="1107"/>
                                        </p:tgtEl>
                                      </p:cBhvr>
                                    </p:animEffect>
                                  </p:childTnLst>
                                </p:cTn>
                              </p:par>
                              <p:par>
                                <p:cTn fill="hold" nodeType="withEffect" presetClass="entr" presetID="10" presetSubtype="0">
                                  <p:stCondLst>
                                    <p:cond delay="0"/>
                                  </p:stCondLst>
                                  <p:childTnLst>
                                    <p:set>
                                      <p:cBhvr>
                                        <p:cTn dur="1" fill="hold">
                                          <p:stCondLst>
                                            <p:cond delay="0"/>
                                          </p:stCondLst>
                                        </p:cTn>
                                        <p:tgtEl>
                                          <p:spTgt spid="1108"/>
                                        </p:tgtEl>
                                        <p:attrNameLst>
                                          <p:attrName>style.visibility</p:attrName>
                                        </p:attrNameLst>
                                      </p:cBhvr>
                                      <p:to>
                                        <p:strVal val="visible"/>
                                      </p:to>
                                    </p:set>
                                    <p:animEffect filter="fade" transition="in">
                                      <p:cBhvr>
                                        <p:cTn dur="1000"/>
                                        <p:tgtEl>
                                          <p:spTgt spid="1108"/>
                                        </p:tgtEl>
                                      </p:cBhvr>
                                    </p:animEffect>
                                  </p:childTnLst>
                                </p:cTn>
                              </p:par>
                              <p:par>
                                <p:cTn fill="hold" nodeType="withEffect" presetClass="entr" presetID="10" presetSubtype="0">
                                  <p:stCondLst>
                                    <p:cond delay="0"/>
                                  </p:stCondLst>
                                  <p:childTnLst>
                                    <p:set>
                                      <p:cBhvr>
                                        <p:cTn dur="1" fill="hold">
                                          <p:stCondLst>
                                            <p:cond delay="0"/>
                                          </p:stCondLst>
                                        </p:cTn>
                                        <p:tgtEl>
                                          <p:spTgt spid="1113"/>
                                        </p:tgtEl>
                                        <p:attrNameLst>
                                          <p:attrName>style.visibility</p:attrName>
                                        </p:attrNameLst>
                                      </p:cBhvr>
                                      <p:to>
                                        <p:strVal val="visible"/>
                                      </p:to>
                                    </p:set>
                                    <p:animEffect filter="fade" transition="in">
                                      <p:cBhvr>
                                        <p:cTn dur="500"/>
                                        <p:tgtEl>
                                          <p:spTgt spid="1113"/>
                                        </p:tgtEl>
                                      </p:cBhvr>
                                    </p:animEffect>
                                  </p:childTnLst>
                                </p:cTn>
                              </p:par>
                              <p:par>
                                <p:cTn fill="hold" nodeType="withEffect" presetClass="entr" presetID="10" presetSubtype="0">
                                  <p:stCondLst>
                                    <p:cond delay="0"/>
                                  </p:stCondLst>
                                  <p:childTnLst>
                                    <p:set>
                                      <p:cBhvr>
                                        <p:cTn dur="1" fill="hold">
                                          <p:stCondLst>
                                            <p:cond delay="0"/>
                                          </p:stCondLst>
                                        </p:cTn>
                                        <p:tgtEl>
                                          <p:spTgt spid="1114"/>
                                        </p:tgtEl>
                                        <p:attrNameLst>
                                          <p:attrName>style.visibility</p:attrName>
                                        </p:attrNameLst>
                                      </p:cBhvr>
                                      <p:to>
                                        <p:strVal val="visible"/>
                                      </p:to>
                                    </p:set>
                                    <p:animEffect filter="fade" transition="in">
                                      <p:cBhvr>
                                        <p:cTn dur="1000"/>
                                        <p:tgtEl>
                                          <p:spTgt spid="1114"/>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109"/>
                                        </p:tgtEl>
                                        <p:attrNameLst>
                                          <p:attrName>style.visibility</p:attrName>
                                        </p:attrNameLst>
                                      </p:cBhvr>
                                      <p:to>
                                        <p:strVal val="visible"/>
                                      </p:to>
                                    </p:set>
                                    <p:animEffect filter="fade" transition="in">
                                      <p:cBhvr>
                                        <p:cTn dur="1000"/>
                                        <p:tgtEl>
                                          <p:spTgt spid="1109"/>
                                        </p:tgtEl>
                                      </p:cBhvr>
                                    </p:animEffect>
                                  </p:childTnLst>
                                </p:cTn>
                              </p:par>
                              <p:par>
                                <p:cTn fill="hold" nodeType="withEffect" presetClass="entr" presetID="10" presetSubtype="0">
                                  <p:stCondLst>
                                    <p:cond delay="0"/>
                                  </p:stCondLst>
                                  <p:childTnLst>
                                    <p:set>
                                      <p:cBhvr>
                                        <p:cTn dur="1" fill="hold">
                                          <p:stCondLst>
                                            <p:cond delay="0"/>
                                          </p:stCondLst>
                                        </p:cTn>
                                        <p:tgtEl>
                                          <p:spTgt spid="1110"/>
                                        </p:tgtEl>
                                        <p:attrNameLst>
                                          <p:attrName>style.visibility</p:attrName>
                                        </p:attrNameLst>
                                      </p:cBhvr>
                                      <p:to>
                                        <p:strVal val="visible"/>
                                      </p:to>
                                    </p:set>
                                    <p:animEffect filter="fade" transition="in">
                                      <p:cBhvr>
                                        <p:cTn dur="1000"/>
                                        <p:tgtEl>
                                          <p:spTgt spid="1110"/>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103"/>
                                        </p:tgtEl>
                                        <p:attrNameLst>
                                          <p:attrName>style.visibility</p:attrName>
                                        </p:attrNameLst>
                                      </p:cBhvr>
                                      <p:to>
                                        <p:strVal val="visible"/>
                                      </p:to>
                                    </p:set>
                                    <p:animEffect filter="fade" transition="in">
                                      <p:cBhvr>
                                        <p:cTn dur="1000"/>
                                        <p:tgtEl>
                                          <p:spTgt spid="1103"/>
                                        </p:tgtEl>
                                      </p:cBhvr>
                                    </p:animEffect>
                                  </p:childTnLst>
                                </p:cTn>
                              </p:par>
                              <p:par>
                                <p:cTn fill="hold" nodeType="withEffect" presetClass="entr" presetID="10" presetSubtype="0">
                                  <p:stCondLst>
                                    <p:cond delay="0"/>
                                  </p:stCondLst>
                                  <p:childTnLst>
                                    <p:set>
                                      <p:cBhvr>
                                        <p:cTn dur="1" fill="hold">
                                          <p:stCondLst>
                                            <p:cond delay="0"/>
                                          </p:stCondLst>
                                        </p:cTn>
                                        <p:tgtEl>
                                          <p:spTgt spid="1104"/>
                                        </p:tgtEl>
                                        <p:attrNameLst>
                                          <p:attrName>style.visibility</p:attrName>
                                        </p:attrNameLst>
                                      </p:cBhvr>
                                      <p:to>
                                        <p:strVal val="visible"/>
                                      </p:to>
                                    </p:set>
                                    <p:animEffect filter="fade" transition="in">
                                      <p:cBhvr>
                                        <p:cTn dur="1000"/>
                                        <p:tgtEl>
                                          <p:spTgt spid="1104"/>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111"/>
                                        </p:tgtEl>
                                        <p:attrNameLst>
                                          <p:attrName>style.visibility</p:attrName>
                                        </p:attrNameLst>
                                      </p:cBhvr>
                                      <p:to>
                                        <p:strVal val="visible"/>
                                      </p:to>
                                    </p:set>
                                    <p:animEffect filter="fade" transition="in">
                                      <p:cBhvr>
                                        <p:cTn dur="1000"/>
                                        <p:tgtEl>
                                          <p:spTgt spid="1111"/>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112"/>
                                        </p:tgtEl>
                                        <p:attrNameLst>
                                          <p:attrName>style.visibility</p:attrName>
                                        </p:attrNameLst>
                                      </p:cBhvr>
                                      <p:to>
                                        <p:strVal val="visible"/>
                                      </p:to>
                                    </p:set>
                                    <p:animEffect filter="fade" transition="in">
                                      <p:cBhvr>
                                        <p:cTn dur="1000"/>
                                        <p:tgtEl>
                                          <p:spTgt spid="1112"/>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5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19" name="Shape 1119"/>
        <p:cNvGrpSpPr/>
        <p:nvPr/>
      </p:nvGrpSpPr>
      <p:grpSpPr>
        <a:xfrm>
          <a:off x="0" y="0"/>
          <a:ext cx="0" cy="0"/>
          <a:chOff x="0" y="0"/>
          <a:chExt cx="0" cy="0"/>
        </a:xfrm>
      </p:grpSpPr>
      <p:sp>
        <p:nvSpPr>
          <p:cNvPr id="1120" name="Google Shape;1120;p53"/>
          <p:cNvSpPr txBox="1"/>
          <p:nvPr>
            <p:ph idx="4294967295" type="title"/>
          </p:nvPr>
        </p:nvSpPr>
        <p:spPr>
          <a:xfrm>
            <a:off x="722375" y="384050"/>
            <a:ext cx="5052900" cy="5760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3000"/>
              <a:buNone/>
            </a:pPr>
            <a:r>
              <a:rPr lang="pt-BR"/>
              <a:t>REVISÃO DE MATEMÁTICA</a:t>
            </a:r>
            <a:endParaRPr/>
          </a:p>
        </p:txBody>
      </p:sp>
      <p:sp>
        <p:nvSpPr>
          <p:cNvPr id="1121" name="Google Shape;1121;p53"/>
          <p:cNvSpPr txBox="1"/>
          <p:nvPr/>
        </p:nvSpPr>
        <p:spPr>
          <a:xfrm>
            <a:off x="4281900" y="4825425"/>
            <a:ext cx="4862100" cy="276900"/>
          </a:xfrm>
          <a:prstGeom prst="rect">
            <a:avLst/>
          </a:prstGeom>
          <a:noFill/>
          <a:ln>
            <a:noFill/>
          </a:ln>
        </p:spPr>
        <p:txBody>
          <a:bodyPr anchorCtr="0" anchor="t" bIns="68550" lIns="137125" spcFirstLastPara="1" rIns="137125" wrap="square" tIns="68550">
            <a:spAutoFit/>
          </a:bodyPr>
          <a:lstStyle/>
          <a:p>
            <a:pPr indent="0" lvl="0" marL="0" marR="0" rtl="0" algn="r">
              <a:lnSpc>
                <a:spcPct val="100000"/>
              </a:lnSpc>
              <a:spcBef>
                <a:spcPts val="0"/>
              </a:spcBef>
              <a:spcAft>
                <a:spcPts val="0"/>
              </a:spcAft>
              <a:buClr>
                <a:srgbClr val="000000"/>
              </a:buClr>
              <a:buSzPts val="900"/>
              <a:buFont typeface="Arial"/>
              <a:buNone/>
            </a:pPr>
            <a:r>
              <a:rPr b="0" i="0" lang="pt-BR" sz="900" u="none" cap="none" strike="noStrike">
                <a:solidFill>
                  <a:srgbClr val="000000"/>
                </a:solidFill>
                <a:latin typeface="Arial"/>
                <a:ea typeface="Arial"/>
                <a:cs typeface="Arial"/>
                <a:sym typeface="Arial"/>
              </a:rPr>
              <a:t>Copyright © 2026 Clube de Consultoria Universitário. All rights reserved.</a:t>
            </a:r>
            <a:endParaRPr b="0" i="0" sz="900" u="none" cap="none" strike="noStrike">
              <a:solidFill>
                <a:srgbClr val="000000"/>
              </a:solidFill>
              <a:latin typeface="Arial"/>
              <a:ea typeface="Arial"/>
              <a:cs typeface="Arial"/>
              <a:sym typeface="Arial"/>
            </a:endParaRPr>
          </a:p>
        </p:txBody>
      </p:sp>
      <p:sp>
        <p:nvSpPr>
          <p:cNvPr id="1122" name="Google Shape;1122;p53"/>
          <p:cNvSpPr txBox="1"/>
          <p:nvPr/>
        </p:nvSpPr>
        <p:spPr>
          <a:xfrm>
            <a:off x="722375" y="1130896"/>
            <a:ext cx="1454400" cy="595004"/>
          </a:xfrm>
          <a:prstGeom prst="rect">
            <a:avLst/>
          </a:prstGeom>
          <a:noFill/>
          <a:ln>
            <a:noFill/>
          </a:ln>
        </p:spPr>
        <p:txBody>
          <a:bodyPr anchorCtr="0" anchor="t" bIns="91425" lIns="91425" spcFirstLastPara="1" rIns="91425" wrap="square" tIns="91425">
            <a:spAutoFit/>
          </a:bodyPr>
          <a:lstStyle/>
          <a:p>
            <a:pPr indent="0" lvl="0" marL="0" marR="0" rtl="0" algn="just">
              <a:lnSpc>
                <a:spcPct val="100000"/>
              </a:lnSpc>
              <a:spcBef>
                <a:spcPts val="1000"/>
              </a:spcBef>
              <a:spcAft>
                <a:spcPts val="1000"/>
              </a:spcAft>
              <a:buClr>
                <a:srgbClr val="000000"/>
              </a:buClr>
              <a:buSzPts val="1300"/>
              <a:buFont typeface="Arial"/>
              <a:buNone/>
            </a:pPr>
            <a:r>
              <a:rPr b="1" i="0" lang="pt-BR" sz="1000" u="none" cap="none" strike="noStrike">
                <a:solidFill>
                  <a:schemeClr val="lt1"/>
                </a:solidFill>
                <a:latin typeface="Work Sans"/>
                <a:ea typeface="Work Sans"/>
                <a:cs typeface="Work Sans"/>
                <a:sym typeface="Work Sans"/>
              </a:rPr>
              <a:t>Definição:</a:t>
            </a:r>
            <a:endParaRPr b="0" i="0" sz="1000" u="none" cap="none" strike="noStrike">
              <a:solidFill>
                <a:schemeClr val="lt1"/>
              </a:solidFill>
              <a:latin typeface="Work Sans"/>
              <a:ea typeface="Work Sans"/>
              <a:cs typeface="Work Sans"/>
              <a:sym typeface="Work Sans"/>
            </a:endParaRPr>
          </a:p>
        </p:txBody>
      </p:sp>
      <p:sp>
        <p:nvSpPr>
          <p:cNvPr id="1123" name="Google Shape;1123;p53"/>
          <p:cNvSpPr txBox="1"/>
          <p:nvPr/>
        </p:nvSpPr>
        <p:spPr>
          <a:xfrm>
            <a:off x="722375" y="1670896"/>
            <a:ext cx="2504727" cy="595004"/>
          </a:xfrm>
          <a:prstGeom prst="rect">
            <a:avLst/>
          </a:prstGeom>
          <a:noFill/>
          <a:ln>
            <a:noFill/>
          </a:ln>
        </p:spPr>
        <p:txBody>
          <a:bodyPr anchorCtr="0" anchor="t" bIns="91425" lIns="91425" spcFirstLastPara="1" rIns="91425" wrap="square" tIns="91425">
            <a:spAutoFit/>
          </a:bodyPr>
          <a:lstStyle/>
          <a:p>
            <a:pPr indent="0" lvl="0" marL="0" marR="0" rtl="0" algn="just">
              <a:lnSpc>
                <a:spcPct val="100000"/>
              </a:lnSpc>
              <a:spcBef>
                <a:spcPts val="1000"/>
              </a:spcBef>
              <a:spcAft>
                <a:spcPts val="1000"/>
              </a:spcAft>
              <a:buClr>
                <a:srgbClr val="000000"/>
              </a:buClr>
              <a:buSzPts val="1300"/>
              <a:buFont typeface="Arial"/>
              <a:buNone/>
            </a:pPr>
            <a:r>
              <a:rPr b="1" i="0" lang="pt-BR" sz="1000" u="none" cap="none" strike="noStrike">
                <a:solidFill>
                  <a:schemeClr val="lt1"/>
                </a:solidFill>
                <a:latin typeface="Work Sans"/>
                <a:ea typeface="Work Sans"/>
                <a:cs typeface="Work Sans"/>
                <a:sym typeface="Work Sans"/>
              </a:rPr>
              <a:t>Principais Elementos e Equações:</a:t>
            </a:r>
            <a:endParaRPr b="0" i="0" sz="1000" u="none" cap="none" strike="noStrike">
              <a:solidFill>
                <a:schemeClr val="lt1"/>
              </a:solidFill>
              <a:latin typeface="Work Sans"/>
              <a:ea typeface="Work Sans"/>
              <a:cs typeface="Work Sans"/>
              <a:sym typeface="Work Sans"/>
            </a:endParaRPr>
          </a:p>
        </p:txBody>
      </p:sp>
      <p:sp>
        <p:nvSpPr>
          <p:cNvPr id="1124" name="Google Shape;1124;p53"/>
          <p:cNvSpPr txBox="1"/>
          <p:nvPr/>
        </p:nvSpPr>
        <p:spPr>
          <a:xfrm>
            <a:off x="1494695" y="1258268"/>
            <a:ext cx="8280000" cy="338524"/>
          </a:xfrm>
          <a:prstGeom prst="rect">
            <a:avLst/>
          </a:prstGeom>
          <a:noFill/>
          <a:ln>
            <a:noFill/>
          </a:ln>
        </p:spPr>
        <p:txBody>
          <a:bodyPr anchorCtr="0" anchor="t" bIns="91425" lIns="91425" spcFirstLastPara="1" rIns="91425" wrap="square" tIns="91425">
            <a:spAutoFit/>
          </a:bodyPr>
          <a:lstStyle/>
          <a:p>
            <a:pPr indent="0" lvl="0" marL="0" marR="0" rtl="0" algn="l">
              <a:lnSpc>
                <a:spcPct val="100000"/>
              </a:lnSpc>
              <a:spcBef>
                <a:spcPts val="0"/>
              </a:spcBef>
              <a:spcAft>
                <a:spcPts val="0"/>
              </a:spcAft>
              <a:buClr>
                <a:schemeClr val="dk1"/>
              </a:buClr>
              <a:buSzPts val="1300"/>
              <a:buFont typeface="Arial"/>
              <a:buNone/>
            </a:pPr>
            <a:r>
              <a:rPr b="0" i="0" lang="pt-BR" sz="1000" u="none" cap="none" strike="noStrike">
                <a:solidFill>
                  <a:schemeClr val="lt1"/>
                </a:solidFill>
                <a:latin typeface="Work Sans"/>
                <a:ea typeface="Work Sans"/>
                <a:cs typeface="Work Sans"/>
                <a:sym typeface="Work Sans"/>
              </a:rPr>
              <a:t>Conjuntos de pontos de um plano localizados a mesma distância de um ponto comum (centro).</a:t>
            </a:r>
            <a:endParaRPr b="0" i="0" sz="1000" u="none" cap="none" strike="noStrike">
              <a:solidFill>
                <a:schemeClr val="lt1"/>
              </a:solidFill>
              <a:latin typeface="Work Sans"/>
              <a:ea typeface="Work Sans"/>
              <a:cs typeface="Work Sans"/>
              <a:sym typeface="Work Sans"/>
            </a:endParaRPr>
          </a:p>
        </p:txBody>
      </p:sp>
      <p:grpSp>
        <p:nvGrpSpPr>
          <p:cNvPr id="1125" name="Google Shape;1125;p53"/>
          <p:cNvGrpSpPr/>
          <p:nvPr/>
        </p:nvGrpSpPr>
        <p:grpSpPr>
          <a:xfrm>
            <a:off x="271050" y="2340004"/>
            <a:ext cx="2160000" cy="662154"/>
            <a:chOff x="1620000" y="2160000"/>
            <a:chExt cx="2160000" cy="684000"/>
          </a:xfrm>
        </p:grpSpPr>
        <p:pic>
          <p:nvPicPr>
            <p:cNvPr id="1126" name="Google Shape;1126;p53"/>
            <p:cNvPicPr preferRelativeResize="0"/>
            <p:nvPr/>
          </p:nvPicPr>
          <p:blipFill rotWithShape="1">
            <a:blip r:embed="rId3">
              <a:alphaModFix/>
            </a:blip>
            <a:srcRect b="0" l="0" r="0" t="0"/>
            <a:stretch/>
          </p:blipFill>
          <p:spPr>
            <a:xfrm>
              <a:off x="2145600" y="2592000"/>
              <a:ext cx="1108800" cy="252000"/>
            </a:xfrm>
            <a:prstGeom prst="rect">
              <a:avLst/>
            </a:prstGeom>
            <a:noFill/>
            <a:ln>
              <a:noFill/>
            </a:ln>
          </p:spPr>
        </p:pic>
        <p:sp>
          <p:nvSpPr>
            <p:cNvPr id="1127" name="Google Shape;1127;p53"/>
            <p:cNvSpPr txBox="1"/>
            <p:nvPr/>
          </p:nvSpPr>
          <p:spPr>
            <a:xfrm>
              <a:off x="1620000" y="2160000"/>
              <a:ext cx="2160000" cy="384900"/>
            </a:xfrm>
            <a:prstGeom prst="rect">
              <a:avLst/>
            </a:prstGeom>
            <a:noFill/>
            <a:ln>
              <a:noFill/>
            </a:ln>
          </p:spPr>
          <p:txBody>
            <a:bodyPr anchorCtr="0" anchor="ctr" bIns="91450" lIns="91450" spcFirstLastPara="1" rIns="91450" wrap="square" tIns="91450">
              <a:noAutofit/>
            </a:bodyPr>
            <a:lstStyle/>
            <a:p>
              <a:pPr indent="0" lvl="0" marL="0" marR="0" rtl="0" algn="ctr">
                <a:lnSpc>
                  <a:spcPct val="100000"/>
                </a:lnSpc>
                <a:spcBef>
                  <a:spcPts val="0"/>
                </a:spcBef>
                <a:spcAft>
                  <a:spcPts val="0"/>
                </a:spcAft>
                <a:buClr>
                  <a:srgbClr val="000000"/>
                </a:buClr>
                <a:buSzPts val="2400"/>
                <a:buFont typeface="Arial"/>
                <a:buNone/>
              </a:pPr>
              <a:r>
                <a:rPr b="1" i="0" lang="pt-BR" sz="1000" u="none" cap="none" strike="noStrike">
                  <a:solidFill>
                    <a:schemeClr val="lt1"/>
                  </a:solidFill>
                  <a:latin typeface="Work Sans"/>
                  <a:ea typeface="Work Sans"/>
                  <a:cs typeface="Work Sans"/>
                  <a:sym typeface="Work Sans"/>
                </a:rPr>
                <a:t>Área</a:t>
              </a:r>
              <a:endParaRPr b="1" i="0" sz="1000" u="none" cap="none" strike="noStrike">
                <a:solidFill>
                  <a:schemeClr val="lt1"/>
                </a:solidFill>
                <a:latin typeface="Work Sans"/>
                <a:ea typeface="Work Sans"/>
                <a:cs typeface="Work Sans"/>
                <a:sym typeface="Work Sans"/>
              </a:endParaRPr>
            </a:p>
          </p:txBody>
        </p:sp>
      </p:grpSp>
      <p:grpSp>
        <p:nvGrpSpPr>
          <p:cNvPr id="1128" name="Google Shape;1128;p53"/>
          <p:cNvGrpSpPr/>
          <p:nvPr/>
        </p:nvGrpSpPr>
        <p:grpSpPr>
          <a:xfrm>
            <a:off x="271050" y="3494163"/>
            <a:ext cx="2160000" cy="662154"/>
            <a:chOff x="1620000" y="3420000"/>
            <a:chExt cx="2160000" cy="684000"/>
          </a:xfrm>
        </p:grpSpPr>
        <p:pic>
          <p:nvPicPr>
            <p:cNvPr id="1129" name="Google Shape;1129;p53"/>
            <p:cNvPicPr preferRelativeResize="0"/>
            <p:nvPr/>
          </p:nvPicPr>
          <p:blipFill rotWithShape="1">
            <a:blip r:embed="rId4">
              <a:alphaModFix/>
            </a:blip>
            <a:srcRect b="0" l="0" r="0" t="0"/>
            <a:stretch/>
          </p:blipFill>
          <p:spPr>
            <a:xfrm>
              <a:off x="2135800" y="3852000"/>
              <a:ext cx="1128400" cy="252000"/>
            </a:xfrm>
            <a:prstGeom prst="rect">
              <a:avLst/>
            </a:prstGeom>
            <a:noFill/>
            <a:ln>
              <a:noFill/>
            </a:ln>
          </p:spPr>
        </p:pic>
        <p:sp>
          <p:nvSpPr>
            <p:cNvPr id="1130" name="Google Shape;1130;p53"/>
            <p:cNvSpPr txBox="1"/>
            <p:nvPr/>
          </p:nvSpPr>
          <p:spPr>
            <a:xfrm>
              <a:off x="1620000" y="3420000"/>
              <a:ext cx="2160000" cy="384900"/>
            </a:xfrm>
            <a:prstGeom prst="rect">
              <a:avLst/>
            </a:prstGeom>
            <a:noFill/>
            <a:ln>
              <a:noFill/>
            </a:ln>
          </p:spPr>
          <p:txBody>
            <a:bodyPr anchorCtr="0" anchor="ctr" bIns="91450" lIns="91450" spcFirstLastPara="1" rIns="91450" wrap="square" tIns="91450">
              <a:noAutofit/>
            </a:bodyPr>
            <a:lstStyle/>
            <a:p>
              <a:pPr indent="0" lvl="0" marL="0" marR="0" rtl="0" algn="ctr">
                <a:lnSpc>
                  <a:spcPct val="100000"/>
                </a:lnSpc>
                <a:spcBef>
                  <a:spcPts val="0"/>
                </a:spcBef>
                <a:spcAft>
                  <a:spcPts val="0"/>
                </a:spcAft>
                <a:buClr>
                  <a:srgbClr val="000000"/>
                </a:buClr>
                <a:buSzPts val="2400"/>
                <a:buFont typeface="Arial"/>
                <a:buNone/>
              </a:pPr>
              <a:r>
                <a:rPr b="1" i="0" lang="pt-BR" sz="1000" u="none" cap="none" strike="noStrike">
                  <a:solidFill>
                    <a:schemeClr val="lt1"/>
                  </a:solidFill>
                  <a:latin typeface="Work Sans"/>
                  <a:ea typeface="Work Sans"/>
                  <a:cs typeface="Work Sans"/>
                  <a:sym typeface="Work Sans"/>
                </a:rPr>
                <a:t>Circunferência</a:t>
              </a:r>
              <a:endParaRPr b="1" i="0" sz="1000" u="none" cap="none" strike="noStrike">
                <a:solidFill>
                  <a:schemeClr val="lt1"/>
                </a:solidFill>
                <a:latin typeface="Work Sans"/>
                <a:ea typeface="Work Sans"/>
                <a:cs typeface="Work Sans"/>
                <a:sym typeface="Work Sans"/>
              </a:endParaRPr>
            </a:p>
          </p:txBody>
        </p:sp>
      </p:grpSp>
      <p:pic>
        <p:nvPicPr>
          <p:cNvPr id="1131" name="Google Shape;1131;p53"/>
          <p:cNvPicPr preferRelativeResize="0"/>
          <p:nvPr/>
        </p:nvPicPr>
        <p:blipFill rotWithShape="1">
          <a:blip r:embed="rId5">
            <a:alphaModFix/>
          </a:blip>
          <a:srcRect b="0" l="0" r="4997" t="10976"/>
          <a:stretch/>
        </p:blipFill>
        <p:spPr>
          <a:xfrm>
            <a:off x="3018540" y="2136792"/>
            <a:ext cx="2616155" cy="2310581"/>
          </a:xfrm>
          <a:prstGeom prst="rect">
            <a:avLst/>
          </a:prstGeom>
          <a:noFill/>
          <a:ln>
            <a:noFill/>
          </a:ln>
        </p:spPr>
      </p:pic>
      <p:grpSp>
        <p:nvGrpSpPr>
          <p:cNvPr id="1132" name="Google Shape;1132;p53"/>
          <p:cNvGrpSpPr/>
          <p:nvPr/>
        </p:nvGrpSpPr>
        <p:grpSpPr>
          <a:xfrm>
            <a:off x="6261625" y="2269317"/>
            <a:ext cx="2160000" cy="871255"/>
            <a:chOff x="1620000" y="4500000"/>
            <a:chExt cx="2160000" cy="900000"/>
          </a:xfrm>
        </p:grpSpPr>
        <p:pic>
          <p:nvPicPr>
            <p:cNvPr id="1133" name="Google Shape;1133;p53"/>
            <p:cNvPicPr preferRelativeResize="0"/>
            <p:nvPr/>
          </p:nvPicPr>
          <p:blipFill rotWithShape="1">
            <a:blip r:embed="rId6">
              <a:alphaModFix/>
            </a:blip>
            <a:srcRect b="0" l="0" r="0" t="0"/>
            <a:stretch/>
          </p:blipFill>
          <p:spPr>
            <a:xfrm>
              <a:off x="1859550" y="4932000"/>
              <a:ext cx="1680900" cy="468000"/>
            </a:xfrm>
            <a:prstGeom prst="rect">
              <a:avLst/>
            </a:prstGeom>
            <a:noFill/>
            <a:ln>
              <a:noFill/>
            </a:ln>
          </p:spPr>
        </p:pic>
        <p:sp>
          <p:nvSpPr>
            <p:cNvPr id="1134" name="Google Shape;1134;p53"/>
            <p:cNvSpPr txBox="1"/>
            <p:nvPr/>
          </p:nvSpPr>
          <p:spPr>
            <a:xfrm>
              <a:off x="1620000" y="4500000"/>
              <a:ext cx="2160000" cy="384900"/>
            </a:xfrm>
            <a:prstGeom prst="rect">
              <a:avLst/>
            </a:prstGeom>
            <a:noFill/>
            <a:ln>
              <a:noFill/>
            </a:ln>
          </p:spPr>
          <p:txBody>
            <a:bodyPr anchorCtr="0" anchor="ctr" bIns="91450" lIns="91450" spcFirstLastPara="1" rIns="91450" wrap="square" tIns="91450">
              <a:noAutofit/>
            </a:bodyPr>
            <a:lstStyle/>
            <a:p>
              <a:pPr indent="0" lvl="0" marL="0" marR="0" rtl="0" algn="ctr">
                <a:lnSpc>
                  <a:spcPct val="100000"/>
                </a:lnSpc>
                <a:spcBef>
                  <a:spcPts val="0"/>
                </a:spcBef>
                <a:spcAft>
                  <a:spcPts val="0"/>
                </a:spcAft>
                <a:buClr>
                  <a:schemeClr val="dk1"/>
                </a:buClr>
                <a:buSzPts val="2400"/>
                <a:buFont typeface="Arial"/>
                <a:buNone/>
              </a:pPr>
              <a:r>
                <a:rPr b="1" i="0" lang="pt-BR" sz="1000" u="none" cap="none" strike="noStrike">
                  <a:solidFill>
                    <a:schemeClr val="lt1"/>
                  </a:solidFill>
                  <a:latin typeface="Work Sans"/>
                  <a:ea typeface="Work Sans"/>
                  <a:cs typeface="Work Sans"/>
                  <a:sym typeface="Work Sans"/>
                </a:rPr>
                <a:t>Arco</a:t>
              </a:r>
              <a:endParaRPr b="1" i="0" sz="1000" u="none" cap="none" strike="noStrike">
                <a:solidFill>
                  <a:schemeClr val="lt1"/>
                </a:solidFill>
                <a:latin typeface="Work Sans"/>
                <a:ea typeface="Work Sans"/>
                <a:cs typeface="Work Sans"/>
                <a:sym typeface="Work Sans"/>
              </a:endParaRPr>
            </a:p>
          </p:txBody>
        </p:sp>
      </p:grpSp>
      <p:grpSp>
        <p:nvGrpSpPr>
          <p:cNvPr id="1135" name="Google Shape;1135;p53"/>
          <p:cNvGrpSpPr/>
          <p:nvPr/>
        </p:nvGrpSpPr>
        <p:grpSpPr>
          <a:xfrm>
            <a:off x="6261625" y="3494163"/>
            <a:ext cx="2160000" cy="871255"/>
            <a:chOff x="8640000" y="3780000"/>
            <a:chExt cx="2160000" cy="900000"/>
          </a:xfrm>
        </p:grpSpPr>
        <p:pic>
          <p:nvPicPr>
            <p:cNvPr id="1136" name="Google Shape;1136;p53"/>
            <p:cNvPicPr preferRelativeResize="0"/>
            <p:nvPr/>
          </p:nvPicPr>
          <p:blipFill rotWithShape="1">
            <a:blip r:embed="rId7">
              <a:alphaModFix/>
            </a:blip>
            <a:srcRect b="0" l="0" r="0" t="0"/>
            <a:stretch/>
          </p:blipFill>
          <p:spPr>
            <a:xfrm>
              <a:off x="8859063" y="4212000"/>
              <a:ext cx="1721887" cy="468000"/>
            </a:xfrm>
            <a:prstGeom prst="rect">
              <a:avLst/>
            </a:prstGeom>
            <a:noFill/>
            <a:ln>
              <a:noFill/>
            </a:ln>
          </p:spPr>
        </p:pic>
        <p:sp>
          <p:nvSpPr>
            <p:cNvPr id="1137" name="Google Shape;1137;p53"/>
            <p:cNvSpPr txBox="1"/>
            <p:nvPr/>
          </p:nvSpPr>
          <p:spPr>
            <a:xfrm>
              <a:off x="8640000" y="3780000"/>
              <a:ext cx="2160000" cy="384900"/>
            </a:xfrm>
            <a:prstGeom prst="rect">
              <a:avLst/>
            </a:prstGeom>
            <a:noFill/>
            <a:ln>
              <a:noFill/>
            </a:ln>
          </p:spPr>
          <p:txBody>
            <a:bodyPr anchorCtr="0" anchor="ctr" bIns="91450" lIns="91450" spcFirstLastPara="1" rIns="91450" wrap="square" tIns="91450">
              <a:noAutofit/>
            </a:bodyPr>
            <a:lstStyle/>
            <a:p>
              <a:pPr indent="0" lvl="0" marL="0" marR="0" rtl="0" algn="ctr">
                <a:lnSpc>
                  <a:spcPct val="100000"/>
                </a:lnSpc>
                <a:spcBef>
                  <a:spcPts val="0"/>
                </a:spcBef>
                <a:spcAft>
                  <a:spcPts val="0"/>
                </a:spcAft>
                <a:buClr>
                  <a:schemeClr val="dk1"/>
                </a:buClr>
                <a:buSzPts val="2400"/>
                <a:buFont typeface="Arial"/>
                <a:buNone/>
              </a:pPr>
              <a:r>
                <a:rPr b="1" i="0" lang="pt-BR" sz="1000" u="none" cap="none" strike="noStrike">
                  <a:solidFill>
                    <a:schemeClr val="lt1"/>
                  </a:solidFill>
                  <a:latin typeface="Work Sans"/>
                  <a:ea typeface="Work Sans"/>
                  <a:cs typeface="Work Sans"/>
                  <a:sym typeface="Work Sans"/>
                </a:rPr>
                <a:t>Setor</a:t>
              </a:r>
              <a:endParaRPr b="1" i="0" sz="1000" u="none" cap="none" strike="noStrike">
                <a:solidFill>
                  <a:schemeClr val="lt1"/>
                </a:solidFill>
                <a:latin typeface="Work Sans"/>
                <a:ea typeface="Work Sans"/>
                <a:cs typeface="Work Sans"/>
                <a:sym typeface="Work Sans"/>
              </a:endParaRPr>
            </a:p>
          </p:txBody>
        </p:sp>
      </p:grpSp>
      <p:sp>
        <p:nvSpPr>
          <p:cNvPr id="1138" name="Google Shape;1138;p53"/>
          <p:cNvSpPr txBox="1"/>
          <p:nvPr/>
        </p:nvSpPr>
        <p:spPr>
          <a:xfrm>
            <a:off x="734787" y="888243"/>
            <a:ext cx="3479073" cy="397001"/>
          </a:xfrm>
          <a:prstGeom prst="rect">
            <a:avLst/>
          </a:prstGeom>
          <a:noFill/>
          <a:ln>
            <a:noFill/>
          </a:ln>
        </p:spPr>
        <p:txBody>
          <a:bodyPr anchorCtr="0" anchor="t" bIns="91425" lIns="91425" spcFirstLastPara="1" rIns="91425" wrap="square" tIns="91425">
            <a:spAutoFit/>
          </a:bodyPr>
          <a:lstStyle/>
          <a:p>
            <a:pPr indent="0" lvl="0" marL="0" marR="0" rtl="0" algn="l">
              <a:lnSpc>
                <a:spcPct val="115000"/>
              </a:lnSpc>
              <a:spcBef>
                <a:spcPts val="0"/>
              </a:spcBef>
              <a:spcAft>
                <a:spcPts val="0"/>
              </a:spcAft>
              <a:buClr>
                <a:srgbClr val="000000"/>
              </a:buClr>
              <a:buSzPts val="2000"/>
              <a:buFont typeface="Arial"/>
              <a:buNone/>
            </a:pPr>
            <a:r>
              <a:rPr b="1" i="0" lang="pt-BR" sz="1200" u="none" cap="none" strike="noStrike">
                <a:solidFill>
                  <a:schemeClr val="lt1"/>
                </a:solidFill>
                <a:latin typeface="Work Sans"/>
                <a:ea typeface="Work Sans"/>
                <a:cs typeface="Work Sans"/>
                <a:sym typeface="Work Sans"/>
              </a:rPr>
              <a:t>Círculos e circunferências</a:t>
            </a:r>
            <a:endParaRPr b="1" i="0" sz="1200" u="none" cap="none" strike="noStrike">
              <a:solidFill>
                <a:schemeClr val="lt1"/>
              </a:solidFill>
              <a:latin typeface="Work Sans"/>
              <a:ea typeface="Work Sans"/>
              <a:cs typeface="Work Sans"/>
              <a:sym typeface="Work Sans"/>
            </a:endParaRPr>
          </a:p>
        </p:txBody>
      </p:sp>
      <p:sp>
        <p:nvSpPr>
          <p:cNvPr id="1139" name="Google Shape;1139;p53"/>
          <p:cNvSpPr txBox="1"/>
          <p:nvPr/>
        </p:nvSpPr>
        <p:spPr>
          <a:xfrm>
            <a:off x="0" y="4825425"/>
            <a:ext cx="4862100" cy="276900"/>
          </a:xfrm>
          <a:prstGeom prst="rect">
            <a:avLst/>
          </a:prstGeom>
          <a:noFill/>
          <a:ln>
            <a:noFill/>
          </a:ln>
        </p:spPr>
        <p:txBody>
          <a:bodyPr anchorCtr="0" anchor="t" bIns="68550" lIns="137125" spcFirstLastPara="1" rIns="137125" wrap="square" tIns="68550">
            <a:spAutoFit/>
          </a:bodyPr>
          <a:lstStyle/>
          <a:p>
            <a:pPr indent="0" lvl="0" marL="0" marR="0" rtl="0" algn="l">
              <a:lnSpc>
                <a:spcPct val="100000"/>
              </a:lnSpc>
              <a:spcBef>
                <a:spcPts val="0"/>
              </a:spcBef>
              <a:spcAft>
                <a:spcPts val="0"/>
              </a:spcAft>
              <a:buClr>
                <a:srgbClr val="000000"/>
              </a:buClr>
              <a:buSzPts val="900"/>
              <a:buFont typeface="Arial"/>
              <a:buNone/>
            </a:pPr>
            <a:r>
              <a:rPr b="1" i="0" lang="pt-BR" sz="900" u="none" cap="none" strike="noStrike">
                <a:solidFill>
                  <a:srgbClr val="000000"/>
                </a:solidFill>
                <a:latin typeface="Arial"/>
                <a:ea typeface="Arial"/>
                <a:cs typeface="Arial"/>
                <a:sym typeface="Arial"/>
              </a:rPr>
              <a:t>Prep4Consulting 2026.2 </a:t>
            </a:r>
            <a:r>
              <a:rPr b="0" i="0" lang="pt-BR" sz="900" u="none" cap="none" strike="noStrike">
                <a:solidFill>
                  <a:srgbClr val="000000"/>
                </a:solidFill>
                <a:latin typeface="Arial"/>
                <a:ea typeface="Arial"/>
                <a:cs typeface="Arial"/>
                <a:sym typeface="Arial"/>
              </a:rPr>
              <a:t>| GMAT: Estrutura da Prova</a:t>
            </a:r>
            <a:endParaRPr b="0" i="0" sz="900" u="none" cap="none" strike="noStrike">
              <a:solidFill>
                <a:srgbClr val="000000"/>
              </a:solidFill>
              <a:latin typeface="Arial"/>
              <a:ea typeface="Arial"/>
              <a:cs typeface="Arial"/>
              <a:sym typeface="Arial"/>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123"/>
                                        </p:tgtEl>
                                        <p:attrNameLst>
                                          <p:attrName>style.visibility</p:attrName>
                                        </p:attrNameLst>
                                      </p:cBhvr>
                                      <p:to>
                                        <p:strVal val="visible"/>
                                      </p:to>
                                    </p:set>
                                    <p:animEffect filter="fade" transition="in">
                                      <p:cBhvr>
                                        <p:cTn dur="1000"/>
                                        <p:tgtEl>
                                          <p:spTgt spid="1123"/>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131"/>
                                        </p:tgtEl>
                                        <p:attrNameLst>
                                          <p:attrName>style.visibility</p:attrName>
                                        </p:attrNameLst>
                                      </p:cBhvr>
                                      <p:to>
                                        <p:strVal val="visible"/>
                                      </p:to>
                                    </p:set>
                                    <p:animEffect filter="fade" transition="in">
                                      <p:cBhvr>
                                        <p:cTn dur="1000"/>
                                        <p:tgtEl>
                                          <p:spTgt spid="1131"/>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125"/>
                                        </p:tgtEl>
                                        <p:attrNameLst>
                                          <p:attrName>style.visibility</p:attrName>
                                        </p:attrNameLst>
                                      </p:cBhvr>
                                      <p:to>
                                        <p:strVal val="visible"/>
                                      </p:to>
                                    </p:set>
                                    <p:animEffect filter="fade" transition="in">
                                      <p:cBhvr>
                                        <p:cTn dur="1000"/>
                                        <p:tgtEl>
                                          <p:spTgt spid="1125"/>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128"/>
                                        </p:tgtEl>
                                        <p:attrNameLst>
                                          <p:attrName>style.visibility</p:attrName>
                                        </p:attrNameLst>
                                      </p:cBhvr>
                                      <p:to>
                                        <p:strVal val="visible"/>
                                      </p:to>
                                    </p:set>
                                    <p:animEffect filter="fade" transition="in">
                                      <p:cBhvr>
                                        <p:cTn dur="1000"/>
                                        <p:tgtEl>
                                          <p:spTgt spid="1128"/>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132"/>
                                        </p:tgtEl>
                                        <p:attrNameLst>
                                          <p:attrName>style.visibility</p:attrName>
                                        </p:attrNameLst>
                                      </p:cBhvr>
                                      <p:to>
                                        <p:strVal val="visible"/>
                                      </p:to>
                                    </p:set>
                                    <p:animEffect filter="fade" transition="in">
                                      <p:cBhvr>
                                        <p:cTn dur="1000"/>
                                        <p:tgtEl>
                                          <p:spTgt spid="1132"/>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135"/>
                                        </p:tgtEl>
                                        <p:attrNameLst>
                                          <p:attrName>style.visibility</p:attrName>
                                        </p:attrNameLst>
                                      </p:cBhvr>
                                      <p:to>
                                        <p:strVal val="visible"/>
                                      </p:to>
                                    </p:set>
                                    <p:animEffect filter="fade" transition="in">
                                      <p:cBhvr>
                                        <p:cTn dur="1000"/>
                                        <p:tgtEl>
                                          <p:spTgt spid="1135"/>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5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43" name="Shape 1143"/>
        <p:cNvGrpSpPr/>
        <p:nvPr/>
      </p:nvGrpSpPr>
      <p:grpSpPr>
        <a:xfrm>
          <a:off x="0" y="0"/>
          <a:ext cx="0" cy="0"/>
          <a:chOff x="0" y="0"/>
          <a:chExt cx="0" cy="0"/>
        </a:xfrm>
      </p:grpSpPr>
      <p:sp>
        <p:nvSpPr>
          <p:cNvPr id="1144" name="Google Shape;1144;p54"/>
          <p:cNvSpPr txBox="1"/>
          <p:nvPr>
            <p:ph idx="4294967295" type="title"/>
          </p:nvPr>
        </p:nvSpPr>
        <p:spPr>
          <a:xfrm>
            <a:off x="722375" y="384050"/>
            <a:ext cx="5052900" cy="5760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3000"/>
              <a:buNone/>
            </a:pPr>
            <a:r>
              <a:rPr lang="pt-BR"/>
              <a:t>REVISÃO DE MATEMÁTICA</a:t>
            </a:r>
            <a:endParaRPr/>
          </a:p>
        </p:txBody>
      </p:sp>
      <p:sp>
        <p:nvSpPr>
          <p:cNvPr id="1145" name="Google Shape;1145;p54"/>
          <p:cNvSpPr txBox="1"/>
          <p:nvPr/>
        </p:nvSpPr>
        <p:spPr>
          <a:xfrm>
            <a:off x="4281900" y="4825425"/>
            <a:ext cx="4862100" cy="276900"/>
          </a:xfrm>
          <a:prstGeom prst="rect">
            <a:avLst/>
          </a:prstGeom>
          <a:noFill/>
          <a:ln>
            <a:noFill/>
          </a:ln>
        </p:spPr>
        <p:txBody>
          <a:bodyPr anchorCtr="0" anchor="t" bIns="68550" lIns="137125" spcFirstLastPara="1" rIns="137125" wrap="square" tIns="68550">
            <a:spAutoFit/>
          </a:bodyPr>
          <a:lstStyle/>
          <a:p>
            <a:pPr indent="0" lvl="0" marL="0" marR="0" rtl="0" algn="r">
              <a:lnSpc>
                <a:spcPct val="100000"/>
              </a:lnSpc>
              <a:spcBef>
                <a:spcPts val="0"/>
              </a:spcBef>
              <a:spcAft>
                <a:spcPts val="0"/>
              </a:spcAft>
              <a:buClr>
                <a:srgbClr val="000000"/>
              </a:buClr>
              <a:buSzPts val="900"/>
              <a:buFont typeface="Arial"/>
              <a:buNone/>
            </a:pPr>
            <a:r>
              <a:rPr b="0" i="0" lang="pt-BR" sz="900" u="none" cap="none" strike="noStrike">
                <a:solidFill>
                  <a:srgbClr val="000000"/>
                </a:solidFill>
                <a:latin typeface="Arial"/>
                <a:ea typeface="Arial"/>
                <a:cs typeface="Arial"/>
                <a:sym typeface="Arial"/>
              </a:rPr>
              <a:t>Copyright © 2026 Clube de Consultoria Universitário. All rights reserved.</a:t>
            </a:r>
            <a:endParaRPr b="0" i="0" sz="900" u="none" cap="none" strike="noStrike">
              <a:solidFill>
                <a:srgbClr val="000000"/>
              </a:solidFill>
              <a:latin typeface="Arial"/>
              <a:ea typeface="Arial"/>
              <a:cs typeface="Arial"/>
              <a:sym typeface="Arial"/>
            </a:endParaRPr>
          </a:p>
        </p:txBody>
      </p:sp>
      <p:sp>
        <p:nvSpPr>
          <p:cNvPr id="1146" name="Google Shape;1146;p54"/>
          <p:cNvSpPr txBox="1"/>
          <p:nvPr/>
        </p:nvSpPr>
        <p:spPr>
          <a:xfrm>
            <a:off x="734787" y="888243"/>
            <a:ext cx="3479073" cy="397001"/>
          </a:xfrm>
          <a:prstGeom prst="rect">
            <a:avLst/>
          </a:prstGeom>
          <a:noFill/>
          <a:ln>
            <a:noFill/>
          </a:ln>
        </p:spPr>
        <p:txBody>
          <a:bodyPr anchorCtr="0" anchor="t" bIns="91425" lIns="91425" spcFirstLastPara="1" rIns="91425" wrap="square" tIns="91425">
            <a:spAutoFit/>
          </a:bodyPr>
          <a:lstStyle/>
          <a:p>
            <a:pPr indent="0" lvl="0" marL="0" marR="0" rtl="0" algn="l">
              <a:lnSpc>
                <a:spcPct val="115000"/>
              </a:lnSpc>
              <a:spcBef>
                <a:spcPts val="0"/>
              </a:spcBef>
              <a:spcAft>
                <a:spcPts val="0"/>
              </a:spcAft>
              <a:buClr>
                <a:srgbClr val="000000"/>
              </a:buClr>
              <a:buSzPts val="2000"/>
              <a:buFont typeface="Arial"/>
              <a:buNone/>
            </a:pPr>
            <a:r>
              <a:rPr b="1" i="0" lang="pt-BR" sz="1200" u="none" cap="none" strike="noStrike">
                <a:solidFill>
                  <a:schemeClr val="lt1"/>
                </a:solidFill>
                <a:latin typeface="Work Sans"/>
                <a:ea typeface="Work Sans"/>
                <a:cs typeface="Work Sans"/>
                <a:sym typeface="Work Sans"/>
              </a:rPr>
              <a:t>Círculos e circunferências</a:t>
            </a:r>
            <a:endParaRPr b="1" i="0" sz="1200" u="none" cap="none" strike="noStrike">
              <a:solidFill>
                <a:schemeClr val="lt1"/>
              </a:solidFill>
              <a:latin typeface="Work Sans"/>
              <a:ea typeface="Work Sans"/>
              <a:cs typeface="Work Sans"/>
              <a:sym typeface="Work Sans"/>
            </a:endParaRPr>
          </a:p>
        </p:txBody>
      </p:sp>
      <p:sp>
        <p:nvSpPr>
          <p:cNvPr id="1147" name="Google Shape;1147;p54"/>
          <p:cNvSpPr txBox="1"/>
          <p:nvPr/>
        </p:nvSpPr>
        <p:spPr>
          <a:xfrm>
            <a:off x="380445" y="1783833"/>
            <a:ext cx="9720000" cy="2094133"/>
          </a:xfrm>
          <a:prstGeom prst="rect">
            <a:avLst/>
          </a:prstGeom>
          <a:blipFill rotWithShape="1">
            <a:blip r:embed="rId3">
              <a:alphaModFix/>
            </a:blip>
            <a:stretch>
              <a:fillRect b="0" l="0" r="0" t="0"/>
            </a:stretch>
          </a:blip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None/>
            </a:pPr>
            <a:r>
              <a:rPr b="0" i="0" lang="pt-BR" sz="1400" u="none" cap="none" strike="noStrike">
                <a:latin typeface="Arial"/>
                <a:ea typeface="Arial"/>
                <a:cs typeface="Arial"/>
                <a:sym typeface="Arial"/>
              </a:rPr>
              <a:t> </a:t>
            </a:r>
            <a:endParaRPr/>
          </a:p>
        </p:txBody>
      </p:sp>
      <p:sp>
        <p:nvSpPr>
          <p:cNvPr id="1148" name="Google Shape;1148;p54"/>
          <p:cNvSpPr txBox="1"/>
          <p:nvPr/>
        </p:nvSpPr>
        <p:spPr>
          <a:xfrm>
            <a:off x="734787" y="1285244"/>
            <a:ext cx="1332000" cy="379304"/>
          </a:xfrm>
          <a:prstGeom prst="rect">
            <a:avLst/>
          </a:prstGeom>
          <a:noFill/>
          <a:ln>
            <a:noFill/>
          </a:ln>
        </p:spPr>
        <p:txBody>
          <a:bodyPr anchorCtr="0" anchor="t" bIns="91425" lIns="91425" spcFirstLastPara="1" rIns="91425" wrap="square" tIns="91425">
            <a:spAutoFit/>
          </a:bodyPr>
          <a:lstStyle/>
          <a:p>
            <a:pPr indent="0" lvl="0" marL="0" marR="0" rtl="0" algn="l">
              <a:lnSpc>
                <a:spcPct val="115000"/>
              </a:lnSpc>
              <a:spcBef>
                <a:spcPts val="0"/>
              </a:spcBef>
              <a:spcAft>
                <a:spcPts val="0"/>
              </a:spcAft>
              <a:buClr>
                <a:srgbClr val="000000"/>
              </a:buClr>
              <a:buSzPts val="2000"/>
              <a:buFont typeface="Arial"/>
              <a:buNone/>
            </a:pPr>
            <a:r>
              <a:rPr b="1" i="0" lang="pt-BR" sz="1100" u="none" cap="none" strike="noStrike">
                <a:solidFill>
                  <a:schemeClr val="lt1"/>
                </a:solidFill>
                <a:latin typeface="Work Sans"/>
                <a:ea typeface="Work Sans"/>
                <a:cs typeface="Work Sans"/>
                <a:sym typeface="Work Sans"/>
              </a:rPr>
              <a:t>Exemplo 7</a:t>
            </a:r>
            <a:endParaRPr b="0" i="0" sz="1100" u="none" cap="none" strike="noStrike">
              <a:solidFill>
                <a:schemeClr val="lt1"/>
              </a:solidFill>
              <a:latin typeface="Work Sans"/>
              <a:ea typeface="Work Sans"/>
              <a:cs typeface="Work Sans"/>
              <a:sym typeface="Work Sans"/>
            </a:endParaRPr>
          </a:p>
        </p:txBody>
      </p:sp>
      <p:sp>
        <p:nvSpPr>
          <p:cNvPr id="1149" name="Google Shape;1149;p54"/>
          <p:cNvSpPr txBox="1"/>
          <p:nvPr/>
        </p:nvSpPr>
        <p:spPr>
          <a:xfrm>
            <a:off x="1689819" y="2252837"/>
            <a:ext cx="2957694" cy="902781"/>
          </a:xfrm>
          <a:prstGeom prst="rect">
            <a:avLst/>
          </a:prstGeom>
          <a:noFill/>
          <a:ln>
            <a:noFill/>
          </a:ln>
        </p:spPr>
        <p:txBody>
          <a:bodyPr anchorCtr="0" anchor="t" bIns="91425" lIns="91425" spcFirstLastPara="1" rIns="91425" wrap="square" tIns="91425">
            <a:spAutoFit/>
          </a:bodyPr>
          <a:lstStyle/>
          <a:p>
            <a:pPr indent="0" lvl="0" marL="0" marR="0" rtl="0" algn="ctr">
              <a:lnSpc>
                <a:spcPct val="100000"/>
              </a:lnSpc>
              <a:spcBef>
                <a:spcPts val="1000"/>
              </a:spcBef>
              <a:spcAft>
                <a:spcPts val="0"/>
              </a:spcAft>
              <a:buClr>
                <a:srgbClr val="000000"/>
              </a:buClr>
              <a:buSzPts val="1300"/>
              <a:buFont typeface="Arial"/>
              <a:buNone/>
            </a:pPr>
            <a:r>
              <a:rPr b="1" i="0" lang="pt-BR" sz="1000" u="none" cap="none" strike="noStrike">
                <a:solidFill>
                  <a:schemeClr val="lt1"/>
                </a:solidFill>
                <a:latin typeface="Work Sans"/>
                <a:ea typeface="Work Sans"/>
                <a:cs typeface="Work Sans"/>
                <a:sym typeface="Work Sans"/>
              </a:rPr>
              <a:t>Considerações do Triângulo</a:t>
            </a:r>
            <a:endParaRPr b="0" i="0" sz="1000" u="none" cap="none" strike="noStrike">
              <a:solidFill>
                <a:schemeClr val="lt1"/>
              </a:solidFill>
              <a:latin typeface="Work Sans"/>
              <a:ea typeface="Work Sans"/>
              <a:cs typeface="Work Sans"/>
              <a:sym typeface="Work Sans"/>
            </a:endParaRPr>
          </a:p>
          <a:p>
            <a:pPr indent="-311150" lvl="0" marL="457200" marR="0" rtl="0" algn="just">
              <a:lnSpc>
                <a:spcPct val="100000"/>
              </a:lnSpc>
              <a:spcBef>
                <a:spcPts val="1000"/>
              </a:spcBef>
              <a:spcAft>
                <a:spcPts val="0"/>
              </a:spcAft>
              <a:buClr>
                <a:schemeClr val="dk1"/>
              </a:buClr>
              <a:buSzPts val="1300"/>
              <a:buFont typeface="Montserrat"/>
              <a:buChar char="●"/>
            </a:pPr>
            <a:r>
              <a:rPr b="0" i="0" lang="pt-BR" sz="1000" u="none" cap="none" strike="noStrike">
                <a:solidFill>
                  <a:schemeClr val="lt1"/>
                </a:solidFill>
                <a:latin typeface="Work Sans"/>
                <a:ea typeface="Work Sans"/>
                <a:cs typeface="Work Sans"/>
                <a:sym typeface="Work Sans"/>
              </a:rPr>
              <a:t>aresta = diâmetro (equilátero)</a:t>
            </a:r>
            <a:endParaRPr b="0" i="0" sz="1000" u="none" cap="none" strike="noStrike">
              <a:solidFill>
                <a:schemeClr val="lt1"/>
              </a:solidFill>
              <a:latin typeface="Work Sans"/>
              <a:ea typeface="Work Sans"/>
              <a:cs typeface="Work Sans"/>
              <a:sym typeface="Work Sans"/>
            </a:endParaRPr>
          </a:p>
          <a:p>
            <a:pPr indent="-311150" lvl="0" marL="457200" marR="0" rtl="0" algn="just">
              <a:lnSpc>
                <a:spcPct val="100000"/>
              </a:lnSpc>
              <a:spcBef>
                <a:spcPts val="0"/>
              </a:spcBef>
              <a:spcAft>
                <a:spcPts val="0"/>
              </a:spcAft>
              <a:buClr>
                <a:schemeClr val="dk1"/>
              </a:buClr>
              <a:buSzPts val="1300"/>
              <a:buFont typeface="Montserrat"/>
              <a:buChar char="●"/>
            </a:pPr>
            <a:r>
              <a:rPr b="0" i="0" lang="pt-BR" sz="1000" u="none" cap="none" strike="noStrike">
                <a:solidFill>
                  <a:schemeClr val="lt1"/>
                </a:solidFill>
                <a:latin typeface="Work Sans"/>
                <a:ea typeface="Work Sans"/>
                <a:cs typeface="Work Sans"/>
                <a:sym typeface="Work Sans"/>
              </a:rPr>
              <a:t>ângulo dos setores circulares = 60º</a:t>
            </a:r>
            <a:endParaRPr b="0" i="0" sz="1000" u="none" cap="none" strike="noStrike">
              <a:solidFill>
                <a:schemeClr val="lt1"/>
              </a:solidFill>
              <a:latin typeface="Work Sans"/>
              <a:ea typeface="Work Sans"/>
              <a:cs typeface="Work Sans"/>
              <a:sym typeface="Work Sans"/>
            </a:endParaRPr>
          </a:p>
        </p:txBody>
      </p:sp>
      <p:sp>
        <p:nvSpPr>
          <p:cNvPr id="1150" name="Google Shape;1150;p54"/>
          <p:cNvSpPr txBox="1"/>
          <p:nvPr/>
        </p:nvSpPr>
        <p:spPr>
          <a:xfrm>
            <a:off x="5163555" y="2200557"/>
            <a:ext cx="3600000" cy="595004"/>
          </a:xfrm>
          <a:prstGeom prst="rect">
            <a:avLst/>
          </a:prstGeom>
          <a:noFill/>
          <a:ln>
            <a:noFill/>
          </a:ln>
        </p:spPr>
        <p:txBody>
          <a:bodyPr anchorCtr="0" anchor="t" bIns="91425" lIns="91425" spcFirstLastPara="1" rIns="91425" wrap="square" tIns="91425">
            <a:spAutoFit/>
          </a:bodyPr>
          <a:lstStyle/>
          <a:p>
            <a:pPr indent="0" lvl="0" marL="0" marR="0" rtl="0" algn="ctr">
              <a:lnSpc>
                <a:spcPct val="100000"/>
              </a:lnSpc>
              <a:spcBef>
                <a:spcPts val="1000"/>
              </a:spcBef>
              <a:spcAft>
                <a:spcPts val="1000"/>
              </a:spcAft>
              <a:buClr>
                <a:schemeClr val="dk1"/>
              </a:buClr>
              <a:buSzPts val="1600"/>
              <a:buFont typeface="Arial"/>
              <a:buNone/>
            </a:pPr>
            <a:r>
              <a:rPr b="1" i="0" lang="pt-BR" sz="1000" u="none" cap="none" strike="noStrike">
                <a:solidFill>
                  <a:schemeClr val="lt1"/>
                </a:solidFill>
                <a:latin typeface="Work Sans"/>
                <a:ea typeface="Work Sans"/>
                <a:cs typeface="Work Sans"/>
                <a:sym typeface="Work Sans"/>
              </a:rPr>
              <a:t>A</a:t>
            </a:r>
            <a:r>
              <a:rPr b="1" baseline="-25000" i="0" lang="pt-BR" sz="1000" u="none" cap="none" strike="noStrike">
                <a:solidFill>
                  <a:schemeClr val="lt1"/>
                </a:solidFill>
                <a:latin typeface="Work Sans"/>
                <a:ea typeface="Work Sans"/>
                <a:cs typeface="Work Sans"/>
                <a:sym typeface="Work Sans"/>
              </a:rPr>
              <a:t>shaded</a:t>
            </a:r>
            <a:r>
              <a:rPr b="1" i="0" lang="pt-BR" sz="1000" u="none" cap="none" strike="noStrike">
                <a:solidFill>
                  <a:schemeClr val="lt1"/>
                </a:solidFill>
                <a:latin typeface="Work Sans"/>
                <a:ea typeface="Work Sans"/>
                <a:cs typeface="Work Sans"/>
                <a:sym typeface="Work Sans"/>
              </a:rPr>
              <a:t> = A</a:t>
            </a:r>
            <a:r>
              <a:rPr b="1" baseline="-25000" i="0" lang="pt-BR" sz="1000" u="none" cap="none" strike="noStrike">
                <a:solidFill>
                  <a:schemeClr val="lt1"/>
                </a:solidFill>
                <a:latin typeface="Work Sans"/>
                <a:ea typeface="Work Sans"/>
                <a:cs typeface="Work Sans"/>
                <a:sym typeface="Work Sans"/>
              </a:rPr>
              <a:t>triangle</a:t>
            </a:r>
            <a:r>
              <a:rPr b="1" i="0" lang="pt-BR" sz="1000" u="none" cap="none" strike="noStrike">
                <a:solidFill>
                  <a:schemeClr val="lt1"/>
                </a:solidFill>
                <a:latin typeface="Work Sans"/>
                <a:ea typeface="Work Sans"/>
                <a:cs typeface="Work Sans"/>
                <a:sym typeface="Work Sans"/>
              </a:rPr>
              <a:t> - A</a:t>
            </a:r>
            <a:r>
              <a:rPr b="1" baseline="-25000" i="0" lang="pt-BR" sz="1000" u="none" cap="none" strike="noStrike">
                <a:solidFill>
                  <a:schemeClr val="lt1"/>
                </a:solidFill>
                <a:latin typeface="Work Sans"/>
                <a:ea typeface="Work Sans"/>
                <a:cs typeface="Work Sans"/>
                <a:sym typeface="Work Sans"/>
              </a:rPr>
              <a:t>circular sectors</a:t>
            </a:r>
            <a:endParaRPr b="1" i="0" sz="1000" u="none" cap="none" strike="noStrike">
              <a:solidFill>
                <a:schemeClr val="lt1"/>
              </a:solidFill>
              <a:latin typeface="Work Sans"/>
              <a:ea typeface="Work Sans"/>
              <a:cs typeface="Work Sans"/>
              <a:sym typeface="Work Sans"/>
            </a:endParaRPr>
          </a:p>
        </p:txBody>
      </p:sp>
      <p:sp>
        <p:nvSpPr>
          <p:cNvPr id="1151" name="Google Shape;1151;p54"/>
          <p:cNvSpPr txBox="1"/>
          <p:nvPr/>
        </p:nvSpPr>
        <p:spPr>
          <a:xfrm>
            <a:off x="4803555" y="2596195"/>
            <a:ext cx="4320000" cy="595004"/>
          </a:xfrm>
          <a:prstGeom prst="rect">
            <a:avLst/>
          </a:prstGeom>
          <a:noFill/>
          <a:ln>
            <a:noFill/>
          </a:ln>
        </p:spPr>
        <p:txBody>
          <a:bodyPr anchorCtr="0" anchor="t" bIns="91425" lIns="91425" spcFirstLastPara="1" rIns="91425" wrap="square" tIns="91425">
            <a:spAutoFit/>
          </a:bodyPr>
          <a:lstStyle/>
          <a:p>
            <a:pPr indent="0" lvl="0" marL="0" marR="0" rtl="0" algn="ctr">
              <a:lnSpc>
                <a:spcPct val="100000"/>
              </a:lnSpc>
              <a:spcBef>
                <a:spcPts val="1000"/>
              </a:spcBef>
              <a:spcAft>
                <a:spcPts val="1000"/>
              </a:spcAft>
              <a:buClr>
                <a:schemeClr val="dk1"/>
              </a:buClr>
              <a:buSzPts val="1300"/>
              <a:buFont typeface="Arial"/>
              <a:buNone/>
            </a:pPr>
            <a:r>
              <a:rPr b="0" i="0" lang="pt-BR" sz="1000" u="none" cap="none" strike="noStrike">
                <a:solidFill>
                  <a:schemeClr val="lt1"/>
                </a:solidFill>
                <a:latin typeface="Work Sans"/>
                <a:ea typeface="Work Sans"/>
                <a:cs typeface="Work Sans"/>
                <a:sym typeface="Work Sans"/>
              </a:rPr>
              <a:t>A</a:t>
            </a:r>
            <a:r>
              <a:rPr b="0" baseline="-25000" i="0" lang="pt-BR" sz="1000" u="none" cap="none" strike="noStrike">
                <a:solidFill>
                  <a:schemeClr val="lt1"/>
                </a:solidFill>
                <a:latin typeface="Work Sans"/>
                <a:ea typeface="Work Sans"/>
                <a:cs typeface="Work Sans"/>
                <a:sym typeface="Work Sans"/>
              </a:rPr>
              <a:t>circular sectors</a:t>
            </a:r>
            <a:r>
              <a:rPr b="0" i="0" lang="pt-BR" sz="1000" u="none" cap="none" strike="noStrike">
                <a:solidFill>
                  <a:schemeClr val="lt1"/>
                </a:solidFill>
                <a:latin typeface="Work Sans"/>
                <a:ea typeface="Work Sans"/>
                <a:cs typeface="Work Sans"/>
                <a:sym typeface="Work Sans"/>
              </a:rPr>
              <a:t> = 3 * A</a:t>
            </a:r>
            <a:r>
              <a:rPr b="0" baseline="-25000" i="0" lang="pt-BR" sz="1000" u="none" cap="none" strike="noStrike">
                <a:solidFill>
                  <a:schemeClr val="lt1"/>
                </a:solidFill>
                <a:latin typeface="Work Sans"/>
                <a:ea typeface="Work Sans"/>
                <a:cs typeface="Work Sans"/>
                <a:sym typeface="Work Sans"/>
              </a:rPr>
              <a:t>60º circular sector</a:t>
            </a:r>
            <a:r>
              <a:rPr b="0" i="0" lang="pt-BR" sz="1000" u="none" cap="none" strike="noStrike">
                <a:solidFill>
                  <a:schemeClr val="lt1"/>
                </a:solidFill>
                <a:latin typeface="Work Sans"/>
                <a:ea typeface="Work Sans"/>
                <a:cs typeface="Work Sans"/>
                <a:sym typeface="Work Sans"/>
              </a:rPr>
              <a:t> = 3 (A</a:t>
            </a:r>
            <a:r>
              <a:rPr b="0" baseline="-25000" i="0" lang="pt-BR" sz="1000" u="none" cap="none" strike="noStrike">
                <a:solidFill>
                  <a:schemeClr val="lt1"/>
                </a:solidFill>
                <a:latin typeface="Work Sans"/>
                <a:ea typeface="Work Sans"/>
                <a:cs typeface="Work Sans"/>
                <a:sym typeface="Work Sans"/>
              </a:rPr>
              <a:t>circle</a:t>
            </a:r>
            <a:r>
              <a:rPr b="0" i="0" lang="pt-BR" sz="1000" u="none" cap="none" strike="noStrike">
                <a:solidFill>
                  <a:schemeClr val="lt1"/>
                </a:solidFill>
                <a:latin typeface="Work Sans"/>
                <a:ea typeface="Work Sans"/>
                <a:cs typeface="Work Sans"/>
                <a:sym typeface="Work Sans"/>
              </a:rPr>
              <a:t> * 60/360)</a:t>
            </a:r>
            <a:endParaRPr b="0" i="0" sz="1000" u="none" cap="none" strike="noStrike">
              <a:solidFill>
                <a:schemeClr val="lt1"/>
              </a:solidFill>
              <a:latin typeface="Work Sans"/>
              <a:ea typeface="Work Sans"/>
              <a:cs typeface="Work Sans"/>
              <a:sym typeface="Work Sans"/>
            </a:endParaRPr>
          </a:p>
        </p:txBody>
      </p:sp>
      <p:grpSp>
        <p:nvGrpSpPr>
          <p:cNvPr id="1152" name="Google Shape;1152;p54"/>
          <p:cNvGrpSpPr/>
          <p:nvPr/>
        </p:nvGrpSpPr>
        <p:grpSpPr>
          <a:xfrm>
            <a:off x="2155486" y="3191199"/>
            <a:ext cx="2209196" cy="1072026"/>
            <a:chOff x="3240000" y="4140000"/>
            <a:chExt cx="2718000" cy="1478400"/>
          </a:xfrm>
        </p:grpSpPr>
        <p:pic>
          <p:nvPicPr>
            <p:cNvPr id="1153" name="Google Shape;1153;p54"/>
            <p:cNvPicPr preferRelativeResize="0"/>
            <p:nvPr/>
          </p:nvPicPr>
          <p:blipFill rotWithShape="1">
            <a:blip r:embed="rId4">
              <a:alphaModFix/>
            </a:blip>
            <a:srcRect b="0" l="0" r="0" t="0"/>
            <a:stretch/>
          </p:blipFill>
          <p:spPr>
            <a:xfrm>
              <a:off x="3240000" y="4140000"/>
              <a:ext cx="2519999" cy="1478400"/>
            </a:xfrm>
            <a:prstGeom prst="rect">
              <a:avLst/>
            </a:prstGeom>
            <a:noFill/>
            <a:ln>
              <a:noFill/>
            </a:ln>
          </p:spPr>
        </p:pic>
        <p:sp>
          <p:nvSpPr>
            <p:cNvPr id="1154" name="Google Shape;1154;p54"/>
            <p:cNvSpPr txBox="1"/>
            <p:nvPr/>
          </p:nvSpPr>
          <p:spPr>
            <a:xfrm>
              <a:off x="5418000" y="4482000"/>
              <a:ext cx="540000" cy="610393"/>
            </a:xfrm>
            <a:prstGeom prst="rect">
              <a:avLst/>
            </a:prstGeom>
            <a:noFill/>
            <a:ln>
              <a:noFill/>
            </a:ln>
          </p:spPr>
          <p:txBody>
            <a:bodyPr anchorCtr="0" anchor="t" bIns="91425" lIns="91425" spcFirstLastPara="1" rIns="91425" wrap="square" tIns="91425">
              <a:spAutoFit/>
            </a:bodyPr>
            <a:lstStyle/>
            <a:p>
              <a:pPr indent="0" lvl="0" marL="0" marR="0" rtl="0" algn="ctr">
                <a:lnSpc>
                  <a:spcPct val="100000"/>
                </a:lnSpc>
                <a:spcBef>
                  <a:spcPts val="1000"/>
                </a:spcBef>
                <a:spcAft>
                  <a:spcPts val="1000"/>
                </a:spcAft>
                <a:buClr>
                  <a:schemeClr val="dk1"/>
                </a:buClr>
                <a:buSzPts val="1100"/>
                <a:buFont typeface="Arial"/>
                <a:buNone/>
              </a:pPr>
              <a:r>
                <a:rPr b="0" i="0" lang="pt-BR" sz="1000" u="none" cap="none" strike="noStrike">
                  <a:solidFill>
                    <a:schemeClr val="lt1"/>
                  </a:solidFill>
                  <a:latin typeface="Work Sans"/>
                  <a:ea typeface="Work Sans"/>
                  <a:cs typeface="Work Sans"/>
                  <a:sym typeface="Work Sans"/>
                </a:rPr>
                <a:t>= 2r</a:t>
              </a:r>
              <a:endParaRPr b="0" i="0" sz="1000" u="none" cap="none" strike="noStrike">
                <a:solidFill>
                  <a:schemeClr val="lt1"/>
                </a:solidFill>
                <a:latin typeface="Work Sans"/>
                <a:ea typeface="Work Sans"/>
                <a:cs typeface="Work Sans"/>
                <a:sym typeface="Work Sans"/>
              </a:endParaRPr>
            </a:p>
          </p:txBody>
        </p:sp>
      </p:grpSp>
      <p:pic>
        <p:nvPicPr>
          <p:cNvPr id="1155" name="Google Shape;1155;p54"/>
          <p:cNvPicPr preferRelativeResize="0"/>
          <p:nvPr/>
        </p:nvPicPr>
        <p:blipFill rotWithShape="1">
          <a:blip r:embed="rId5">
            <a:alphaModFix/>
          </a:blip>
          <a:srcRect b="0" l="0" r="0" t="0"/>
          <a:stretch/>
        </p:blipFill>
        <p:spPr>
          <a:xfrm>
            <a:off x="2688801" y="4273907"/>
            <a:ext cx="1336059" cy="197009"/>
          </a:xfrm>
          <a:prstGeom prst="rect">
            <a:avLst/>
          </a:prstGeom>
          <a:noFill/>
          <a:ln>
            <a:noFill/>
          </a:ln>
        </p:spPr>
      </p:pic>
      <p:pic>
        <p:nvPicPr>
          <p:cNvPr id="1156" name="Google Shape;1156;p54"/>
          <p:cNvPicPr preferRelativeResize="0"/>
          <p:nvPr/>
        </p:nvPicPr>
        <p:blipFill rotWithShape="1">
          <a:blip r:embed="rId6">
            <a:alphaModFix/>
          </a:blip>
          <a:srcRect b="0" l="0" r="0" t="0"/>
          <a:stretch/>
        </p:blipFill>
        <p:spPr>
          <a:xfrm>
            <a:off x="3137126" y="4562441"/>
            <a:ext cx="496576" cy="197009"/>
          </a:xfrm>
          <a:prstGeom prst="rect">
            <a:avLst/>
          </a:prstGeom>
          <a:noFill/>
          <a:ln>
            <a:noFill/>
          </a:ln>
        </p:spPr>
      </p:pic>
      <p:pic>
        <p:nvPicPr>
          <p:cNvPr id="1157" name="Google Shape;1157;p54"/>
          <p:cNvPicPr preferRelativeResize="0"/>
          <p:nvPr/>
        </p:nvPicPr>
        <p:blipFill rotWithShape="1">
          <a:blip r:embed="rId7">
            <a:alphaModFix/>
          </a:blip>
          <a:srcRect b="0" l="0" r="0" t="0"/>
          <a:stretch/>
        </p:blipFill>
        <p:spPr>
          <a:xfrm>
            <a:off x="7200247" y="1418903"/>
            <a:ext cx="671400" cy="191867"/>
          </a:xfrm>
          <a:prstGeom prst="rect">
            <a:avLst/>
          </a:prstGeom>
          <a:noFill/>
          <a:ln>
            <a:noFill/>
          </a:ln>
        </p:spPr>
      </p:pic>
      <p:pic>
        <p:nvPicPr>
          <p:cNvPr id="1158" name="Google Shape;1158;p54"/>
          <p:cNvPicPr preferRelativeResize="0"/>
          <p:nvPr/>
        </p:nvPicPr>
        <p:blipFill rotWithShape="1">
          <a:blip r:embed="rId8">
            <a:alphaModFix/>
          </a:blip>
          <a:srcRect b="0" l="0" r="0" t="0"/>
          <a:stretch/>
        </p:blipFill>
        <p:spPr>
          <a:xfrm>
            <a:off x="7189935" y="955400"/>
            <a:ext cx="662671" cy="301536"/>
          </a:xfrm>
          <a:prstGeom prst="rect">
            <a:avLst/>
          </a:prstGeom>
          <a:noFill/>
          <a:ln>
            <a:noFill/>
          </a:ln>
        </p:spPr>
      </p:pic>
      <p:grpSp>
        <p:nvGrpSpPr>
          <p:cNvPr id="1159" name="Google Shape;1159;p54"/>
          <p:cNvGrpSpPr/>
          <p:nvPr/>
        </p:nvGrpSpPr>
        <p:grpSpPr>
          <a:xfrm>
            <a:off x="3534786" y="955400"/>
            <a:ext cx="2111436" cy="803689"/>
            <a:chOff x="4701263" y="1151100"/>
            <a:chExt cx="2692101" cy="1080000"/>
          </a:xfrm>
        </p:grpSpPr>
        <p:pic>
          <p:nvPicPr>
            <p:cNvPr id="1160" name="Google Shape;1160;p54"/>
            <p:cNvPicPr preferRelativeResize="0"/>
            <p:nvPr/>
          </p:nvPicPr>
          <p:blipFill rotWithShape="1">
            <a:blip r:embed="rId9">
              <a:alphaModFix/>
            </a:blip>
            <a:srcRect b="61667" l="7742" r="74560" t="4810"/>
            <a:stretch/>
          </p:blipFill>
          <p:spPr>
            <a:xfrm>
              <a:off x="4701263" y="1151100"/>
              <a:ext cx="1152901" cy="1080000"/>
            </a:xfrm>
            <a:prstGeom prst="rect">
              <a:avLst/>
            </a:prstGeom>
            <a:noFill/>
            <a:ln>
              <a:noFill/>
            </a:ln>
          </p:spPr>
        </p:pic>
        <p:pic>
          <p:nvPicPr>
            <p:cNvPr id="1161" name="Google Shape;1161;p54"/>
            <p:cNvPicPr preferRelativeResize="0"/>
            <p:nvPr/>
          </p:nvPicPr>
          <p:blipFill rotWithShape="1">
            <a:blip r:embed="rId10">
              <a:alphaModFix/>
            </a:blip>
            <a:srcRect b="0" l="0" r="0" t="0"/>
            <a:stretch/>
          </p:blipFill>
          <p:spPr>
            <a:xfrm>
              <a:off x="6120000" y="1548000"/>
              <a:ext cx="1273364" cy="252000"/>
            </a:xfrm>
            <a:prstGeom prst="rect">
              <a:avLst/>
            </a:prstGeom>
            <a:noFill/>
            <a:ln>
              <a:noFill/>
            </a:ln>
          </p:spPr>
        </p:pic>
      </p:grpSp>
      <p:pic>
        <p:nvPicPr>
          <p:cNvPr id="1162" name="Google Shape;1162;p54"/>
          <p:cNvPicPr preferRelativeResize="0"/>
          <p:nvPr/>
        </p:nvPicPr>
        <p:blipFill rotWithShape="1">
          <a:blip r:embed="rId11">
            <a:alphaModFix/>
          </a:blip>
          <a:srcRect b="0" l="0" r="0" t="0"/>
          <a:stretch/>
        </p:blipFill>
        <p:spPr>
          <a:xfrm>
            <a:off x="5881937" y="3739182"/>
            <a:ext cx="2213154" cy="276900"/>
          </a:xfrm>
          <a:prstGeom prst="rect">
            <a:avLst/>
          </a:prstGeom>
          <a:noFill/>
          <a:ln>
            <a:noFill/>
          </a:ln>
        </p:spPr>
      </p:pic>
      <p:sp>
        <p:nvSpPr>
          <p:cNvPr id="1163" name="Google Shape;1163;p54"/>
          <p:cNvSpPr txBox="1"/>
          <p:nvPr/>
        </p:nvSpPr>
        <p:spPr>
          <a:xfrm>
            <a:off x="1240132" y="5599833"/>
            <a:ext cx="1080000" cy="595004"/>
          </a:xfrm>
          <a:prstGeom prst="rect">
            <a:avLst/>
          </a:prstGeom>
          <a:noFill/>
          <a:ln>
            <a:noFill/>
          </a:ln>
        </p:spPr>
        <p:txBody>
          <a:bodyPr anchorCtr="0" anchor="t" bIns="91425" lIns="91425" spcFirstLastPara="1" rIns="91425" wrap="square" tIns="91425">
            <a:spAutoFit/>
          </a:bodyPr>
          <a:lstStyle/>
          <a:p>
            <a:pPr indent="0" lvl="0" marL="0" marR="0" rtl="0" algn="ctr">
              <a:lnSpc>
                <a:spcPct val="100000"/>
              </a:lnSpc>
              <a:spcBef>
                <a:spcPts val="1000"/>
              </a:spcBef>
              <a:spcAft>
                <a:spcPts val="1000"/>
              </a:spcAft>
              <a:buClr>
                <a:schemeClr val="dk1"/>
              </a:buClr>
              <a:buSzPts val="1300"/>
              <a:buFont typeface="Arial"/>
              <a:buNone/>
            </a:pPr>
            <a:r>
              <a:rPr b="1" i="0" lang="pt-BR" sz="1000" u="none" cap="none" strike="noStrike">
                <a:solidFill>
                  <a:schemeClr val="lt1"/>
                </a:solidFill>
                <a:latin typeface="Work Sans"/>
                <a:ea typeface="Work Sans"/>
                <a:cs typeface="Work Sans"/>
                <a:sym typeface="Work Sans"/>
              </a:rPr>
              <a:t>Pitágoras:</a:t>
            </a:r>
            <a:endParaRPr b="0" i="0" sz="1000" u="none" cap="none" strike="noStrike">
              <a:solidFill>
                <a:schemeClr val="lt1"/>
              </a:solidFill>
              <a:latin typeface="Work Sans"/>
              <a:ea typeface="Work Sans"/>
              <a:cs typeface="Work Sans"/>
              <a:sym typeface="Work Sans"/>
            </a:endParaRPr>
          </a:p>
        </p:txBody>
      </p:sp>
      <p:sp>
        <p:nvSpPr>
          <p:cNvPr id="1164" name="Google Shape;1164;p54"/>
          <p:cNvSpPr/>
          <p:nvPr/>
        </p:nvSpPr>
        <p:spPr>
          <a:xfrm flipH="1" rot="10800000">
            <a:off x="3505275" y="3597881"/>
            <a:ext cx="177008" cy="143278"/>
          </a:xfrm>
          <a:prstGeom prst="ellipse">
            <a:avLst/>
          </a:prstGeom>
          <a:noFill/>
          <a:ln cap="flat" cmpd="sng" w="19050">
            <a:solidFill>
              <a:srgbClr val="BA0E0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chemeClr val="dk1"/>
              </a:buClr>
              <a:buSzPts val="1800"/>
              <a:buFont typeface="Calibri"/>
              <a:buNone/>
            </a:pPr>
            <a:r>
              <a:t/>
            </a:r>
            <a:endParaRPr b="0" i="0" sz="1000" u="none" cap="none" strike="noStrike">
              <a:solidFill>
                <a:schemeClr val="lt1"/>
              </a:solidFill>
              <a:latin typeface="Work Sans"/>
              <a:ea typeface="Work Sans"/>
              <a:cs typeface="Work Sans"/>
              <a:sym typeface="Work Sans"/>
            </a:endParaRPr>
          </a:p>
        </p:txBody>
      </p:sp>
      <p:sp>
        <p:nvSpPr>
          <p:cNvPr id="1165" name="Google Shape;1165;p54"/>
          <p:cNvSpPr txBox="1"/>
          <p:nvPr/>
        </p:nvSpPr>
        <p:spPr>
          <a:xfrm>
            <a:off x="5186745" y="3209392"/>
            <a:ext cx="3600000" cy="595004"/>
          </a:xfrm>
          <a:prstGeom prst="rect">
            <a:avLst/>
          </a:prstGeom>
          <a:noFill/>
          <a:ln>
            <a:noFill/>
          </a:ln>
        </p:spPr>
        <p:txBody>
          <a:bodyPr anchorCtr="0" anchor="t" bIns="91425" lIns="91425" spcFirstLastPara="1" rIns="91425" wrap="square" tIns="91425">
            <a:spAutoFit/>
          </a:bodyPr>
          <a:lstStyle/>
          <a:p>
            <a:pPr indent="0" lvl="0" marL="0" marR="0" rtl="0" algn="ctr">
              <a:lnSpc>
                <a:spcPct val="100000"/>
              </a:lnSpc>
              <a:spcBef>
                <a:spcPts val="1000"/>
              </a:spcBef>
              <a:spcAft>
                <a:spcPts val="1000"/>
              </a:spcAft>
              <a:buClr>
                <a:srgbClr val="000000"/>
              </a:buClr>
              <a:buSzPts val="1300"/>
              <a:buFont typeface="Arial"/>
              <a:buNone/>
            </a:pPr>
            <a:r>
              <a:rPr b="1" i="0" lang="pt-BR" sz="1000" u="none" cap="none" strike="noStrike">
                <a:solidFill>
                  <a:schemeClr val="lt1"/>
                </a:solidFill>
                <a:latin typeface="Work Sans"/>
                <a:ea typeface="Work Sans"/>
                <a:cs typeface="Work Sans"/>
                <a:sym typeface="Work Sans"/>
              </a:rPr>
              <a:t>Substituindo na Equação:</a:t>
            </a:r>
            <a:endParaRPr b="0" i="0" sz="1000" u="none" cap="none" strike="noStrike">
              <a:solidFill>
                <a:schemeClr val="lt1"/>
              </a:solidFill>
              <a:latin typeface="Work Sans"/>
              <a:ea typeface="Work Sans"/>
              <a:cs typeface="Work Sans"/>
              <a:sym typeface="Work Sans"/>
            </a:endParaRPr>
          </a:p>
        </p:txBody>
      </p:sp>
      <p:sp>
        <p:nvSpPr>
          <p:cNvPr id="1166" name="Google Shape;1166;p54"/>
          <p:cNvSpPr/>
          <p:nvPr/>
        </p:nvSpPr>
        <p:spPr>
          <a:xfrm>
            <a:off x="5809937" y="3595181"/>
            <a:ext cx="471120" cy="455847"/>
          </a:xfrm>
          <a:prstGeom prst="ellipse">
            <a:avLst/>
          </a:prstGeom>
          <a:noFill/>
          <a:ln cap="flat" cmpd="sng" w="19050">
            <a:solidFill>
              <a:srgbClr val="BA0E0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chemeClr val="dk1"/>
              </a:buClr>
              <a:buSzPts val="1800"/>
              <a:buFont typeface="Calibri"/>
              <a:buNone/>
            </a:pPr>
            <a:r>
              <a:t/>
            </a:r>
            <a:endParaRPr b="0" i="0" sz="1000" u="none" cap="none" strike="noStrike">
              <a:solidFill>
                <a:schemeClr val="lt1"/>
              </a:solidFill>
              <a:latin typeface="Work Sans"/>
              <a:ea typeface="Work Sans"/>
              <a:cs typeface="Work Sans"/>
              <a:sym typeface="Work Sans"/>
            </a:endParaRPr>
          </a:p>
        </p:txBody>
      </p:sp>
      <p:sp>
        <p:nvSpPr>
          <p:cNvPr id="1167" name="Google Shape;1167;p54"/>
          <p:cNvSpPr/>
          <p:nvPr/>
        </p:nvSpPr>
        <p:spPr>
          <a:xfrm>
            <a:off x="6827221" y="3663664"/>
            <a:ext cx="471120" cy="427936"/>
          </a:xfrm>
          <a:prstGeom prst="ellipse">
            <a:avLst/>
          </a:prstGeom>
          <a:noFill/>
          <a:ln cap="flat" cmpd="sng" w="19050">
            <a:solidFill>
              <a:srgbClr val="BA0E0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chemeClr val="dk1"/>
              </a:buClr>
              <a:buSzPts val="1800"/>
              <a:buFont typeface="Calibri"/>
              <a:buNone/>
            </a:pPr>
            <a:r>
              <a:t/>
            </a:r>
            <a:endParaRPr b="0" i="0" sz="1000" u="none" cap="none" strike="noStrike">
              <a:solidFill>
                <a:schemeClr val="lt1"/>
              </a:solidFill>
              <a:latin typeface="Work Sans"/>
              <a:ea typeface="Work Sans"/>
              <a:cs typeface="Work Sans"/>
              <a:sym typeface="Work Sans"/>
            </a:endParaRPr>
          </a:p>
        </p:txBody>
      </p:sp>
      <p:grpSp>
        <p:nvGrpSpPr>
          <p:cNvPr id="1168" name="Google Shape;1168;p54"/>
          <p:cNvGrpSpPr/>
          <p:nvPr/>
        </p:nvGrpSpPr>
        <p:grpSpPr>
          <a:xfrm>
            <a:off x="6344387" y="4388745"/>
            <a:ext cx="1436787" cy="256082"/>
            <a:chOff x="7748700" y="5581225"/>
            <a:chExt cx="2340000" cy="432000"/>
          </a:xfrm>
        </p:grpSpPr>
        <p:sp>
          <p:nvSpPr>
            <p:cNvPr id="1169" name="Google Shape;1169;p54"/>
            <p:cNvSpPr/>
            <p:nvPr/>
          </p:nvSpPr>
          <p:spPr>
            <a:xfrm>
              <a:off x="7748700" y="5581225"/>
              <a:ext cx="2340000" cy="432000"/>
            </a:xfrm>
            <a:prstGeom prst="rect">
              <a:avLst/>
            </a:prstGeom>
            <a:noFill/>
            <a:ln cap="flat" cmpd="sng" w="19050">
              <a:solidFill>
                <a:srgbClr val="BA0E0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chemeClr val="dk1"/>
                </a:buClr>
                <a:buSzPts val="1800"/>
                <a:buFont typeface="Calibri"/>
                <a:buNone/>
              </a:pPr>
              <a:r>
                <a:t/>
              </a:r>
              <a:endParaRPr b="0" i="0" sz="1000" u="none" cap="none" strike="noStrike">
                <a:solidFill>
                  <a:schemeClr val="lt1"/>
                </a:solidFill>
                <a:latin typeface="Work Sans"/>
                <a:ea typeface="Work Sans"/>
                <a:cs typeface="Work Sans"/>
                <a:sym typeface="Work Sans"/>
              </a:endParaRPr>
            </a:p>
          </p:txBody>
        </p:sp>
        <p:pic>
          <p:nvPicPr>
            <p:cNvPr id="1170" name="Google Shape;1170;p54"/>
            <p:cNvPicPr preferRelativeResize="0"/>
            <p:nvPr/>
          </p:nvPicPr>
          <p:blipFill rotWithShape="1">
            <a:blip r:embed="rId12">
              <a:alphaModFix/>
            </a:blip>
            <a:srcRect b="0" l="0" r="0" t="0"/>
            <a:stretch/>
          </p:blipFill>
          <p:spPr>
            <a:xfrm>
              <a:off x="7906588" y="5688000"/>
              <a:ext cx="2024228" cy="216000"/>
            </a:xfrm>
            <a:prstGeom prst="rect">
              <a:avLst/>
            </a:prstGeom>
            <a:noFill/>
            <a:ln>
              <a:noFill/>
            </a:ln>
          </p:spPr>
        </p:pic>
      </p:grpSp>
      <p:grpSp>
        <p:nvGrpSpPr>
          <p:cNvPr id="1171" name="Google Shape;1171;p54"/>
          <p:cNvGrpSpPr/>
          <p:nvPr/>
        </p:nvGrpSpPr>
        <p:grpSpPr>
          <a:xfrm>
            <a:off x="83820" y="2608169"/>
            <a:ext cx="878612" cy="248800"/>
            <a:chOff x="271410" y="3520307"/>
            <a:chExt cx="993762" cy="241200"/>
          </a:xfrm>
        </p:grpSpPr>
        <p:sp>
          <p:nvSpPr>
            <p:cNvPr id="1172" name="Google Shape;1172;p54"/>
            <p:cNvSpPr/>
            <p:nvPr/>
          </p:nvSpPr>
          <p:spPr>
            <a:xfrm>
              <a:off x="619572" y="3520307"/>
              <a:ext cx="645600" cy="241200"/>
            </a:xfrm>
            <a:prstGeom prst="roundRect">
              <a:avLst>
                <a:gd fmla="val 16667" name="adj"/>
              </a:avLst>
            </a:prstGeom>
            <a:noFill/>
            <a:ln cap="flat" cmpd="sng" w="19050">
              <a:solidFill>
                <a:srgbClr val="00DF7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000" u="none" cap="none" strike="noStrike">
                <a:solidFill>
                  <a:schemeClr val="lt1"/>
                </a:solidFill>
                <a:latin typeface="Work Sans"/>
                <a:ea typeface="Work Sans"/>
                <a:cs typeface="Work Sans"/>
                <a:sym typeface="Work Sans"/>
              </a:endParaRPr>
            </a:p>
          </p:txBody>
        </p:sp>
        <p:pic>
          <p:nvPicPr>
            <p:cNvPr id="1173" name="Google Shape;1173;p54"/>
            <p:cNvPicPr preferRelativeResize="0"/>
            <p:nvPr/>
          </p:nvPicPr>
          <p:blipFill rotWithShape="1">
            <a:blip r:embed="rId13">
              <a:alphaModFix/>
            </a:blip>
            <a:srcRect b="0" l="0" r="0" t="0"/>
            <a:stretch/>
          </p:blipFill>
          <p:spPr>
            <a:xfrm>
              <a:off x="271410" y="3547160"/>
              <a:ext cx="256540" cy="187485"/>
            </a:xfrm>
            <a:prstGeom prst="rect">
              <a:avLst/>
            </a:prstGeom>
            <a:noFill/>
            <a:ln>
              <a:noFill/>
            </a:ln>
          </p:spPr>
        </p:pic>
      </p:grpSp>
      <p:sp>
        <p:nvSpPr>
          <p:cNvPr id="1174" name="Google Shape;1174;p54"/>
          <p:cNvSpPr txBox="1"/>
          <p:nvPr/>
        </p:nvSpPr>
        <p:spPr>
          <a:xfrm>
            <a:off x="0" y="4825425"/>
            <a:ext cx="4862100" cy="276900"/>
          </a:xfrm>
          <a:prstGeom prst="rect">
            <a:avLst/>
          </a:prstGeom>
          <a:noFill/>
          <a:ln>
            <a:noFill/>
          </a:ln>
        </p:spPr>
        <p:txBody>
          <a:bodyPr anchorCtr="0" anchor="t" bIns="68550" lIns="137125" spcFirstLastPara="1" rIns="137125" wrap="square" tIns="68550">
            <a:spAutoFit/>
          </a:bodyPr>
          <a:lstStyle/>
          <a:p>
            <a:pPr indent="0" lvl="0" marL="0" marR="0" rtl="0" algn="l">
              <a:lnSpc>
                <a:spcPct val="100000"/>
              </a:lnSpc>
              <a:spcBef>
                <a:spcPts val="0"/>
              </a:spcBef>
              <a:spcAft>
                <a:spcPts val="0"/>
              </a:spcAft>
              <a:buClr>
                <a:srgbClr val="000000"/>
              </a:buClr>
              <a:buSzPts val="900"/>
              <a:buFont typeface="Arial"/>
              <a:buNone/>
            </a:pPr>
            <a:r>
              <a:rPr b="1" i="0" lang="pt-BR" sz="900" u="none" cap="none" strike="noStrike">
                <a:solidFill>
                  <a:srgbClr val="000000"/>
                </a:solidFill>
                <a:latin typeface="Arial"/>
                <a:ea typeface="Arial"/>
                <a:cs typeface="Arial"/>
                <a:sym typeface="Arial"/>
              </a:rPr>
              <a:t>Prep4Consulting 2026.2 </a:t>
            </a:r>
            <a:r>
              <a:rPr b="0" i="0" lang="pt-BR" sz="900" u="none" cap="none" strike="noStrike">
                <a:solidFill>
                  <a:srgbClr val="000000"/>
                </a:solidFill>
                <a:latin typeface="Arial"/>
                <a:ea typeface="Arial"/>
                <a:cs typeface="Arial"/>
                <a:sym typeface="Arial"/>
              </a:rPr>
              <a:t>| GMAT: Estrutura da Prova</a:t>
            </a:r>
            <a:endParaRPr b="0" i="0" sz="900" u="none" cap="none" strike="noStrike">
              <a:solidFill>
                <a:srgbClr val="000000"/>
              </a:solidFill>
              <a:latin typeface="Arial"/>
              <a:ea typeface="Arial"/>
              <a:cs typeface="Arial"/>
              <a:sym typeface="Arial"/>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149"/>
                                        </p:tgtEl>
                                        <p:attrNameLst>
                                          <p:attrName>style.visibility</p:attrName>
                                        </p:attrNameLst>
                                      </p:cBhvr>
                                      <p:to>
                                        <p:strVal val="visible"/>
                                      </p:to>
                                    </p:set>
                                    <p:animEffect filter="fade" transition="in">
                                      <p:cBhvr>
                                        <p:cTn dur="1000"/>
                                        <p:tgtEl>
                                          <p:spTgt spid="1149"/>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150"/>
                                        </p:tgtEl>
                                        <p:attrNameLst>
                                          <p:attrName>style.visibility</p:attrName>
                                        </p:attrNameLst>
                                      </p:cBhvr>
                                      <p:to>
                                        <p:strVal val="visible"/>
                                      </p:to>
                                    </p:set>
                                    <p:animEffect filter="fade" transition="in">
                                      <p:cBhvr>
                                        <p:cTn dur="1000"/>
                                        <p:tgtEl>
                                          <p:spTgt spid="1150"/>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158"/>
                                        </p:tgtEl>
                                        <p:attrNameLst>
                                          <p:attrName>style.visibility</p:attrName>
                                        </p:attrNameLst>
                                      </p:cBhvr>
                                      <p:to>
                                        <p:strVal val="visible"/>
                                      </p:to>
                                    </p:set>
                                    <p:animEffect filter="fade" transition="in">
                                      <p:cBhvr>
                                        <p:cTn dur="1000"/>
                                        <p:tgtEl>
                                          <p:spTgt spid="1158"/>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152"/>
                                        </p:tgtEl>
                                        <p:attrNameLst>
                                          <p:attrName>style.visibility</p:attrName>
                                        </p:attrNameLst>
                                      </p:cBhvr>
                                      <p:to>
                                        <p:strVal val="visible"/>
                                      </p:to>
                                    </p:set>
                                    <p:animEffect filter="fade" transition="in">
                                      <p:cBhvr>
                                        <p:cTn dur="1000"/>
                                        <p:tgtEl>
                                          <p:spTgt spid="1152"/>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164"/>
                                        </p:tgtEl>
                                        <p:attrNameLst>
                                          <p:attrName>style.visibility</p:attrName>
                                        </p:attrNameLst>
                                      </p:cBhvr>
                                      <p:to>
                                        <p:strVal val="visible"/>
                                      </p:to>
                                    </p:set>
                                    <p:animEffect filter="fade" transition="in">
                                      <p:cBhvr>
                                        <p:cTn dur="1000"/>
                                        <p:tgtEl>
                                          <p:spTgt spid="1164"/>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163"/>
                                        </p:tgtEl>
                                        <p:attrNameLst>
                                          <p:attrName>style.visibility</p:attrName>
                                        </p:attrNameLst>
                                      </p:cBhvr>
                                      <p:to>
                                        <p:strVal val="visible"/>
                                      </p:to>
                                    </p:set>
                                    <p:animEffect filter="fade" transition="in">
                                      <p:cBhvr>
                                        <p:cTn dur="1000"/>
                                        <p:tgtEl>
                                          <p:spTgt spid="1163"/>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155"/>
                                        </p:tgtEl>
                                        <p:attrNameLst>
                                          <p:attrName>style.visibility</p:attrName>
                                        </p:attrNameLst>
                                      </p:cBhvr>
                                      <p:to>
                                        <p:strVal val="visible"/>
                                      </p:to>
                                    </p:set>
                                    <p:animEffect filter="fade" transition="in">
                                      <p:cBhvr>
                                        <p:cTn dur="1000"/>
                                        <p:tgtEl>
                                          <p:spTgt spid="1155"/>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156"/>
                                        </p:tgtEl>
                                        <p:attrNameLst>
                                          <p:attrName>style.visibility</p:attrName>
                                        </p:attrNameLst>
                                      </p:cBhvr>
                                      <p:to>
                                        <p:strVal val="visible"/>
                                      </p:to>
                                    </p:set>
                                    <p:animEffect filter="fade" transition="in">
                                      <p:cBhvr>
                                        <p:cTn dur="1000"/>
                                        <p:tgtEl>
                                          <p:spTgt spid="1156"/>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157"/>
                                        </p:tgtEl>
                                        <p:attrNameLst>
                                          <p:attrName>style.visibility</p:attrName>
                                        </p:attrNameLst>
                                      </p:cBhvr>
                                      <p:to>
                                        <p:strVal val="visible"/>
                                      </p:to>
                                    </p:set>
                                    <p:animEffect filter="fade" transition="in">
                                      <p:cBhvr>
                                        <p:cTn dur="1000"/>
                                        <p:tgtEl>
                                          <p:spTgt spid="1157"/>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151"/>
                                        </p:tgtEl>
                                        <p:attrNameLst>
                                          <p:attrName>style.visibility</p:attrName>
                                        </p:attrNameLst>
                                      </p:cBhvr>
                                      <p:to>
                                        <p:strVal val="visible"/>
                                      </p:to>
                                    </p:set>
                                    <p:animEffect filter="fade" transition="in">
                                      <p:cBhvr>
                                        <p:cTn dur="1000"/>
                                        <p:tgtEl>
                                          <p:spTgt spid="1151"/>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162"/>
                                        </p:tgtEl>
                                        <p:attrNameLst>
                                          <p:attrName>style.visibility</p:attrName>
                                        </p:attrNameLst>
                                      </p:cBhvr>
                                      <p:to>
                                        <p:strVal val="visible"/>
                                      </p:to>
                                    </p:set>
                                    <p:animEffect filter="fade" transition="in">
                                      <p:cBhvr>
                                        <p:cTn dur="1000"/>
                                        <p:tgtEl>
                                          <p:spTgt spid="1162"/>
                                        </p:tgtEl>
                                      </p:cBhvr>
                                    </p:animEffect>
                                  </p:childTnLst>
                                </p:cTn>
                              </p:par>
                              <p:par>
                                <p:cTn fill="hold" nodeType="withEffect" presetClass="entr" presetID="10" presetSubtype="0">
                                  <p:stCondLst>
                                    <p:cond delay="0"/>
                                  </p:stCondLst>
                                  <p:childTnLst>
                                    <p:set>
                                      <p:cBhvr>
                                        <p:cTn dur="1" fill="hold">
                                          <p:stCondLst>
                                            <p:cond delay="0"/>
                                          </p:stCondLst>
                                        </p:cTn>
                                        <p:tgtEl>
                                          <p:spTgt spid="1165"/>
                                        </p:tgtEl>
                                        <p:attrNameLst>
                                          <p:attrName>style.visibility</p:attrName>
                                        </p:attrNameLst>
                                      </p:cBhvr>
                                      <p:to>
                                        <p:strVal val="visible"/>
                                      </p:to>
                                    </p:set>
                                    <p:animEffect filter="fade" transition="in">
                                      <p:cBhvr>
                                        <p:cTn dur="1000"/>
                                        <p:tgtEl>
                                          <p:spTgt spid="1165"/>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166"/>
                                        </p:tgtEl>
                                        <p:attrNameLst>
                                          <p:attrName>style.visibility</p:attrName>
                                        </p:attrNameLst>
                                      </p:cBhvr>
                                      <p:to>
                                        <p:strVal val="visible"/>
                                      </p:to>
                                    </p:set>
                                    <p:animEffect filter="fade" transition="in">
                                      <p:cBhvr>
                                        <p:cTn dur="1000"/>
                                        <p:tgtEl>
                                          <p:spTgt spid="1166"/>
                                        </p:tgtEl>
                                      </p:cBhvr>
                                    </p:animEffect>
                                  </p:childTnLst>
                                </p:cTn>
                              </p:par>
                              <p:par>
                                <p:cTn fill="hold" nodeType="withEffect" presetClass="entr" presetID="10" presetSubtype="0">
                                  <p:stCondLst>
                                    <p:cond delay="0"/>
                                  </p:stCondLst>
                                  <p:childTnLst>
                                    <p:set>
                                      <p:cBhvr>
                                        <p:cTn dur="1" fill="hold">
                                          <p:stCondLst>
                                            <p:cond delay="0"/>
                                          </p:stCondLst>
                                        </p:cTn>
                                        <p:tgtEl>
                                          <p:spTgt spid="1167"/>
                                        </p:tgtEl>
                                        <p:attrNameLst>
                                          <p:attrName>style.visibility</p:attrName>
                                        </p:attrNameLst>
                                      </p:cBhvr>
                                      <p:to>
                                        <p:strVal val="visible"/>
                                      </p:to>
                                    </p:set>
                                    <p:animEffect filter="fade" transition="in">
                                      <p:cBhvr>
                                        <p:cTn dur="1000"/>
                                        <p:tgtEl>
                                          <p:spTgt spid="1167"/>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168"/>
                                        </p:tgtEl>
                                        <p:attrNameLst>
                                          <p:attrName>style.visibility</p:attrName>
                                        </p:attrNameLst>
                                      </p:cBhvr>
                                      <p:to>
                                        <p:strVal val="visible"/>
                                      </p:to>
                                    </p:set>
                                    <p:animEffect filter="fade" transition="in">
                                      <p:cBhvr>
                                        <p:cTn dur="1000"/>
                                        <p:tgtEl>
                                          <p:spTgt spid="1168"/>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171"/>
                                        </p:tgtEl>
                                        <p:attrNameLst>
                                          <p:attrName>style.visibility</p:attrName>
                                        </p:attrNameLst>
                                      </p:cBhvr>
                                      <p:to>
                                        <p:strVal val="visible"/>
                                      </p:to>
                                    </p:set>
                                    <p:animEffect filter="fade" transition="in">
                                      <p:cBhvr>
                                        <p:cTn dur="1000"/>
                                        <p:tgtEl>
                                          <p:spTgt spid="1171"/>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5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78" name="Shape 1178"/>
        <p:cNvGrpSpPr/>
        <p:nvPr/>
      </p:nvGrpSpPr>
      <p:grpSpPr>
        <a:xfrm>
          <a:off x="0" y="0"/>
          <a:ext cx="0" cy="0"/>
          <a:chOff x="0" y="0"/>
          <a:chExt cx="0" cy="0"/>
        </a:xfrm>
      </p:grpSpPr>
      <p:sp>
        <p:nvSpPr>
          <p:cNvPr id="1179" name="Google Shape;1179;p55"/>
          <p:cNvSpPr txBox="1"/>
          <p:nvPr>
            <p:ph idx="4294967295" type="title"/>
          </p:nvPr>
        </p:nvSpPr>
        <p:spPr>
          <a:xfrm>
            <a:off x="722375" y="384050"/>
            <a:ext cx="5052900" cy="5760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3000"/>
              <a:buNone/>
            </a:pPr>
            <a:r>
              <a:rPr lang="pt-BR"/>
              <a:t>REVISÃO DE MATEMÁTICA</a:t>
            </a:r>
            <a:endParaRPr/>
          </a:p>
        </p:txBody>
      </p:sp>
      <p:sp>
        <p:nvSpPr>
          <p:cNvPr id="1180" name="Google Shape;1180;p55"/>
          <p:cNvSpPr txBox="1"/>
          <p:nvPr/>
        </p:nvSpPr>
        <p:spPr>
          <a:xfrm>
            <a:off x="4281900" y="4825425"/>
            <a:ext cx="4862100" cy="276900"/>
          </a:xfrm>
          <a:prstGeom prst="rect">
            <a:avLst/>
          </a:prstGeom>
          <a:noFill/>
          <a:ln>
            <a:noFill/>
          </a:ln>
        </p:spPr>
        <p:txBody>
          <a:bodyPr anchorCtr="0" anchor="t" bIns="68550" lIns="137125" spcFirstLastPara="1" rIns="137125" wrap="square" tIns="68550">
            <a:spAutoFit/>
          </a:bodyPr>
          <a:lstStyle/>
          <a:p>
            <a:pPr indent="0" lvl="0" marL="0" marR="0" rtl="0" algn="r">
              <a:lnSpc>
                <a:spcPct val="100000"/>
              </a:lnSpc>
              <a:spcBef>
                <a:spcPts val="0"/>
              </a:spcBef>
              <a:spcAft>
                <a:spcPts val="0"/>
              </a:spcAft>
              <a:buClr>
                <a:srgbClr val="000000"/>
              </a:buClr>
              <a:buSzPts val="900"/>
              <a:buFont typeface="Arial"/>
              <a:buNone/>
            </a:pPr>
            <a:r>
              <a:rPr b="0" i="0" lang="pt-BR" sz="900" u="none" cap="none" strike="noStrike">
                <a:solidFill>
                  <a:srgbClr val="000000"/>
                </a:solidFill>
                <a:latin typeface="Arial"/>
                <a:ea typeface="Arial"/>
                <a:cs typeface="Arial"/>
                <a:sym typeface="Arial"/>
              </a:rPr>
              <a:t>Copyright © 2026 Clube de Consultoria Universitário. All rights reserved.</a:t>
            </a:r>
            <a:endParaRPr b="0" i="0" sz="900" u="none" cap="none" strike="noStrike">
              <a:solidFill>
                <a:srgbClr val="000000"/>
              </a:solidFill>
              <a:latin typeface="Arial"/>
              <a:ea typeface="Arial"/>
              <a:cs typeface="Arial"/>
              <a:sym typeface="Arial"/>
            </a:endParaRPr>
          </a:p>
        </p:txBody>
      </p:sp>
      <p:sp>
        <p:nvSpPr>
          <p:cNvPr id="1181" name="Google Shape;1181;p55"/>
          <p:cNvSpPr txBox="1"/>
          <p:nvPr/>
        </p:nvSpPr>
        <p:spPr>
          <a:xfrm>
            <a:off x="44701" y="1851046"/>
            <a:ext cx="2880000" cy="379304"/>
          </a:xfrm>
          <a:prstGeom prst="rect">
            <a:avLst/>
          </a:prstGeom>
          <a:noFill/>
          <a:ln>
            <a:noFill/>
          </a:ln>
        </p:spPr>
        <p:txBody>
          <a:bodyPr anchorCtr="0" anchor="t" bIns="91425" lIns="91425" spcFirstLastPara="1" rIns="91425" wrap="square" tIns="91425">
            <a:spAutoFit/>
          </a:bodyPr>
          <a:lstStyle/>
          <a:p>
            <a:pPr indent="0" lvl="0" marL="0" marR="0" rtl="0" algn="ctr">
              <a:lnSpc>
                <a:spcPct val="115000"/>
              </a:lnSpc>
              <a:spcBef>
                <a:spcPts val="0"/>
              </a:spcBef>
              <a:spcAft>
                <a:spcPts val="0"/>
              </a:spcAft>
              <a:buClr>
                <a:srgbClr val="000000"/>
              </a:buClr>
              <a:buSzPts val="2000"/>
              <a:buFont typeface="Arial"/>
              <a:buNone/>
            </a:pPr>
            <a:r>
              <a:rPr b="1" i="0" lang="pt-BR" sz="1100" u="none" cap="none" strike="noStrike">
                <a:solidFill>
                  <a:schemeClr val="lt1"/>
                </a:solidFill>
                <a:latin typeface="Work Sans"/>
                <a:ea typeface="Work Sans"/>
                <a:cs typeface="Work Sans"/>
                <a:sym typeface="Work Sans"/>
              </a:rPr>
              <a:t>Assuntos mais cobrados</a:t>
            </a:r>
            <a:endParaRPr b="0" i="0" sz="1100" u="none" cap="none" strike="noStrike">
              <a:solidFill>
                <a:schemeClr val="lt1"/>
              </a:solidFill>
              <a:latin typeface="Work Sans"/>
              <a:ea typeface="Work Sans"/>
              <a:cs typeface="Work Sans"/>
              <a:sym typeface="Work Sans"/>
            </a:endParaRPr>
          </a:p>
        </p:txBody>
      </p:sp>
      <p:sp>
        <p:nvSpPr>
          <p:cNvPr id="1182" name="Google Shape;1182;p55"/>
          <p:cNvSpPr txBox="1"/>
          <p:nvPr/>
        </p:nvSpPr>
        <p:spPr>
          <a:xfrm>
            <a:off x="293452" y="2308149"/>
            <a:ext cx="3239999" cy="1423436"/>
          </a:xfrm>
          <a:prstGeom prst="rect">
            <a:avLst/>
          </a:prstGeom>
          <a:noFill/>
          <a:ln>
            <a:noFill/>
          </a:ln>
        </p:spPr>
        <p:txBody>
          <a:bodyPr anchorCtr="0" anchor="t" bIns="91425" lIns="91425" spcFirstLastPara="1" rIns="91425" wrap="square" tIns="91425">
            <a:spAutoFit/>
          </a:bodyPr>
          <a:lstStyle/>
          <a:p>
            <a:pPr indent="-317500" lvl="0" marL="457200" marR="0" rtl="0" algn="l">
              <a:lnSpc>
                <a:spcPct val="115000"/>
              </a:lnSpc>
              <a:spcBef>
                <a:spcPts val="0"/>
              </a:spcBef>
              <a:spcAft>
                <a:spcPts val="0"/>
              </a:spcAft>
              <a:buClr>
                <a:schemeClr val="dk1"/>
              </a:buClr>
              <a:buSzPts val="1400"/>
              <a:buFont typeface="Montserrat"/>
              <a:buChar char="●"/>
            </a:pPr>
            <a:r>
              <a:rPr b="0" i="0" lang="pt-BR" sz="1000" u="none" cap="none" strike="noStrike">
                <a:solidFill>
                  <a:schemeClr val="lt1"/>
                </a:solidFill>
                <a:latin typeface="Work Sans"/>
                <a:ea typeface="Work Sans"/>
                <a:cs typeface="Work Sans"/>
                <a:sym typeface="Work Sans"/>
              </a:rPr>
              <a:t>Interpretação dos Dados</a:t>
            </a:r>
            <a:endParaRPr b="0" i="0" sz="1000" u="none" cap="none" strike="noStrike">
              <a:solidFill>
                <a:schemeClr val="lt1"/>
              </a:solidFill>
              <a:latin typeface="Work Sans"/>
              <a:ea typeface="Work Sans"/>
              <a:cs typeface="Work Sans"/>
              <a:sym typeface="Work Sans"/>
            </a:endParaRPr>
          </a:p>
          <a:p>
            <a:pPr indent="-317500" lvl="0" marL="457200" marR="0" rtl="0" algn="l">
              <a:lnSpc>
                <a:spcPct val="115000"/>
              </a:lnSpc>
              <a:spcBef>
                <a:spcPts val="0"/>
              </a:spcBef>
              <a:spcAft>
                <a:spcPts val="0"/>
              </a:spcAft>
              <a:buClr>
                <a:schemeClr val="dk1"/>
              </a:buClr>
              <a:buSzPts val="1400"/>
              <a:buFont typeface="Montserrat"/>
              <a:buChar char="●"/>
            </a:pPr>
            <a:r>
              <a:rPr b="0" i="0" lang="pt-BR" sz="1000" u="none" cap="none" strike="noStrike">
                <a:solidFill>
                  <a:schemeClr val="lt1"/>
                </a:solidFill>
                <a:latin typeface="Work Sans"/>
                <a:ea typeface="Work Sans"/>
                <a:cs typeface="Work Sans"/>
                <a:sym typeface="Work Sans"/>
              </a:rPr>
              <a:t>Trabalho/Produtividade</a:t>
            </a:r>
            <a:endParaRPr b="0" i="0" sz="1000" u="none" cap="none" strike="noStrike">
              <a:solidFill>
                <a:schemeClr val="lt1"/>
              </a:solidFill>
              <a:latin typeface="Work Sans"/>
              <a:ea typeface="Work Sans"/>
              <a:cs typeface="Work Sans"/>
              <a:sym typeface="Work Sans"/>
            </a:endParaRPr>
          </a:p>
          <a:p>
            <a:pPr indent="-317500" lvl="0" marL="457200" marR="0" rtl="0" algn="l">
              <a:lnSpc>
                <a:spcPct val="115000"/>
              </a:lnSpc>
              <a:spcBef>
                <a:spcPts val="0"/>
              </a:spcBef>
              <a:spcAft>
                <a:spcPts val="0"/>
              </a:spcAft>
              <a:buClr>
                <a:schemeClr val="dk1"/>
              </a:buClr>
              <a:buSzPts val="1400"/>
              <a:buFont typeface="Montserrat"/>
              <a:buChar char="●"/>
            </a:pPr>
            <a:r>
              <a:rPr b="0" i="0" lang="pt-BR" sz="1000" u="none" cap="none" strike="noStrike">
                <a:solidFill>
                  <a:schemeClr val="lt1"/>
                </a:solidFill>
                <a:latin typeface="Work Sans"/>
                <a:ea typeface="Work Sans"/>
                <a:cs typeface="Work Sans"/>
                <a:sym typeface="Work Sans"/>
              </a:rPr>
              <a:t>Misturas</a:t>
            </a:r>
            <a:endParaRPr b="0" i="0" sz="1000" u="none" cap="none" strike="noStrike">
              <a:solidFill>
                <a:schemeClr val="lt1"/>
              </a:solidFill>
              <a:latin typeface="Work Sans"/>
              <a:ea typeface="Work Sans"/>
              <a:cs typeface="Work Sans"/>
              <a:sym typeface="Work Sans"/>
            </a:endParaRPr>
          </a:p>
          <a:p>
            <a:pPr indent="-317500" lvl="0" marL="457200" marR="0" rtl="0" algn="l">
              <a:lnSpc>
                <a:spcPct val="115000"/>
              </a:lnSpc>
              <a:spcBef>
                <a:spcPts val="0"/>
              </a:spcBef>
              <a:spcAft>
                <a:spcPts val="0"/>
              </a:spcAft>
              <a:buClr>
                <a:schemeClr val="dk1"/>
              </a:buClr>
              <a:buSzPts val="1400"/>
              <a:buFont typeface="Montserrat"/>
              <a:buChar char="●"/>
            </a:pPr>
            <a:r>
              <a:rPr b="0" i="0" lang="pt-BR" sz="1000" u="none" cap="none" strike="noStrike">
                <a:solidFill>
                  <a:schemeClr val="lt1"/>
                </a:solidFill>
                <a:latin typeface="Work Sans"/>
                <a:ea typeface="Work Sans"/>
                <a:cs typeface="Work Sans"/>
                <a:sym typeface="Work Sans"/>
              </a:rPr>
              <a:t>Juros (Taxas em Geral)</a:t>
            </a:r>
            <a:endParaRPr b="0" i="0" sz="1000" u="none" cap="none" strike="noStrike">
              <a:solidFill>
                <a:schemeClr val="lt1"/>
              </a:solidFill>
              <a:latin typeface="Work Sans"/>
              <a:ea typeface="Work Sans"/>
              <a:cs typeface="Work Sans"/>
              <a:sym typeface="Work Sans"/>
            </a:endParaRPr>
          </a:p>
          <a:p>
            <a:pPr indent="-317500" lvl="0" marL="457200" marR="0" rtl="0" algn="l">
              <a:lnSpc>
                <a:spcPct val="115000"/>
              </a:lnSpc>
              <a:spcBef>
                <a:spcPts val="0"/>
              </a:spcBef>
              <a:spcAft>
                <a:spcPts val="0"/>
              </a:spcAft>
              <a:buClr>
                <a:schemeClr val="dk1"/>
              </a:buClr>
              <a:buSzPts val="1400"/>
              <a:buFont typeface="Montserrat"/>
              <a:buChar char="●"/>
            </a:pPr>
            <a:r>
              <a:rPr b="0" i="0" lang="pt-BR" sz="1000" u="none" cap="none" strike="noStrike">
                <a:solidFill>
                  <a:schemeClr val="lt1"/>
                </a:solidFill>
                <a:latin typeface="Work Sans"/>
                <a:ea typeface="Work Sans"/>
                <a:cs typeface="Work Sans"/>
                <a:sym typeface="Work Sans"/>
              </a:rPr>
              <a:t>Conjuntos</a:t>
            </a:r>
            <a:endParaRPr b="0" i="0" sz="1000" u="none" cap="none" strike="noStrike">
              <a:solidFill>
                <a:schemeClr val="lt1"/>
              </a:solidFill>
              <a:latin typeface="Work Sans"/>
              <a:ea typeface="Work Sans"/>
              <a:cs typeface="Work Sans"/>
              <a:sym typeface="Work Sans"/>
            </a:endParaRPr>
          </a:p>
          <a:p>
            <a:pPr indent="-317500" lvl="0" marL="457200" marR="0" rtl="0" algn="l">
              <a:lnSpc>
                <a:spcPct val="115000"/>
              </a:lnSpc>
              <a:spcBef>
                <a:spcPts val="0"/>
              </a:spcBef>
              <a:spcAft>
                <a:spcPts val="0"/>
              </a:spcAft>
              <a:buClr>
                <a:schemeClr val="dk1"/>
              </a:buClr>
              <a:buSzPts val="1400"/>
              <a:buFont typeface="Montserrat"/>
              <a:buChar char="●"/>
            </a:pPr>
            <a:r>
              <a:rPr b="0" i="0" lang="pt-BR" sz="1000" u="none" cap="none" strike="noStrike">
                <a:solidFill>
                  <a:schemeClr val="lt1"/>
                </a:solidFill>
                <a:latin typeface="Work Sans"/>
                <a:ea typeface="Work Sans"/>
                <a:cs typeface="Work Sans"/>
                <a:sym typeface="Work Sans"/>
              </a:rPr>
              <a:t>Geometria</a:t>
            </a:r>
            <a:endParaRPr b="0" i="0" sz="1000" u="none" cap="none" strike="noStrike">
              <a:solidFill>
                <a:schemeClr val="lt1"/>
              </a:solidFill>
              <a:latin typeface="Work Sans"/>
              <a:ea typeface="Work Sans"/>
              <a:cs typeface="Work Sans"/>
              <a:sym typeface="Work Sans"/>
            </a:endParaRPr>
          </a:p>
          <a:p>
            <a:pPr indent="-317500" lvl="0" marL="457200" marR="0" rtl="0" algn="l">
              <a:lnSpc>
                <a:spcPct val="115000"/>
              </a:lnSpc>
              <a:spcBef>
                <a:spcPts val="0"/>
              </a:spcBef>
              <a:spcAft>
                <a:spcPts val="0"/>
              </a:spcAft>
              <a:buClr>
                <a:schemeClr val="dk1"/>
              </a:buClr>
              <a:buSzPts val="1400"/>
              <a:buFont typeface="Montserrat"/>
              <a:buChar char="●"/>
            </a:pPr>
            <a:r>
              <a:rPr b="0" i="0" lang="pt-BR" sz="1000" u="none" cap="none" strike="noStrike">
                <a:solidFill>
                  <a:schemeClr val="lt1"/>
                </a:solidFill>
                <a:latin typeface="Work Sans"/>
                <a:ea typeface="Work Sans"/>
                <a:cs typeface="Work Sans"/>
                <a:sym typeface="Work Sans"/>
              </a:rPr>
              <a:t>Mensuração</a:t>
            </a:r>
            <a:endParaRPr b="0" i="0" sz="1000" u="none" cap="none" strike="noStrike">
              <a:solidFill>
                <a:schemeClr val="lt1"/>
              </a:solidFill>
              <a:latin typeface="Work Sans"/>
              <a:ea typeface="Work Sans"/>
              <a:cs typeface="Work Sans"/>
              <a:sym typeface="Work Sans"/>
            </a:endParaRPr>
          </a:p>
        </p:txBody>
      </p:sp>
      <p:sp>
        <p:nvSpPr>
          <p:cNvPr id="1183" name="Google Shape;1183;p55"/>
          <p:cNvSpPr txBox="1"/>
          <p:nvPr/>
        </p:nvSpPr>
        <p:spPr>
          <a:xfrm>
            <a:off x="2204700" y="1905957"/>
            <a:ext cx="6840000" cy="361607"/>
          </a:xfrm>
          <a:prstGeom prst="rect">
            <a:avLst/>
          </a:prstGeom>
          <a:noFill/>
          <a:ln>
            <a:noFill/>
          </a:ln>
        </p:spPr>
        <p:txBody>
          <a:bodyPr anchorCtr="0" anchor="ctr" bIns="91425" lIns="91425" spcFirstLastPara="1" rIns="91425" wrap="square" tIns="91425">
            <a:spAutoFit/>
          </a:bodyPr>
          <a:lstStyle/>
          <a:p>
            <a:pPr indent="0" lvl="0" marL="0" marR="0" rtl="0" algn="ctr">
              <a:lnSpc>
                <a:spcPct val="115000"/>
              </a:lnSpc>
              <a:spcBef>
                <a:spcPts val="0"/>
              </a:spcBef>
              <a:spcAft>
                <a:spcPts val="0"/>
              </a:spcAft>
              <a:buClr>
                <a:srgbClr val="000000"/>
              </a:buClr>
              <a:buSzPts val="2000"/>
              <a:buFont typeface="Arial"/>
              <a:buNone/>
            </a:pPr>
            <a:r>
              <a:rPr b="1" i="0" lang="pt-BR" sz="1000" u="none" cap="none" strike="noStrike">
                <a:solidFill>
                  <a:schemeClr val="lt1"/>
                </a:solidFill>
                <a:latin typeface="Work Sans"/>
                <a:ea typeface="Work Sans"/>
                <a:cs typeface="Work Sans"/>
                <a:sym typeface="Work Sans"/>
              </a:rPr>
              <a:t>O segredo é traduzir palavras em equações…</a:t>
            </a:r>
            <a:endParaRPr b="0" i="0" sz="1000" u="none" cap="none" strike="noStrike">
              <a:solidFill>
                <a:schemeClr val="lt1"/>
              </a:solidFill>
              <a:latin typeface="Work Sans"/>
              <a:ea typeface="Work Sans"/>
              <a:cs typeface="Work Sans"/>
              <a:sym typeface="Work Sans"/>
            </a:endParaRPr>
          </a:p>
        </p:txBody>
      </p:sp>
      <p:sp>
        <p:nvSpPr>
          <p:cNvPr id="1184" name="Google Shape;1184;p55"/>
          <p:cNvSpPr txBox="1"/>
          <p:nvPr/>
        </p:nvSpPr>
        <p:spPr>
          <a:xfrm>
            <a:off x="2895634" y="2294442"/>
            <a:ext cx="5040000" cy="338574"/>
          </a:xfrm>
          <a:prstGeom prst="rect">
            <a:avLst/>
          </a:prstGeom>
          <a:noFill/>
          <a:ln>
            <a:noFill/>
          </a:ln>
        </p:spPr>
        <p:txBody>
          <a:bodyPr anchorCtr="0" anchor="t" bIns="91450" lIns="91450" spcFirstLastPara="1" rIns="91450" wrap="square" tIns="91450">
            <a:spAutoFit/>
          </a:bodyPr>
          <a:lstStyle/>
          <a:p>
            <a:pPr indent="-311150" lvl="0" marL="457200" marR="0" rtl="0" algn="l">
              <a:lnSpc>
                <a:spcPct val="100000"/>
              </a:lnSpc>
              <a:spcBef>
                <a:spcPts val="0"/>
              </a:spcBef>
              <a:spcAft>
                <a:spcPts val="0"/>
              </a:spcAft>
              <a:buClr>
                <a:srgbClr val="000000"/>
              </a:buClr>
              <a:buSzPts val="1300"/>
              <a:buFont typeface="Montserrat"/>
              <a:buChar char="●"/>
            </a:pPr>
            <a:r>
              <a:rPr b="0" i="0" lang="pt-BR" sz="1000" u="none" cap="none" strike="noStrike">
                <a:solidFill>
                  <a:schemeClr val="lt1"/>
                </a:solidFill>
                <a:latin typeface="Work Sans"/>
                <a:ea typeface="Work Sans"/>
                <a:cs typeface="Work Sans"/>
                <a:sym typeface="Work Sans"/>
              </a:rPr>
              <a:t>John is twice as old as Megan was 4 years ago.</a:t>
            </a:r>
            <a:endParaRPr b="0" i="0" sz="1000" u="none" cap="none" strike="noStrike">
              <a:solidFill>
                <a:schemeClr val="lt1"/>
              </a:solidFill>
              <a:latin typeface="Work Sans"/>
              <a:ea typeface="Work Sans"/>
              <a:cs typeface="Work Sans"/>
              <a:sym typeface="Work Sans"/>
            </a:endParaRPr>
          </a:p>
        </p:txBody>
      </p:sp>
      <p:sp>
        <p:nvSpPr>
          <p:cNvPr id="1185" name="Google Shape;1185;p55"/>
          <p:cNvSpPr txBox="1"/>
          <p:nvPr/>
        </p:nvSpPr>
        <p:spPr>
          <a:xfrm>
            <a:off x="2895634" y="2703609"/>
            <a:ext cx="4152866" cy="492463"/>
          </a:xfrm>
          <a:prstGeom prst="rect">
            <a:avLst/>
          </a:prstGeom>
          <a:noFill/>
          <a:ln>
            <a:noFill/>
          </a:ln>
        </p:spPr>
        <p:txBody>
          <a:bodyPr anchorCtr="0" anchor="t" bIns="91450" lIns="91450" spcFirstLastPara="1" rIns="91450" wrap="square" tIns="91450">
            <a:spAutoFit/>
          </a:bodyPr>
          <a:lstStyle/>
          <a:p>
            <a:pPr indent="-311150" lvl="0" marL="457200" marR="0" rtl="0" algn="just">
              <a:lnSpc>
                <a:spcPct val="100000"/>
              </a:lnSpc>
              <a:spcBef>
                <a:spcPts val="0"/>
              </a:spcBef>
              <a:spcAft>
                <a:spcPts val="0"/>
              </a:spcAft>
              <a:buClr>
                <a:srgbClr val="000000"/>
              </a:buClr>
              <a:buSzPts val="1300"/>
              <a:buFont typeface="Montserrat"/>
              <a:buChar char="●"/>
            </a:pPr>
            <a:r>
              <a:rPr b="0" i="0" lang="pt-BR" sz="1000" u="none" cap="none" strike="noStrike">
                <a:solidFill>
                  <a:schemeClr val="lt1"/>
                </a:solidFill>
                <a:latin typeface="Work Sans"/>
                <a:ea typeface="Work Sans"/>
                <a:cs typeface="Work Sans"/>
                <a:sym typeface="Work Sans"/>
              </a:rPr>
              <a:t>The rate of chemical reaction X is inversely proportional to the square of rate of chemical reaction y.</a:t>
            </a:r>
            <a:endParaRPr b="0" i="0" sz="1000" u="none" cap="none" strike="noStrike">
              <a:solidFill>
                <a:schemeClr val="lt1"/>
              </a:solidFill>
              <a:latin typeface="Work Sans"/>
              <a:ea typeface="Work Sans"/>
              <a:cs typeface="Work Sans"/>
              <a:sym typeface="Work Sans"/>
            </a:endParaRPr>
          </a:p>
        </p:txBody>
      </p:sp>
      <p:sp>
        <p:nvSpPr>
          <p:cNvPr id="1186" name="Google Shape;1186;p55"/>
          <p:cNvSpPr txBox="1"/>
          <p:nvPr/>
        </p:nvSpPr>
        <p:spPr>
          <a:xfrm>
            <a:off x="2895634" y="3782430"/>
            <a:ext cx="5040000" cy="338574"/>
          </a:xfrm>
          <a:prstGeom prst="rect">
            <a:avLst/>
          </a:prstGeom>
          <a:noFill/>
          <a:ln>
            <a:noFill/>
          </a:ln>
        </p:spPr>
        <p:txBody>
          <a:bodyPr anchorCtr="0" anchor="t" bIns="91450" lIns="91450" spcFirstLastPara="1" rIns="91450" wrap="square" tIns="91450">
            <a:spAutoFit/>
          </a:bodyPr>
          <a:lstStyle/>
          <a:p>
            <a:pPr indent="-311150" lvl="0" marL="457200" marR="0" rtl="0" algn="l">
              <a:lnSpc>
                <a:spcPct val="100000"/>
              </a:lnSpc>
              <a:spcBef>
                <a:spcPts val="0"/>
              </a:spcBef>
              <a:spcAft>
                <a:spcPts val="0"/>
              </a:spcAft>
              <a:buClr>
                <a:srgbClr val="000000"/>
              </a:buClr>
              <a:buSzPts val="1300"/>
              <a:buFont typeface="Montserrat"/>
              <a:buChar char="●"/>
            </a:pPr>
            <a:r>
              <a:rPr b="0" i="0" lang="pt-BR" sz="1000" u="none" cap="none" strike="noStrike">
                <a:solidFill>
                  <a:schemeClr val="lt1"/>
                </a:solidFill>
                <a:latin typeface="Work Sans"/>
                <a:ea typeface="Work Sans"/>
                <a:cs typeface="Work Sans"/>
                <a:sym typeface="Work Sans"/>
              </a:rPr>
              <a:t>In 10 years, Bill will be twice as old as Jeffery.</a:t>
            </a:r>
            <a:endParaRPr b="0" i="0" sz="1000" u="none" cap="none" strike="noStrike">
              <a:solidFill>
                <a:schemeClr val="lt1"/>
              </a:solidFill>
              <a:latin typeface="Work Sans"/>
              <a:ea typeface="Work Sans"/>
              <a:cs typeface="Work Sans"/>
              <a:sym typeface="Work Sans"/>
            </a:endParaRPr>
          </a:p>
        </p:txBody>
      </p:sp>
      <p:sp>
        <p:nvSpPr>
          <p:cNvPr id="1187" name="Google Shape;1187;p55"/>
          <p:cNvSpPr txBox="1"/>
          <p:nvPr/>
        </p:nvSpPr>
        <p:spPr>
          <a:xfrm>
            <a:off x="2895634" y="3199521"/>
            <a:ext cx="4123798" cy="646351"/>
          </a:xfrm>
          <a:prstGeom prst="rect">
            <a:avLst/>
          </a:prstGeom>
          <a:noFill/>
          <a:ln>
            <a:noFill/>
          </a:ln>
        </p:spPr>
        <p:txBody>
          <a:bodyPr anchorCtr="0" anchor="t" bIns="91450" lIns="91450" spcFirstLastPara="1" rIns="91450" wrap="square" tIns="91450">
            <a:spAutoFit/>
          </a:bodyPr>
          <a:lstStyle/>
          <a:p>
            <a:pPr indent="-311150" lvl="0" marL="457200" marR="0" rtl="0" algn="just">
              <a:lnSpc>
                <a:spcPct val="100000"/>
              </a:lnSpc>
              <a:spcBef>
                <a:spcPts val="0"/>
              </a:spcBef>
              <a:spcAft>
                <a:spcPts val="0"/>
              </a:spcAft>
              <a:buClr>
                <a:srgbClr val="000000"/>
              </a:buClr>
              <a:buSzPts val="1300"/>
              <a:buFont typeface="Montserrat"/>
              <a:buChar char="●"/>
            </a:pPr>
            <a:r>
              <a:rPr b="0" i="0" lang="pt-BR" sz="1000" u="none" cap="none" strike="noStrike">
                <a:solidFill>
                  <a:schemeClr val="lt1"/>
                </a:solidFill>
                <a:latin typeface="Work Sans"/>
                <a:ea typeface="Work Sans"/>
                <a:cs typeface="Work Sans"/>
                <a:sym typeface="Work Sans"/>
              </a:rPr>
              <a:t>Solution X, which is 50% alcohol, is combined with solution Y, which is 30% alcohol, to form a new solution that is 35% alcohol.</a:t>
            </a:r>
            <a:endParaRPr b="0" i="0" sz="1000" u="none" cap="none" strike="noStrike">
              <a:solidFill>
                <a:schemeClr val="lt1"/>
              </a:solidFill>
              <a:latin typeface="Work Sans"/>
              <a:ea typeface="Work Sans"/>
              <a:cs typeface="Work Sans"/>
              <a:sym typeface="Work Sans"/>
            </a:endParaRPr>
          </a:p>
        </p:txBody>
      </p:sp>
      <p:cxnSp>
        <p:nvCxnSpPr>
          <p:cNvPr id="1188" name="Google Shape;1188;p55"/>
          <p:cNvCxnSpPr/>
          <p:nvPr/>
        </p:nvCxnSpPr>
        <p:spPr>
          <a:xfrm>
            <a:off x="2753525" y="2120201"/>
            <a:ext cx="0" cy="2294234"/>
          </a:xfrm>
          <a:prstGeom prst="straightConnector1">
            <a:avLst/>
          </a:prstGeom>
          <a:noFill/>
          <a:ln cap="flat" cmpd="sng" w="19050">
            <a:solidFill>
              <a:srgbClr val="C00000"/>
            </a:solidFill>
            <a:prstDash val="dash"/>
            <a:round/>
            <a:headEnd len="sm" w="sm" type="none"/>
            <a:tailEnd len="sm" w="sm" type="none"/>
          </a:ln>
        </p:spPr>
      </p:cxnSp>
      <p:sp>
        <p:nvSpPr>
          <p:cNvPr id="1189" name="Google Shape;1189;p55"/>
          <p:cNvSpPr txBox="1"/>
          <p:nvPr/>
        </p:nvSpPr>
        <p:spPr>
          <a:xfrm>
            <a:off x="3104700" y="4204294"/>
            <a:ext cx="5040000" cy="584796"/>
          </a:xfrm>
          <a:prstGeom prst="rect">
            <a:avLst/>
          </a:prstGeom>
          <a:noFill/>
          <a:ln>
            <a:noFill/>
          </a:ln>
        </p:spPr>
        <p:txBody>
          <a:bodyPr anchorCtr="0" anchor="t" bIns="91450" lIns="91450" spcFirstLastPara="1" rIns="91450" wrap="square" tIns="91450">
            <a:spAutoFit/>
          </a:bodyPr>
          <a:lstStyle/>
          <a:p>
            <a:pPr indent="0" lvl="0" marL="0" marR="0" rtl="0" algn="ctr">
              <a:lnSpc>
                <a:spcPct val="130000"/>
              </a:lnSpc>
              <a:spcBef>
                <a:spcPts val="0"/>
              </a:spcBef>
              <a:spcAft>
                <a:spcPts val="0"/>
              </a:spcAft>
              <a:buClr>
                <a:srgbClr val="BA0E02"/>
              </a:buClr>
              <a:buSzPts val="1300"/>
              <a:buFont typeface="Arial"/>
              <a:buNone/>
            </a:pPr>
            <a:r>
              <a:rPr b="1" i="0" lang="pt-BR" sz="1000" u="none" cap="none" strike="noStrike">
                <a:solidFill>
                  <a:schemeClr val="dk1"/>
                </a:solidFill>
                <a:latin typeface="Work Sans"/>
                <a:ea typeface="Work Sans"/>
                <a:cs typeface="Work Sans"/>
                <a:sym typeface="Work Sans"/>
              </a:rPr>
              <a:t>Erro Comum:</a:t>
            </a:r>
            <a:r>
              <a:rPr b="0" i="0" lang="pt-BR" sz="1000" u="none" cap="none" strike="noStrike">
                <a:solidFill>
                  <a:schemeClr val="dk1"/>
                </a:solidFill>
                <a:latin typeface="Work Sans"/>
                <a:ea typeface="Work Sans"/>
                <a:cs typeface="Work Sans"/>
                <a:sym typeface="Work Sans"/>
              </a:rPr>
              <a:t> </a:t>
            </a:r>
            <a:r>
              <a:rPr b="1" i="0" lang="pt-BR" sz="1000" u="none" cap="none" strike="noStrike">
                <a:solidFill>
                  <a:schemeClr val="dk1"/>
                </a:solidFill>
                <a:latin typeface="Work Sans"/>
                <a:ea typeface="Work Sans"/>
                <a:cs typeface="Work Sans"/>
                <a:sym typeface="Work Sans"/>
              </a:rPr>
              <a:t>b + 10 = 2j</a:t>
            </a:r>
            <a:endParaRPr b="1" i="0" sz="1000" u="none" cap="none" strike="noStrike">
              <a:solidFill>
                <a:schemeClr val="dk1"/>
              </a:solidFill>
              <a:latin typeface="Work Sans"/>
              <a:ea typeface="Work Sans"/>
              <a:cs typeface="Work Sans"/>
              <a:sym typeface="Work Sans"/>
            </a:endParaRPr>
          </a:p>
          <a:p>
            <a:pPr indent="0" lvl="0" marL="0" marR="0" rtl="0" algn="ctr">
              <a:lnSpc>
                <a:spcPct val="130000"/>
              </a:lnSpc>
              <a:spcBef>
                <a:spcPts val="0"/>
              </a:spcBef>
              <a:spcAft>
                <a:spcPts val="0"/>
              </a:spcAft>
              <a:buClr>
                <a:schemeClr val="dk1"/>
              </a:buClr>
              <a:buSzPts val="1300"/>
              <a:buFont typeface="Arial"/>
              <a:buNone/>
            </a:pPr>
            <a:r>
              <a:rPr b="0" i="0" lang="pt-BR" sz="1000" u="none" cap="none" strike="noStrike">
                <a:solidFill>
                  <a:schemeClr val="lt1"/>
                </a:solidFill>
                <a:latin typeface="Work Sans"/>
                <a:ea typeface="Work Sans"/>
                <a:cs typeface="Work Sans"/>
                <a:sym typeface="Work Sans"/>
              </a:rPr>
              <a:t>In 10 years, Bill will be twice as old as Jeffery </a:t>
            </a:r>
            <a:r>
              <a:rPr b="1" i="0" lang="pt-BR" sz="1000" u="none" cap="none" strike="noStrike">
                <a:solidFill>
                  <a:schemeClr val="lt1"/>
                </a:solidFill>
                <a:latin typeface="Work Sans"/>
                <a:ea typeface="Work Sans"/>
                <a:cs typeface="Work Sans"/>
                <a:sym typeface="Work Sans"/>
              </a:rPr>
              <a:t>is right now</a:t>
            </a:r>
            <a:r>
              <a:rPr b="0" i="0" lang="pt-BR" sz="1000" u="none" cap="none" strike="noStrike">
                <a:solidFill>
                  <a:schemeClr val="lt1"/>
                </a:solidFill>
                <a:latin typeface="Work Sans"/>
                <a:ea typeface="Work Sans"/>
                <a:cs typeface="Work Sans"/>
                <a:sym typeface="Work Sans"/>
              </a:rPr>
              <a:t>.</a:t>
            </a:r>
            <a:endParaRPr b="1" i="0" sz="1000" u="none" cap="none" strike="noStrike">
              <a:solidFill>
                <a:schemeClr val="lt1"/>
              </a:solidFill>
              <a:latin typeface="Work Sans"/>
              <a:ea typeface="Work Sans"/>
              <a:cs typeface="Work Sans"/>
              <a:sym typeface="Work Sans"/>
            </a:endParaRPr>
          </a:p>
        </p:txBody>
      </p:sp>
      <p:grpSp>
        <p:nvGrpSpPr>
          <p:cNvPr id="1190" name="Google Shape;1190;p55"/>
          <p:cNvGrpSpPr/>
          <p:nvPr/>
        </p:nvGrpSpPr>
        <p:grpSpPr>
          <a:xfrm>
            <a:off x="3959998" y="1019552"/>
            <a:ext cx="2159892" cy="720000"/>
            <a:chOff x="5220000" y="5040000"/>
            <a:chExt cx="2520000" cy="720000"/>
          </a:xfrm>
        </p:grpSpPr>
        <p:sp>
          <p:nvSpPr>
            <p:cNvPr id="1191" name="Google Shape;1191;p55"/>
            <p:cNvSpPr txBox="1"/>
            <p:nvPr/>
          </p:nvSpPr>
          <p:spPr>
            <a:xfrm>
              <a:off x="5220000" y="5040000"/>
              <a:ext cx="2520000" cy="467790"/>
            </a:xfrm>
            <a:prstGeom prst="rect">
              <a:avLst/>
            </a:prstGeom>
            <a:noFill/>
            <a:ln>
              <a:noFill/>
            </a:ln>
          </p:spPr>
          <p:txBody>
            <a:bodyPr anchorCtr="0" anchor="t" bIns="91425" lIns="91425" spcFirstLastPara="1" rIns="91425" wrap="square" tIns="91425">
              <a:spAutoFit/>
            </a:bodyPr>
            <a:lstStyle/>
            <a:p>
              <a:pPr indent="0" lvl="0" marL="0" marR="0" rtl="0" algn="l">
                <a:lnSpc>
                  <a:spcPct val="115000"/>
                </a:lnSpc>
                <a:spcBef>
                  <a:spcPts val="0"/>
                </a:spcBef>
                <a:spcAft>
                  <a:spcPts val="0"/>
                </a:spcAft>
                <a:buClr>
                  <a:srgbClr val="000000"/>
                </a:buClr>
                <a:buSzPts val="2000"/>
                <a:buFont typeface="Arial"/>
                <a:buNone/>
              </a:pPr>
              <a:r>
                <a:rPr b="1" i="0" lang="pt-BR" sz="1600" u="none" cap="none" strike="noStrike">
                  <a:solidFill>
                    <a:schemeClr val="lt1"/>
                  </a:solidFill>
                  <a:latin typeface="Arial"/>
                  <a:ea typeface="Arial"/>
                  <a:cs typeface="Arial"/>
                  <a:sym typeface="Arial"/>
                </a:rPr>
                <a:t>WORD PROBLEM</a:t>
              </a:r>
              <a:endParaRPr b="0" i="0" sz="1600" u="none" cap="none" strike="noStrike">
                <a:solidFill>
                  <a:schemeClr val="lt1"/>
                </a:solidFill>
                <a:latin typeface="Arial"/>
                <a:ea typeface="Arial"/>
                <a:cs typeface="Arial"/>
                <a:sym typeface="Arial"/>
              </a:endParaRPr>
            </a:p>
          </p:txBody>
        </p:sp>
        <p:sp>
          <p:nvSpPr>
            <p:cNvPr id="1192" name="Google Shape;1192;p55"/>
            <p:cNvSpPr txBox="1"/>
            <p:nvPr/>
          </p:nvSpPr>
          <p:spPr>
            <a:xfrm>
              <a:off x="5220000" y="5400000"/>
              <a:ext cx="2520000" cy="360000"/>
            </a:xfrm>
            <a:prstGeom prst="rect">
              <a:avLst/>
            </a:prstGeom>
            <a:noFill/>
            <a:ln>
              <a:noFill/>
            </a:ln>
          </p:spPr>
          <p:txBody>
            <a:bodyPr anchorCtr="0" anchor="ctr" bIns="91425" lIns="91425" spcFirstLastPara="1" rIns="91425" wrap="square" tIns="91425">
              <a:noAutofit/>
            </a:bodyPr>
            <a:lstStyle/>
            <a:p>
              <a:pPr indent="0" lvl="0" marL="0" marR="0" rtl="0" algn="l">
                <a:lnSpc>
                  <a:spcPct val="115000"/>
                </a:lnSpc>
                <a:spcBef>
                  <a:spcPts val="0"/>
                </a:spcBef>
                <a:spcAft>
                  <a:spcPts val="0"/>
                </a:spcAft>
                <a:buClr>
                  <a:srgbClr val="000000"/>
                </a:buClr>
                <a:buSzPts val="2000"/>
                <a:buFont typeface="Arial"/>
                <a:buNone/>
              </a:pPr>
              <a:r>
                <a:rPr b="1" i="1" lang="pt-BR" sz="1800" u="none" cap="none" strike="noStrike">
                  <a:solidFill>
                    <a:schemeClr val="dk1"/>
                  </a:solidFill>
                  <a:latin typeface="Arial"/>
                  <a:ea typeface="Arial"/>
                  <a:cs typeface="Arial"/>
                  <a:sym typeface="Arial"/>
                </a:rPr>
                <a:t>word problem</a:t>
              </a:r>
              <a:endParaRPr b="0" i="1" sz="1800" u="none" cap="none" strike="noStrike">
                <a:solidFill>
                  <a:srgbClr val="000000"/>
                </a:solidFill>
                <a:latin typeface="Arial"/>
                <a:ea typeface="Arial"/>
                <a:cs typeface="Arial"/>
                <a:sym typeface="Arial"/>
              </a:endParaRPr>
            </a:p>
          </p:txBody>
        </p:sp>
      </p:grpSp>
      <p:sp>
        <p:nvSpPr>
          <p:cNvPr id="1193" name="Google Shape;1193;p55"/>
          <p:cNvSpPr txBox="1"/>
          <p:nvPr/>
        </p:nvSpPr>
        <p:spPr>
          <a:xfrm>
            <a:off x="3276990" y="1088509"/>
            <a:ext cx="587556" cy="576001"/>
          </a:xfrm>
          <a:prstGeom prst="rect">
            <a:avLst/>
          </a:prstGeom>
          <a:solidFill>
            <a:schemeClr val="dk1"/>
          </a:solidFill>
          <a:ln>
            <a:noFill/>
          </a:ln>
        </p:spPr>
        <p:txBody>
          <a:bodyPr anchorCtr="0" anchor="ctr" bIns="91425" lIns="0" spcFirstLastPara="1" rIns="0" wrap="square" tIns="91425">
            <a:noAutofit/>
          </a:bodyPr>
          <a:lstStyle/>
          <a:p>
            <a:pPr indent="0" lvl="0" marL="0" marR="0" rtl="0" algn="ctr">
              <a:lnSpc>
                <a:spcPct val="100000"/>
              </a:lnSpc>
              <a:spcBef>
                <a:spcPts val="0"/>
              </a:spcBef>
              <a:spcAft>
                <a:spcPts val="0"/>
              </a:spcAft>
              <a:buClr>
                <a:srgbClr val="000000"/>
              </a:buClr>
              <a:buSzPts val="3000"/>
              <a:buFont typeface="Arial"/>
              <a:buNone/>
            </a:pPr>
            <a:r>
              <a:t/>
            </a:r>
            <a:endParaRPr b="0" i="0" sz="3000" u="none" cap="none" strike="noStrike">
              <a:solidFill>
                <a:srgbClr val="F3F3F3"/>
              </a:solidFill>
              <a:latin typeface="Kanit"/>
              <a:ea typeface="Kanit"/>
              <a:cs typeface="Kanit"/>
              <a:sym typeface="Kanit"/>
            </a:endParaRPr>
          </a:p>
        </p:txBody>
      </p:sp>
      <p:pic>
        <p:nvPicPr>
          <p:cNvPr descr="Puzzle outline" id="1194" name="Google Shape;1194;p55"/>
          <p:cNvPicPr preferRelativeResize="0"/>
          <p:nvPr/>
        </p:nvPicPr>
        <p:blipFill rotWithShape="1">
          <a:blip r:embed="rId3">
            <a:alphaModFix/>
          </a:blip>
          <a:srcRect b="0" l="0" r="0" t="0"/>
          <a:stretch/>
        </p:blipFill>
        <p:spPr>
          <a:xfrm>
            <a:off x="3248825" y="1114782"/>
            <a:ext cx="587556" cy="587556"/>
          </a:xfrm>
          <a:prstGeom prst="rect">
            <a:avLst/>
          </a:prstGeom>
          <a:noFill/>
          <a:ln>
            <a:noFill/>
          </a:ln>
        </p:spPr>
      </p:pic>
      <p:sp>
        <p:nvSpPr>
          <p:cNvPr id="1195" name="Google Shape;1195;p55"/>
          <p:cNvSpPr txBox="1"/>
          <p:nvPr/>
        </p:nvSpPr>
        <p:spPr>
          <a:xfrm>
            <a:off x="7125634" y="2802599"/>
            <a:ext cx="1620000" cy="338574"/>
          </a:xfrm>
          <a:prstGeom prst="rect">
            <a:avLst/>
          </a:prstGeom>
          <a:noFill/>
          <a:ln>
            <a:noFill/>
          </a:ln>
        </p:spPr>
        <p:txBody>
          <a:bodyPr anchorCtr="0" anchor="t" bIns="91450" lIns="91450" spcFirstLastPara="1" rIns="91450" wrap="square" tIns="91450">
            <a:spAutoFit/>
          </a:bodyPr>
          <a:lstStyle/>
          <a:p>
            <a:pPr indent="0" lvl="0" marL="0" marR="0" rtl="0" algn="ctr">
              <a:lnSpc>
                <a:spcPct val="100000"/>
              </a:lnSpc>
              <a:spcBef>
                <a:spcPts val="0"/>
              </a:spcBef>
              <a:spcAft>
                <a:spcPts val="0"/>
              </a:spcAft>
              <a:buClr>
                <a:srgbClr val="000000"/>
              </a:buClr>
              <a:buSzPts val="2400"/>
              <a:buFont typeface="Arial"/>
              <a:buNone/>
            </a:pPr>
            <a:r>
              <a:rPr b="1" i="0" lang="pt-BR" sz="1000" u="none" cap="none" strike="noStrike">
                <a:solidFill>
                  <a:srgbClr val="BA0E02"/>
                </a:solidFill>
                <a:latin typeface="Work Sans"/>
                <a:ea typeface="Work Sans"/>
                <a:cs typeface="Work Sans"/>
                <a:sym typeface="Work Sans"/>
              </a:rPr>
              <a:t>x = k / y²</a:t>
            </a:r>
            <a:endParaRPr b="1" i="0" sz="1000" u="none" cap="none" strike="noStrike">
              <a:solidFill>
                <a:srgbClr val="BA0E02"/>
              </a:solidFill>
              <a:latin typeface="Work Sans"/>
              <a:ea typeface="Work Sans"/>
              <a:cs typeface="Work Sans"/>
              <a:sym typeface="Work Sans"/>
            </a:endParaRPr>
          </a:p>
        </p:txBody>
      </p:sp>
      <p:sp>
        <p:nvSpPr>
          <p:cNvPr id="1196" name="Google Shape;1196;p55"/>
          <p:cNvSpPr txBox="1"/>
          <p:nvPr/>
        </p:nvSpPr>
        <p:spPr>
          <a:xfrm>
            <a:off x="7161540" y="3746785"/>
            <a:ext cx="1620000" cy="338574"/>
          </a:xfrm>
          <a:prstGeom prst="rect">
            <a:avLst/>
          </a:prstGeom>
          <a:noFill/>
          <a:ln>
            <a:noFill/>
          </a:ln>
        </p:spPr>
        <p:txBody>
          <a:bodyPr anchorCtr="0" anchor="t" bIns="91450" lIns="91450" spcFirstLastPara="1" rIns="91450" wrap="square" tIns="91450">
            <a:spAutoFit/>
          </a:bodyPr>
          <a:lstStyle/>
          <a:p>
            <a:pPr indent="0" lvl="0" marL="0" marR="0" rtl="0" algn="ctr">
              <a:lnSpc>
                <a:spcPct val="100000"/>
              </a:lnSpc>
              <a:spcBef>
                <a:spcPts val="0"/>
              </a:spcBef>
              <a:spcAft>
                <a:spcPts val="0"/>
              </a:spcAft>
              <a:buClr>
                <a:srgbClr val="000000"/>
              </a:buClr>
              <a:buSzPts val="2400"/>
              <a:buFont typeface="Arial"/>
              <a:buNone/>
            </a:pPr>
            <a:r>
              <a:rPr b="1" i="0" lang="pt-BR" sz="1000" u="none" cap="none" strike="noStrike">
                <a:solidFill>
                  <a:srgbClr val="BA0E02"/>
                </a:solidFill>
                <a:latin typeface="Work Sans"/>
                <a:ea typeface="Work Sans"/>
                <a:cs typeface="Work Sans"/>
                <a:sym typeface="Work Sans"/>
              </a:rPr>
              <a:t>b + 10 = 2 (j + 10)</a:t>
            </a:r>
            <a:endParaRPr b="1" i="0" sz="1000" u="none" cap="none" strike="noStrike">
              <a:solidFill>
                <a:srgbClr val="BA0E02"/>
              </a:solidFill>
              <a:latin typeface="Work Sans"/>
              <a:ea typeface="Work Sans"/>
              <a:cs typeface="Work Sans"/>
              <a:sym typeface="Work Sans"/>
            </a:endParaRPr>
          </a:p>
        </p:txBody>
      </p:sp>
      <p:sp>
        <p:nvSpPr>
          <p:cNvPr id="1197" name="Google Shape;1197;p55"/>
          <p:cNvSpPr txBox="1"/>
          <p:nvPr/>
        </p:nvSpPr>
        <p:spPr>
          <a:xfrm>
            <a:off x="6970243" y="3283961"/>
            <a:ext cx="1930782" cy="361658"/>
          </a:xfrm>
          <a:prstGeom prst="rect">
            <a:avLst/>
          </a:prstGeom>
          <a:noFill/>
          <a:ln>
            <a:noFill/>
          </a:ln>
        </p:spPr>
        <p:txBody>
          <a:bodyPr anchorCtr="0" anchor="t" bIns="91450" lIns="91450" spcFirstLastPara="1" rIns="91450" wrap="square" tIns="91450">
            <a:spAutoFit/>
          </a:bodyPr>
          <a:lstStyle/>
          <a:p>
            <a:pPr indent="0" lvl="0" marL="0" marR="0" rtl="0" algn="ctr">
              <a:lnSpc>
                <a:spcPct val="115000"/>
              </a:lnSpc>
              <a:spcBef>
                <a:spcPts val="0"/>
              </a:spcBef>
              <a:spcAft>
                <a:spcPts val="0"/>
              </a:spcAft>
              <a:buClr>
                <a:srgbClr val="000000"/>
              </a:buClr>
              <a:buSzPts val="2400"/>
              <a:buFont typeface="Arial"/>
              <a:buNone/>
            </a:pPr>
            <a:r>
              <a:rPr b="1" i="0" lang="pt-BR" sz="1000" u="none" cap="none" strike="noStrike">
                <a:solidFill>
                  <a:srgbClr val="BA0E02"/>
                </a:solidFill>
                <a:latin typeface="Work Sans"/>
                <a:ea typeface="Work Sans"/>
                <a:cs typeface="Work Sans"/>
                <a:sym typeface="Work Sans"/>
              </a:rPr>
              <a:t>50x + 30y = 35(x + y)</a:t>
            </a:r>
            <a:endParaRPr b="1" i="0" sz="1000" u="none" cap="none" strike="noStrike">
              <a:solidFill>
                <a:srgbClr val="BA0E02"/>
              </a:solidFill>
              <a:latin typeface="Work Sans"/>
              <a:ea typeface="Work Sans"/>
              <a:cs typeface="Work Sans"/>
              <a:sym typeface="Work Sans"/>
            </a:endParaRPr>
          </a:p>
        </p:txBody>
      </p:sp>
      <p:sp>
        <p:nvSpPr>
          <p:cNvPr id="1198" name="Google Shape;1198;p55"/>
          <p:cNvSpPr txBox="1"/>
          <p:nvPr/>
        </p:nvSpPr>
        <p:spPr>
          <a:xfrm>
            <a:off x="7161540" y="2334213"/>
            <a:ext cx="1620000" cy="338574"/>
          </a:xfrm>
          <a:prstGeom prst="rect">
            <a:avLst/>
          </a:prstGeom>
          <a:noFill/>
          <a:ln>
            <a:noFill/>
          </a:ln>
        </p:spPr>
        <p:txBody>
          <a:bodyPr anchorCtr="0" anchor="t" bIns="91450" lIns="91450" spcFirstLastPara="1" rIns="91450" wrap="square" tIns="91450">
            <a:spAutoFit/>
          </a:bodyPr>
          <a:lstStyle/>
          <a:p>
            <a:pPr indent="0" lvl="0" marL="0" marR="0" rtl="0" algn="ctr">
              <a:lnSpc>
                <a:spcPct val="100000"/>
              </a:lnSpc>
              <a:spcBef>
                <a:spcPts val="0"/>
              </a:spcBef>
              <a:spcAft>
                <a:spcPts val="0"/>
              </a:spcAft>
              <a:buClr>
                <a:srgbClr val="000000"/>
              </a:buClr>
              <a:buSzPts val="2400"/>
              <a:buFont typeface="Arial"/>
              <a:buNone/>
            </a:pPr>
            <a:r>
              <a:rPr b="1" i="0" lang="pt-BR" sz="1000" u="none" cap="none" strike="noStrike">
                <a:solidFill>
                  <a:srgbClr val="BA0E02"/>
                </a:solidFill>
                <a:latin typeface="Work Sans"/>
                <a:ea typeface="Work Sans"/>
                <a:cs typeface="Work Sans"/>
                <a:sym typeface="Work Sans"/>
              </a:rPr>
              <a:t>j = 2 (m - 4)</a:t>
            </a:r>
            <a:endParaRPr b="1" i="0" sz="1000" u="none" cap="none" strike="noStrike">
              <a:solidFill>
                <a:srgbClr val="BA0E02"/>
              </a:solidFill>
              <a:latin typeface="Work Sans"/>
              <a:ea typeface="Work Sans"/>
              <a:cs typeface="Work Sans"/>
              <a:sym typeface="Work Sans"/>
            </a:endParaRPr>
          </a:p>
        </p:txBody>
      </p:sp>
      <p:sp>
        <p:nvSpPr>
          <p:cNvPr id="1199" name="Google Shape;1199;p55"/>
          <p:cNvSpPr txBox="1"/>
          <p:nvPr/>
        </p:nvSpPr>
        <p:spPr>
          <a:xfrm>
            <a:off x="0" y="4825425"/>
            <a:ext cx="4862100" cy="276900"/>
          </a:xfrm>
          <a:prstGeom prst="rect">
            <a:avLst/>
          </a:prstGeom>
          <a:noFill/>
          <a:ln>
            <a:noFill/>
          </a:ln>
        </p:spPr>
        <p:txBody>
          <a:bodyPr anchorCtr="0" anchor="t" bIns="68550" lIns="137125" spcFirstLastPara="1" rIns="137125" wrap="square" tIns="68550">
            <a:spAutoFit/>
          </a:bodyPr>
          <a:lstStyle/>
          <a:p>
            <a:pPr indent="0" lvl="0" marL="0" marR="0" rtl="0" algn="l">
              <a:lnSpc>
                <a:spcPct val="100000"/>
              </a:lnSpc>
              <a:spcBef>
                <a:spcPts val="0"/>
              </a:spcBef>
              <a:spcAft>
                <a:spcPts val="0"/>
              </a:spcAft>
              <a:buClr>
                <a:srgbClr val="000000"/>
              </a:buClr>
              <a:buSzPts val="900"/>
              <a:buFont typeface="Arial"/>
              <a:buNone/>
            </a:pPr>
            <a:r>
              <a:rPr b="1" i="0" lang="pt-BR" sz="900" u="none" cap="none" strike="noStrike">
                <a:solidFill>
                  <a:srgbClr val="000000"/>
                </a:solidFill>
                <a:latin typeface="Arial"/>
                <a:ea typeface="Arial"/>
                <a:cs typeface="Arial"/>
                <a:sym typeface="Arial"/>
              </a:rPr>
              <a:t>Prep4Consulting 2026.2 </a:t>
            </a:r>
            <a:r>
              <a:rPr b="0" i="0" lang="pt-BR" sz="900" u="none" cap="none" strike="noStrike">
                <a:solidFill>
                  <a:srgbClr val="000000"/>
                </a:solidFill>
                <a:latin typeface="Arial"/>
                <a:ea typeface="Arial"/>
                <a:cs typeface="Arial"/>
                <a:sym typeface="Arial"/>
              </a:rPr>
              <a:t>| GMAT: Estrutura da Prova</a:t>
            </a:r>
            <a:endParaRPr b="0" i="0" sz="900" u="none" cap="none" strike="noStrike">
              <a:solidFill>
                <a:srgbClr val="000000"/>
              </a:solidFill>
              <a:latin typeface="Arial"/>
              <a:ea typeface="Arial"/>
              <a:cs typeface="Arial"/>
              <a:sym typeface="Arial"/>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183"/>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184"/>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198"/>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185"/>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195"/>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187"/>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197"/>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186"/>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196"/>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189"/>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5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03" name="Shape 1203"/>
        <p:cNvGrpSpPr/>
        <p:nvPr/>
      </p:nvGrpSpPr>
      <p:grpSpPr>
        <a:xfrm>
          <a:off x="0" y="0"/>
          <a:ext cx="0" cy="0"/>
          <a:chOff x="0" y="0"/>
          <a:chExt cx="0" cy="0"/>
        </a:xfrm>
      </p:grpSpPr>
      <p:sp>
        <p:nvSpPr>
          <p:cNvPr id="1204" name="Google Shape;1204;p56"/>
          <p:cNvSpPr/>
          <p:nvPr/>
        </p:nvSpPr>
        <p:spPr>
          <a:xfrm>
            <a:off x="-64294" y="-57150"/>
            <a:ext cx="9279732" cy="5250656"/>
          </a:xfrm>
          <a:prstGeom prst="rect">
            <a:avLst/>
          </a:prstGeom>
          <a:solidFill>
            <a:schemeClr val="lt1"/>
          </a:solidFill>
          <a:ln cap="flat" cmpd="sng" w="25400">
            <a:solidFill>
              <a:schemeClr val="accent6"/>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chemeClr val="dk1"/>
              </a:solidFill>
              <a:latin typeface="Arial"/>
              <a:ea typeface="Arial"/>
              <a:cs typeface="Arial"/>
              <a:sym typeface="Arial"/>
            </a:endParaRPr>
          </a:p>
        </p:txBody>
      </p:sp>
      <p:sp>
        <p:nvSpPr>
          <p:cNvPr id="1205" name="Google Shape;1205;p56"/>
          <p:cNvSpPr/>
          <p:nvPr/>
        </p:nvSpPr>
        <p:spPr>
          <a:xfrm>
            <a:off x="4689591" y="3118885"/>
            <a:ext cx="3419100" cy="1221581"/>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chemeClr val="lt1"/>
              </a:solidFill>
              <a:latin typeface="Arial"/>
              <a:ea typeface="Arial"/>
              <a:cs typeface="Arial"/>
              <a:sym typeface="Arial"/>
            </a:endParaRPr>
          </a:p>
        </p:txBody>
      </p:sp>
      <p:sp>
        <p:nvSpPr>
          <p:cNvPr id="1206" name="Google Shape;1206;p56"/>
          <p:cNvSpPr/>
          <p:nvPr/>
        </p:nvSpPr>
        <p:spPr>
          <a:xfrm>
            <a:off x="4991147" y="1570723"/>
            <a:ext cx="615600" cy="615600"/>
          </a:xfrm>
          <a:prstGeom prst="rect">
            <a:avLst/>
          </a:pr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7" name="Google Shape;1207;p56"/>
          <p:cNvSpPr/>
          <p:nvPr/>
        </p:nvSpPr>
        <p:spPr>
          <a:xfrm>
            <a:off x="4991147" y="2320805"/>
            <a:ext cx="615600" cy="615600"/>
          </a:xfrm>
          <a:prstGeom prst="rect">
            <a:avLst/>
          </a:pr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8" name="Google Shape;1208;p56"/>
          <p:cNvSpPr txBox="1"/>
          <p:nvPr>
            <p:ph idx="1" type="subTitle"/>
          </p:nvPr>
        </p:nvSpPr>
        <p:spPr>
          <a:xfrm>
            <a:off x="5091888" y="1014630"/>
            <a:ext cx="3655200" cy="361236"/>
          </a:xfrm>
          <a:prstGeom prst="rect">
            <a:avLst/>
          </a:prstGeom>
          <a:noFill/>
          <a:ln>
            <a:noFill/>
          </a:ln>
        </p:spPr>
        <p:txBody>
          <a:bodyPr anchorCtr="0" anchor="t" bIns="91425" lIns="91425" spcFirstLastPara="1" rIns="91425" wrap="square" tIns="91425">
            <a:noAutofit/>
          </a:bodyPr>
          <a:lstStyle/>
          <a:p>
            <a:pPr indent="0" lvl="0" marL="0" rtl="0" algn="r">
              <a:lnSpc>
                <a:spcPct val="100000"/>
              </a:lnSpc>
              <a:spcBef>
                <a:spcPts val="0"/>
              </a:spcBef>
              <a:spcAft>
                <a:spcPts val="0"/>
              </a:spcAft>
              <a:buClr>
                <a:schemeClr val="lt1"/>
              </a:buClr>
              <a:buSzPts val="1100"/>
              <a:buFont typeface="Arial"/>
              <a:buNone/>
            </a:pPr>
            <a:r>
              <a:rPr b="1" lang="pt-BR">
                <a:solidFill>
                  <a:srgbClr val="FFFFFF"/>
                </a:solidFill>
              </a:rPr>
              <a:t>Ficou com alguma dúvida?</a:t>
            </a:r>
            <a:endParaRPr/>
          </a:p>
          <a:p>
            <a:pPr indent="0" lvl="0" marL="0" rtl="0" algn="r">
              <a:lnSpc>
                <a:spcPct val="100000"/>
              </a:lnSpc>
              <a:spcBef>
                <a:spcPts val="0"/>
              </a:spcBef>
              <a:spcAft>
                <a:spcPts val="0"/>
              </a:spcAft>
              <a:buClr>
                <a:schemeClr val="lt1"/>
              </a:buClr>
              <a:buSzPts val="1100"/>
              <a:buFont typeface="Arial"/>
              <a:buNone/>
            </a:pPr>
            <a:r>
              <a:t/>
            </a:r>
            <a:endParaRPr b="1"/>
          </a:p>
        </p:txBody>
      </p:sp>
      <p:sp>
        <p:nvSpPr>
          <p:cNvPr id="1209" name="Google Shape;1209;p56"/>
          <p:cNvSpPr/>
          <p:nvPr/>
        </p:nvSpPr>
        <p:spPr>
          <a:xfrm>
            <a:off x="4991147" y="3777785"/>
            <a:ext cx="615600" cy="615600"/>
          </a:xfrm>
          <a:prstGeom prst="rect">
            <a:avLst/>
          </a:pr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10" name="Google Shape;1210;p56"/>
          <p:cNvSpPr/>
          <p:nvPr/>
        </p:nvSpPr>
        <p:spPr>
          <a:xfrm>
            <a:off x="4991147" y="3027793"/>
            <a:ext cx="615600" cy="615600"/>
          </a:xfrm>
          <a:prstGeom prst="rect">
            <a:avLst/>
          </a:pr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Ícone&#10;&#10;Descrição gerada automaticamente" id="1211" name="Google Shape;1211;p56"/>
          <p:cNvPicPr preferRelativeResize="0"/>
          <p:nvPr/>
        </p:nvPicPr>
        <p:blipFill rotWithShape="1">
          <a:blip r:embed="rId3">
            <a:alphaModFix/>
          </a:blip>
          <a:srcRect b="0" l="0" r="0" t="0"/>
          <a:stretch/>
        </p:blipFill>
        <p:spPr>
          <a:xfrm>
            <a:off x="5123810" y="1685381"/>
            <a:ext cx="350273" cy="376238"/>
          </a:xfrm>
          <a:prstGeom prst="rect">
            <a:avLst/>
          </a:prstGeom>
          <a:noFill/>
          <a:ln>
            <a:noFill/>
          </a:ln>
        </p:spPr>
      </p:pic>
      <p:pic>
        <p:nvPicPr>
          <p:cNvPr descr="Ícone&#10;&#10;Descrição gerada automaticamente" id="1212" name="Google Shape;1212;p56"/>
          <p:cNvPicPr preferRelativeResize="0"/>
          <p:nvPr/>
        </p:nvPicPr>
        <p:blipFill rotWithShape="1">
          <a:blip r:embed="rId4">
            <a:alphaModFix/>
          </a:blip>
          <a:srcRect b="0" l="0" r="0" t="0"/>
          <a:stretch/>
        </p:blipFill>
        <p:spPr>
          <a:xfrm>
            <a:off x="5123810" y="2441886"/>
            <a:ext cx="339823" cy="365013"/>
          </a:xfrm>
          <a:prstGeom prst="rect">
            <a:avLst/>
          </a:prstGeom>
          <a:noFill/>
          <a:ln>
            <a:noFill/>
          </a:ln>
        </p:spPr>
      </p:pic>
      <p:pic>
        <p:nvPicPr>
          <p:cNvPr descr="Ícone&#10;&#10;Descrição gerada automaticamente" id="1213" name="Google Shape;1213;p56"/>
          <p:cNvPicPr preferRelativeResize="0"/>
          <p:nvPr/>
        </p:nvPicPr>
        <p:blipFill rotWithShape="1">
          <a:blip r:embed="rId5">
            <a:alphaModFix/>
          </a:blip>
          <a:srcRect b="0" l="0" r="0" t="0"/>
          <a:stretch/>
        </p:blipFill>
        <p:spPr>
          <a:xfrm>
            <a:off x="5091888" y="3112827"/>
            <a:ext cx="403666" cy="433588"/>
          </a:xfrm>
          <a:prstGeom prst="rect">
            <a:avLst/>
          </a:prstGeom>
          <a:noFill/>
          <a:ln>
            <a:noFill/>
          </a:ln>
        </p:spPr>
      </p:pic>
      <p:pic>
        <p:nvPicPr>
          <p:cNvPr descr="Ícone&#10;&#10;Descrição gerada automaticamente" id="1214" name="Google Shape;1214;p56"/>
          <p:cNvPicPr preferRelativeResize="0"/>
          <p:nvPr/>
        </p:nvPicPr>
        <p:blipFill rotWithShape="1">
          <a:blip r:embed="rId6">
            <a:alphaModFix/>
          </a:blip>
          <a:srcRect b="0" l="0" r="0" t="0"/>
          <a:stretch/>
        </p:blipFill>
        <p:spPr>
          <a:xfrm>
            <a:off x="5125577" y="3896848"/>
            <a:ext cx="351424" cy="377473"/>
          </a:xfrm>
          <a:prstGeom prst="rect">
            <a:avLst/>
          </a:prstGeom>
          <a:noFill/>
          <a:ln>
            <a:noFill/>
          </a:ln>
        </p:spPr>
      </p:pic>
      <p:sp>
        <p:nvSpPr>
          <p:cNvPr id="1215" name="Google Shape;1215;p56"/>
          <p:cNvSpPr txBox="1"/>
          <p:nvPr/>
        </p:nvSpPr>
        <p:spPr>
          <a:xfrm>
            <a:off x="5606746" y="1670929"/>
            <a:ext cx="3655200" cy="361236"/>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lt1"/>
              </a:buClr>
              <a:buSzPts val="1100"/>
              <a:buFont typeface="Work Sans"/>
              <a:buNone/>
            </a:pPr>
            <a:r>
              <a:rPr b="0" i="0" lang="pt-BR" sz="1400" u="sng" cap="none" strike="noStrike">
                <a:solidFill>
                  <a:srgbClr val="FFFFFF"/>
                </a:solidFill>
                <a:latin typeface="Work Sans"/>
                <a:ea typeface="Work Sans"/>
                <a:cs typeface="Work Sans"/>
                <a:sym typeface="Work Sans"/>
                <a:hlinkClick r:id="rId7">
                  <a:extLst>
                    <a:ext uri="{A12FA001-AC4F-418D-AE19-62706E023703}">
                      <ahyp:hlinkClr val="tx"/>
                    </a:ext>
                  </a:extLst>
                </a:hlinkClick>
              </a:rPr>
              <a:t>equipeccu@gmail.com</a:t>
            </a:r>
            <a:endParaRPr b="0" i="0" sz="1400" u="none" cap="none" strike="noStrike">
              <a:solidFill>
                <a:srgbClr val="FFFFFF"/>
              </a:solidFill>
              <a:latin typeface="Work Sans"/>
              <a:ea typeface="Work Sans"/>
              <a:cs typeface="Work Sans"/>
              <a:sym typeface="Work Sans"/>
            </a:endParaRPr>
          </a:p>
          <a:p>
            <a:pPr indent="0" lvl="0" marL="0" marR="0" rtl="0" algn="l">
              <a:lnSpc>
                <a:spcPct val="100000"/>
              </a:lnSpc>
              <a:spcBef>
                <a:spcPts val="0"/>
              </a:spcBef>
              <a:spcAft>
                <a:spcPts val="0"/>
              </a:spcAft>
              <a:buClr>
                <a:schemeClr val="lt1"/>
              </a:buClr>
              <a:buSzPts val="1100"/>
              <a:buFont typeface="Arial"/>
              <a:buNone/>
            </a:pPr>
            <a:r>
              <a:t/>
            </a:r>
            <a:endParaRPr b="1" i="0" sz="1400" u="none" cap="none" strike="noStrike">
              <a:solidFill>
                <a:schemeClr val="lt1"/>
              </a:solidFill>
              <a:latin typeface="Work Sans"/>
              <a:ea typeface="Work Sans"/>
              <a:cs typeface="Work Sans"/>
              <a:sym typeface="Work Sans"/>
            </a:endParaRPr>
          </a:p>
        </p:txBody>
      </p:sp>
      <p:sp>
        <p:nvSpPr>
          <p:cNvPr id="1216" name="Google Shape;1216;p56"/>
          <p:cNvSpPr txBox="1"/>
          <p:nvPr/>
        </p:nvSpPr>
        <p:spPr>
          <a:xfrm>
            <a:off x="5606745" y="2400419"/>
            <a:ext cx="3655200" cy="361236"/>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lt1"/>
              </a:buClr>
              <a:buSzPts val="1100"/>
              <a:buFont typeface="Work Sans"/>
              <a:buNone/>
            </a:pPr>
            <a:r>
              <a:rPr b="0" i="0" lang="pt-BR" sz="1400" u="none" cap="none" strike="noStrike">
                <a:solidFill>
                  <a:srgbClr val="FFFFFF"/>
                </a:solidFill>
                <a:latin typeface="Work Sans"/>
                <a:ea typeface="Work Sans"/>
                <a:cs typeface="Work Sans"/>
                <a:sym typeface="Work Sans"/>
              </a:rPr>
              <a:t>@ccuclubedeconsultoria</a:t>
            </a:r>
            <a:endParaRPr/>
          </a:p>
          <a:p>
            <a:pPr indent="0" lvl="0" marL="0" marR="0" rtl="0" algn="l">
              <a:lnSpc>
                <a:spcPct val="100000"/>
              </a:lnSpc>
              <a:spcBef>
                <a:spcPts val="0"/>
              </a:spcBef>
              <a:spcAft>
                <a:spcPts val="0"/>
              </a:spcAft>
              <a:buClr>
                <a:schemeClr val="lt1"/>
              </a:buClr>
              <a:buSzPts val="1100"/>
              <a:buFont typeface="Arial"/>
              <a:buNone/>
            </a:pPr>
            <a:r>
              <a:t/>
            </a:r>
            <a:endParaRPr b="1" i="0" sz="1400" u="none" cap="none" strike="noStrike">
              <a:solidFill>
                <a:schemeClr val="lt1"/>
              </a:solidFill>
              <a:latin typeface="Work Sans"/>
              <a:ea typeface="Work Sans"/>
              <a:cs typeface="Work Sans"/>
              <a:sym typeface="Work Sans"/>
            </a:endParaRPr>
          </a:p>
        </p:txBody>
      </p:sp>
      <p:sp>
        <p:nvSpPr>
          <p:cNvPr id="1217" name="Google Shape;1217;p56"/>
          <p:cNvSpPr txBox="1"/>
          <p:nvPr/>
        </p:nvSpPr>
        <p:spPr>
          <a:xfrm>
            <a:off x="5606745" y="3124041"/>
            <a:ext cx="3655200" cy="361236"/>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lt1"/>
              </a:buClr>
              <a:buSzPts val="1100"/>
              <a:buFont typeface="Work Sans"/>
              <a:buNone/>
            </a:pPr>
            <a:r>
              <a:rPr b="0" i="0" lang="pt-BR" sz="1400" u="none" cap="none" strike="noStrike">
                <a:solidFill>
                  <a:srgbClr val="FFFFFF"/>
                </a:solidFill>
                <a:latin typeface="Work Sans"/>
                <a:ea typeface="Work Sans"/>
                <a:cs typeface="Work Sans"/>
                <a:sym typeface="Work Sans"/>
              </a:rPr>
              <a:t>consultoriaunicamp.com</a:t>
            </a:r>
            <a:endParaRPr/>
          </a:p>
          <a:p>
            <a:pPr indent="0" lvl="0" marL="0" marR="0" rtl="0" algn="l">
              <a:lnSpc>
                <a:spcPct val="100000"/>
              </a:lnSpc>
              <a:spcBef>
                <a:spcPts val="0"/>
              </a:spcBef>
              <a:spcAft>
                <a:spcPts val="0"/>
              </a:spcAft>
              <a:buClr>
                <a:schemeClr val="lt1"/>
              </a:buClr>
              <a:buSzPts val="1100"/>
              <a:buFont typeface="Arial"/>
              <a:buNone/>
            </a:pPr>
            <a:r>
              <a:t/>
            </a:r>
            <a:endParaRPr b="1" i="0" sz="1400" u="none" cap="none" strike="noStrike">
              <a:solidFill>
                <a:schemeClr val="lt1"/>
              </a:solidFill>
              <a:latin typeface="Work Sans"/>
              <a:ea typeface="Work Sans"/>
              <a:cs typeface="Work Sans"/>
              <a:sym typeface="Work Sans"/>
            </a:endParaRPr>
          </a:p>
        </p:txBody>
      </p:sp>
      <p:sp>
        <p:nvSpPr>
          <p:cNvPr id="1218" name="Google Shape;1218;p56"/>
          <p:cNvSpPr txBox="1"/>
          <p:nvPr/>
        </p:nvSpPr>
        <p:spPr>
          <a:xfrm>
            <a:off x="5606745" y="3887331"/>
            <a:ext cx="3655200" cy="361236"/>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lt1"/>
              </a:buClr>
              <a:buSzPts val="1100"/>
              <a:buFont typeface="Work Sans"/>
              <a:buNone/>
            </a:pPr>
            <a:r>
              <a:rPr b="0" i="0" lang="pt-BR" sz="1400" u="none" cap="none" strike="noStrike">
                <a:solidFill>
                  <a:srgbClr val="FFFFFF"/>
                </a:solidFill>
                <a:latin typeface="Work Sans"/>
                <a:ea typeface="Work Sans"/>
                <a:cs typeface="Work Sans"/>
                <a:sym typeface="Work Sans"/>
              </a:rPr>
              <a:t>Clube de Consultoria Universitário</a:t>
            </a:r>
            <a:endParaRPr/>
          </a:p>
          <a:p>
            <a:pPr indent="0" lvl="0" marL="0" marR="0" rtl="0" algn="l">
              <a:lnSpc>
                <a:spcPct val="100000"/>
              </a:lnSpc>
              <a:spcBef>
                <a:spcPts val="0"/>
              </a:spcBef>
              <a:spcAft>
                <a:spcPts val="0"/>
              </a:spcAft>
              <a:buClr>
                <a:schemeClr val="lt1"/>
              </a:buClr>
              <a:buSzPts val="1100"/>
              <a:buFont typeface="Arial"/>
              <a:buNone/>
            </a:pPr>
            <a:r>
              <a:t/>
            </a:r>
            <a:endParaRPr b="1" i="0" sz="1400" u="none" cap="none" strike="noStrike">
              <a:solidFill>
                <a:schemeClr val="lt1"/>
              </a:solidFill>
              <a:latin typeface="Work Sans"/>
              <a:ea typeface="Work Sans"/>
              <a:cs typeface="Work Sans"/>
              <a:sym typeface="Work Sans"/>
            </a:endParaRPr>
          </a:p>
        </p:txBody>
      </p:sp>
      <p:pic>
        <p:nvPicPr>
          <p:cNvPr id="1219" name="Google Shape;1219;p56"/>
          <p:cNvPicPr preferRelativeResize="0"/>
          <p:nvPr/>
        </p:nvPicPr>
        <p:blipFill rotWithShape="1">
          <a:blip r:embed="rId8">
            <a:alphaModFix/>
          </a:blip>
          <a:srcRect b="0" l="0" r="0" t="0"/>
          <a:stretch/>
        </p:blipFill>
        <p:spPr>
          <a:xfrm>
            <a:off x="405981" y="393873"/>
            <a:ext cx="3511815" cy="1671378"/>
          </a:xfrm>
          <a:prstGeom prst="rect">
            <a:avLst/>
          </a:prstGeom>
          <a:noFill/>
          <a:ln>
            <a:noFill/>
          </a:ln>
        </p:spPr>
      </p:pic>
      <p:pic>
        <p:nvPicPr>
          <p:cNvPr id="1220" name="Google Shape;1220;p56"/>
          <p:cNvPicPr preferRelativeResize="0"/>
          <p:nvPr/>
        </p:nvPicPr>
        <p:blipFill rotWithShape="1">
          <a:blip r:embed="rId9">
            <a:alphaModFix/>
          </a:blip>
          <a:srcRect b="0" l="0" r="0" t="0"/>
          <a:stretch/>
        </p:blipFill>
        <p:spPr>
          <a:xfrm>
            <a:off x="405981" y="4550167"/>
            <a:ext cx="2387225" cy="298920"/>
          </a:xfrm>
          <a:prstGeom prst="rect">
            <a:avLst/>
          </a:prstGeom>
          <a:noFill/>
          <a:ln>
            <a:noFill/>
          </a:ln>
        </p:spPr>
      </p:pic>
      <p:sp>
        <p:nvSpPr>
          <p:cNvPr id="1221" name="Google Shape;1221;p56"/>
          <p:cNvSpPr txBox="1"/>
          <p:nvPr>
            <p:ph type="ctrTitle"/>
          </p:nvPr>
        </p:nvSpPr>
        <p:spPr>
          <a:xfrm>
            <a:off x="307141" y="2447943"/>
            <a:ext cx="4784747" cy="1392052"/>
          </a:xfrm>
          <a:prstGeom prst="rect">
            <a:avLst/>
          </a:prstGeom>
          <a:noFill/>
          <a:ln>
            <a:noFill/>
          </a:ln>
        </p:spPr>
        <p:txBody>
          <a:bodyPr anchorCtr="0" anchor="b" bIns="91425" lIns="91425" spcFirstLastPara="1" rIns="91425" wrap="square" tIns="91425">
            <a:noAutofit/>
          </a:bodyPr>
          <a:lstStyle/>
          <a:p>
            <a:pPr indent="0" lvl="0" marL="0" rtl="0" algn="l">
              <a:lnSpc>
                <a:spcPct val="100000"/>
              </a:lnSpc>
              <a:spcBef>
                <a:spcPts val="0"/>
              </a:spcBef>
              <a:spcAft>
                <a:spcPts val="0"/>
              </a:spcAft>
              <a:buSzPts val="5200"/>
              <a:buNone/>
            </a:pPr>
            <a:r>
              <a:rPr lang="pt-BR" sz="3600">
                <a:solidFill>
                  <a:srgbClr val="C1272D"/>
                </a:solidFill>
              </a:rPr>
              <a:t>AGRADECEMOS SUA PARTICIPAÇÃO!</a:t>
            </a:r>
            <a:br>
              <a:rPr lang="pt-BR" sz="4000"/>
            </a:br>
            <a:r>
              <a:rPr b="0" lang="pt-BR" sz="2000">
                <a:solidFill>
                  <a:schemeClr val="lt2"/>
                </a:solidFill>
              </a:rPr>
              <a:t>Até o próximo módulo!</a:t>
            </a:r>
            <a:endParaRPr b="0" sz="2000">
              <a:solidFill>
                <a:schemeClr val="lt2"/>
              </a:solidFill>
            </a:endParaRPr>
          </a:p>
        </p:txBody>
      </p:sp>
      <p:sp>
        <p:nvSpPr>
          <p:cNvPr id="1222" name="Google Shape;1222;p56"/>
          <p:cNvSpPr txBox="1"/>
          <p:nvPr/>
        </p:nvSpPr>
        <p:spPr>
          <a:xfrm>
            <a:off x="4281900" y="4825425"/>
            <a:ext cx="4862100" cy="276900"/>
          </a:xfrm>
          <a:prstGeom prst="rect">
            <a:avLst/>
          </a:prstGeom>
          <a:noFill/>
          <a:ln>
            <a:noFill/>
          </a:ln>
        </p:spPr>
        <p:txBody>
          <a:bodyPr anchorCtr="0" anchor="t" bIns="68550" lIns="137125" spcFirstLastPara="1" rIns="137125" wrap="square" tIns="68550">
            <a:spAutoFit/>
          </a:bodyPr>
          <a:lstStyle/>
          <a:p>
            <a:pPr indent="0" lvl="0" marL="0" marR="0" rtl="0" algn="r">
              <a:lnSpc>
                <a:spcPct val="100000"/>
              </a:lnSpc>
              <a:spcBef>
                <a:spcPts val="0"/>
              </a:spcBef>
              <a:spcAft>
                <a:spcPts val="0"/>
              </a:spcAft>
              <a:buClr>
                <a:srgbClr val="000000"/>
              </a:buClr>
              <a:buSzPts val="900"/>
              <a:buFont typeface="Arial"/>
              <a:buNone/>
            </a:pPr>
            <a:r>
              <a:rPr b="0" i="0" lang="pt-BR" sz="900" u="none" cap="none" strike="noStrike">
                <a:solidFill>
                  <a:srgbClr val="FFFFFF"/>
                </a:solidFill>
                <a:latin typeface="Arial"/>
                <a:ea typeface="Arial"/>
                <a:cs typeface="Arial"/>
                <a:sym typeface="Arial"/>
              </a:rPr>
              <a:t>Copyright © 2026 Clube de Consultoria Universitário. All rights reserved.</a:t>
            </a:r>
            <a:endParaRPr b="0" i="0" sz="900" u="none" cap="none" strike="noStrike">
              <a:solidFill>
                <a:srgbClr val="FFFFFF"/>
              </a:solidFill>
              <a:latin typeface="Arial"/>
              <a:ea typeface="Arial"/>
              <a:cs typeface="Arial"/>
              <a:sym typeface="Arial"/>
            </a:endParaRPr>
          </a:p>
        </p:txBody>
      </p:sp>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Logistic Transport Company Profile by Slidesgo">
  <a:themeElements>
    <a:clrScheme name="Personalizada 2">
      <a:dk1>
        <a:srgbClr val="C1272D"/>
      </a:dk1>
      <a:lt1>
        <a:srgbClr val="161616"/>
      </a:lt1>
      <a:dk2>
        <a:srgbClr val="F3F3F3"/>
      </a:dk2>
      <a:lt2>
        <a:srgbClr val="FFFFFF"/>
      </a:lt2>
      <a:accent1>
        <a:srgbClr val="FFFFFF"/>
      </a:accent1>
      <a:accent2>
        <a:srgbClr val="FFFFFF"/>
      </a:accent2>
      <a:accent3>
        <a:srgbClr val="FFFFFF"/>
      </a:accent3>
      <a:accent4>
        <a:srgbClr val="FFFFFF"/>
      </a:accent4>
      <a:accent5>
        <a:srgbClr val="FFFFFF"/>
      </a:accent5>
      <a:accent6>
        <a:srgbClr val="FFFFFF"/>
      </a:accent6>
      <a:hlink>
        <a:srgbClr val="000000"/>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Verena</dc:creator>
</cp:coreProperties>
</file>